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23"/>
            <a:ext cx="9143999" cy="1028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401357" y="0"/>
            <a:ext cx="4742641" cy="5999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088207" cy="10205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-828" y="52323"/>
            <a:ext cx="9145590" cy="9018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09011" y="871169"/>
            <a:ext cx="4125976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2898775"/>
            <a:ext cx="8072119" cy="1769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36.png"/><Relationship Id="rId5" Type="http://schemas.openxmlformats.org/officeDocument/2006/relationships/image" Target="../media/image4.png"/><Relationship Id="rId10" Type="http://schemas.openxmlformats.org/officeDocument/2006/relationships/image" Target="../media/image35.png"/><Relationship Id="rId4" Type="http://schemas.openxmlformats.org/officeDocument/2006/relationships/image" Target="../media/image3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8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42.png"/><Relationship Id="rId5" Type="http://schemas.openxmlformats.org/officeDocument/2006/relationships/image" Target="../media/image4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2.png"/><Relationship Id="rId7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.png"/><Relationship Id="rId7" Type="http://schemas.openxmlformats.org/officeDocument/2006/relationships/image" Target="../media/image6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2.png"/><Relationship Id="rId7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72.png"/><Relationship Id="rId5" Type="http://schemas.openxmlformats.org/officeDocument/2006/relationships/image" Target="../media/image4.png"/><Relationship Id="rId10" Type="http://schemas.openxmlformats.org/officeDocument/2006/relationships/image" Target="../media/image71.png"/><Relationship Id="rId4" Type="http://schemas.openxmlformats.org/officeDocument/2006/relationships/image" Target="../media/image3.png"/><Relationship Id="rId9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2.png"/><Relationship Id="rId7" Type="http://schemas.openxmlformats.org/officeDocument/2006/relationships/image" Target="../media/image5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://www.programiz.com/python-programming" TargetMode="Externa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28600" y="67056"/>
            <a:ext cx="8641080" cy="6790944"/>
            <a:chOff x="228600" y="67056"/>
            <a:chExt cx="8641080" cy="4810125"/>
          </a:xfrm>
        </p:grpSpPr>
        <p:sp>
          <p:nvSpPr>
            <p:cNvPr id="9" name="object 9"/>
            <p:cNvSpPr/>
            <p:nvPr/>
          </p:nvSpPr>
          <p:spPr>
            <a:xfrm>
              <a:off x="228600" y="67056"/>
              <a:ext cx="8641080" cy="480974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13103" y="2339339"/>
              <a:ext cx="3777996" cy="165506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93191" y="672083"/>
            <a:ext cx="8357870" cy="1786255"/>
            <a:chOff x="393191" y="672083"/>
            <a:chExt cx="8357870" cy="1786255"/>
          </a:xfrm>
        </p:grpSpPr>
        <p:sp>
          <p:nvSpPr>
            <p:cNvPr id="9" name="object 9"/>
            <p:cNvSpPr/>
            <p:nvPr/>
          </p:nvSpPr>
          <p:spPr>
            <a:xfrm>
              <a:off x="393191" y="678179"/>
              <a:ext cx="8357616" cy="12710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96439" y="672083"/>
              <a:ext cx="5195316" cy="178612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199" y="704087"/>
              <a:ext cx="8229600" cy="11430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199" y="704087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0" y="1143000"/>
                  </a:moveTo>
                  <a:lnTo>
                    <a:pt x="8229600" y="1143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9144">
              <a:solidFill>
                <a:srgbClr val="0550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54352" y="691895"/>
              <a:ext cx="5079492" cy="167030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OBJ</a:t>
            </a:r>
            <a:r>
              <a:rPr spc="-505" dirty="0"/>
              <a:t>E</a:t>
            </a:r>
            <a:r>
              <a:rPr spc="-280" dirty="0"/>
              <a:t>CTIVE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35940" y="2252598"/>
            <a:ext cx="685800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15" dirty="0">
                <a:solidFill>
                  <a:srgbClr val="0AD0D9"/>
                </a:solidFill>
                <a:latin typeface="Arial"/>
                <a:cs typeface="Arial"/>
              </a:rPr>
              <a:t></a:t>
            </a:r>
            <a:r>
              <a:rPr sz="3600" spc="15" dirty="0">
                <a:latin typeface="Times New Roman"/>
                <a:cs typeface="Times New Roman"/>
              </a:rPr>
              <a:t>HOW </a:t>
            </a:r>
            <a:r>
              <a:rPr sz="3600" spc="125" dirty="0">
                <a:latin typeface="Times New Roman"/>
                <a:cs typeface="Times New Roman"/>
              </a:rPr>
              <a:t>TO </a:t>
            </a:r>
            <a:r>
              <a:rPr sz="3600" spc="-10" dirty="0">
                <a:latin typeface="Times New Roman"/>
                <a:cs typeface="Times New Roman"/>
              </a:rPr>
              <a:t>DEFINE </a:t>
            </a:r>
            <a:r>
              <a:rPr sz="3600" spc="-175" dirty="0">
                <a:latin typeface="Times New Roman"/>
                <a:cs typeface="Times New Roman"/>
              </a:rPr>
              <a:t>A</a:t>
            </a:r>
            <a:r>
              <a:rPr sz="3600" spc="-340" dirty="0">
                <a:latin typeface="Times New Roman"/>
                <a:cs typeface="Times New Roman"/>
              </a:rPr>
              <a:t> </a:t>
            </a:r>
            <a:r>
              <a:rPr sz="3600" spc="-15" dirty="0">
                <a:latin typeface="Times New Roman"/>
                <a:cs typeface="Times New Roman"/>
              </a:rPr>
              <a:t>FUNCTION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400" spc="15" dirty="0">
                <a:solidFill>
                  <a:srgbClr val="0AD0D9"/>
                </a:solidFill>
                <a:latin typeface="Arial"/>
                <a:cs typeface="Arial"/>
              </a:rPr>
              <a:t></a:t>
            </a:r>
            <a:r>
              <a:rPr sz="3600" spc="15" dirty="0">
                <a:latin typeface="Times New Roman"/>
                <a:cs typeface="Times New Roman"/>
              </a:rPr>
              <a:t>HOW </a:t>
            </a:r>
            <a:r>
              <a:rPr sz="3600" spc="125" dirty="0">
                <a:latin typeface="Times New Roman"/>
                <a:cs typeface="Times New Roman"/>
              </a:rPr>
              <a:t>TO </a:t>
            </a:r>
            <a:r>
              <a:rPr sz="3600" spc="-160" dirty="0">
                <a:latin typeface="Times New Roman"/>
                <a:cs typeface="Times New Roman"/>
              </a:rPr>
              <a:t>CALL </a:t>
            </a:r>
            <a:r>
              <a:rPr sz="3600" spc="-175" dirty="0">
                <a:latin typeface="Times New Roman"/>
                <a:cs typeface="Times New Roman"/>
              </a:rPr>
              <a:t>A</a:t>
            </a:r>
            <a:r>
              <a:rPr sz="3600" spc="-260" dirty="0">
                <a:latin typeface="Times New Roman"/>
                <a:cs typeface="Times New Roman"/>
              </a:rPr>
              <a:t> </a:t>
            </a:r>
            <a:r>
              <a:rPr sz="3600" spc="55" dirty="0">
                <a:latin typeface="Times New Roman"/>
                <a:cs typeface="Times New Roman"/>
              </a:rPr>
              <a:t>FUNCTION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400" spc="-20" dirty="0">
                <a:solidFill>
                  <a:srgbClr val="0AD0D9"/>
                </a:solidFill>
                <a:latin typeface="Arial"/>
                <a:cs typeface="Arial"/>
              </a:rPr>
              <a:t></a:t>
            </a:r>
            <a:r>
              <a:rPr sz="3600" spc="-20" dirty="0">
                <a:latin typeface="Times New Roman"/>
                <a:cs typeface="Times New Roman"/>
              </a:rPr>
              <a:t>FUNCTION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60" dirty="0">
                <a:latin typeface="Times New Roman"/>
                <a:cs typeface="Times New Roman"/>
              </a:rPr>
              <a:t>ARGUMENTS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400" spc="-20" dirty="0">
                <a:solidFill>
                  <a:srgbClr val="0AD0D9"/>
                </a:solidFill>
                <a:latin typeface="Arial"/>
                <a:cs typeface="Arial"/>
              </a:rPr>
              <a:t></a:t>
            </a:r>
            <a:r>
              <a:rPr sz="3600" spc="-20" dirty="0">
                <a:latin typeface="Times New Roman"/>
                <a:cs typeface="Times New Roman"/>
              </a:rPr>
              <a:t>FUNCTION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RECURSION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93191" y="678180"/>
            <a:ext cx="8357870" cy="1696720"/>
            <a:chOff x="393191" y="678180"/>
            <a:chExt cx="8357870" cy="1696720"/>
          </a:xfrm>
        </p:grpSpPr>
        <p:sp>
          <p:nvSpPr>
            <p:cNvPr id="9" name="object 9"/>
            <p:cNvSpPr/>
            <p:nvPr/>
          </p:nvSpPr>
          <p:spPr>
            <a:xfrm>
              <a:off x="393191" y="678180"/>
              <a:ext cx="8357616" cy="12710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93619" y="864108"/>
              <a:ext cx="4332732" cy="15102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199" y="704088"/>
              <a:ext cx="8229600" cy="11430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199" y="704088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0" y="1143000"/>
                  </a:moveTo>
                  <a:lnTo>
                    <a:pt x="8229600" y="1143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9144">
              <a:solidFill>
                <a:srgbClr val="0550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51531" y="883920"/>
              <a:ext cx="4216908" cy="13944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730754" y="1031189"/>
            <a:ext cx="342201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5" dirty="0"/>
              <a:t>FUNCTION</a:t>
            </a:r>
            <a:endParaRPr sz="5000"/>
          </a:p>
        </p:txBody>
      </p:sp>
      <p:sp>
        <p:nvSpPr>
          <p:cNvPr id="15" name="object 15"/>
          <p:cNvSpPr txBox="1"/>
          <p:nvPr/>
        </p:nvSpPr>
        <p:spPr>
          <a:xfrm>
            <a:off x="535940" y="2442184"/>
            <a:ext cx="7614920" cy="236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86360" indent="-274320">
              <a:lnSpc>
                <a:spcPct val="110000"/>
              </a:lnSpc>
              <a:spcBef>
                <a:spcPts val="100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40" dirty="0">
                <a:latin typeface="Times New Roman"/>
                <a:cs typeface="Times New Roman"/>
              </a:rPr>
              <a:t>FUNCTION </a:t>
            </a:r>
            <a:r>
              <a:rPr sz="2600" spc="-50" dirty="0">
                <a:latin typeface="Times New Roman"/>
                <a:cs typeface="Times New Roman"/>
              </a:rPr>
              <a:t>IS </a:t>
            </a:r>
            <a:r>
              <a:rPr sz="2600" spc="-125" dirty="0">
                <a:latin typeface="Times New Roman"/>
                <a:cs typeface="Times New Roman"/>
              </a:rPr>
              <a:t>A </a:t>
            </a:r>
            <a:r>
              <a:rPr sz="2600" spc="25" dirty="0">
                <a:latin typeface="Times New Roman"/>
                <a:cs typeface="Times New Roman"/>
              </a:rPr>
              <a:t>GROUP </a:t>
            </a:r>
            <a:r>
              <a:rPr sz="2600" spc="85" dirty="0">
                <a:latin typeface="Times New Roman"/>
                <a:cs typeface="Times New Roman"/>
              </a:rPr>
              <a:t>OF </a:t>
            </a:r>
            <a:r>
              <a:rPr sz="2600" spc="-75" dirty="0">
                <a:latin typeface="Times New Roman"/>
                <a:cs typeface="Times New Roman"/>
              </a:rPr>
              <a:t>RELATED  </a:t>
            </a:r>
            <a:r>
              <a:rPr sz="2600" spc="-70" dirty="0">
                <a:latin typeface="Times New Roman"/>
                <a:cs typeface="Times New Roman"/>
              </a:rPr>
              <a:t>STATEMENTS </a:t>
            </a:r>
            <a:r>
              <a:rPr sz="2600" spc="-20" dirty="0">
                <a:latin typeface="Times New Roman"/>
                <a:cs typeface="Times New Roman"/>
              </a:rPr>
              <a:t>THAT </a:t>
            </a:r>
            <a:r>
              <a:rPr sz="2600" spc="-15" dirty="0">
                <a:latin typeface="Times New Roman"/>
                <a:cs typeface="Times New Roman"/>
              </a:rPr>
              <a:t>PERFORM </a:t>
            </a:r>
            <a:r>
              <a:rPr sz="2600" spc="-125" dirty="0">
                <a:latin typeface="Times New Roman"/>
                <a:cs typeface="Times New Roman"/>
              </a:rPr>
              <a:t>A </a:t>
            </a:r>
            <a:r>
              <a:rPr sz="2600" spc="-45" dirty="0">
                <a:latin typeface="Times New Roman"/>
                <a:cs typeface="Times New Roman"/>
              </a:rPr>
              <a:t>SPECIFIC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TASK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AD0D9"/>
              </a:buClr>
              <a:buFont typeface="Arial"/>
              <a:buChar char=""/>
            </a:pP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10000"/>
              </a:lnSpc>
              <a:spcBef>
                <a:spcPts val="1689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25" dirty="0">
                <a:latin typeface="Times New Roman"/>
                <a:cs typeface="Times New Roman"/>
              </a:rPr>
              <a:t>FUNCTIONS </a:t>
            </a:r>
            <a:r>
              <a:rPr sz="2600" spc="5" dirty="0">
                <a:latin typeface="Times New Roman"/>
                <a:cs typeface="Times New Roman"/>
              </a:rPr>
              <a:t>HELP </a:t>
            </a:r>
            <a:r>
              <a:rPr sz="2600" spc="-130" dirty="0">
                <a:latin typeface="Times New Roman"/>
                <a:cs typeface="Times New Roman"/>
              </a:rPr>
              <a:t>BREAK </a:t>
            </a:r>
            <a:r>
              <a:rPr sz="2600" spc="60" dirty="0">
                <a:latin typeface="Times New Roman"/>
                <a:cs typeface="Times New Roman"/>
              </a:rPr>
              <a:t>OUR </a:t>
            </a:r>
            <a:r>
              <a:rPr sz="2600" spc="-25" dirty="0">
                <a:latin typeface="Times New Roman"/>
                <a:cs typeface="Times New Roman"/>
              </a:rPr>
              <a:t>PROGRAM </a:t>
            </a:r>
            <a:r>
              <a:rPr sz="2600" spc="-35" dirty="0">
                <a:latin typeface="Times New Roman"/>
                <a:cs typeface="Times New Roman"/>
              </a:rPr>
              <a:t>INTO  </a:t>
            </a:r>
            <a:r>
              <a:rPr sz="2600" spc="-95" dirty="0">
                <a:latin typeface="Times New Roman"/>
                <a:cs typeface="Times New Roman"/>
              </a:rPr>
              <a:t>SMALLER </a:t>
            </a:r>
            <a:r>
              <a:rPr sz="2600" spc="5" dirty="0">
                <a:latin typeface="Times New Roman"/>
                <a:cs typeface="Times New Roman"/>
              </a:rPr>
              <a:t>AND </a:t>
            </a:r>
            <a:r>
              <a:rPr sz="2600" spc="10" dirty="0">
                <a:latin typeface="Times New Roman"/>
                <a:cs typeface="Times New Roman"/>
              </a:rPr>
              <a:t>MODULAR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CHUCKS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6765" y="248411"/>
            <a:ext cx="9089390" cy="1724025"/>
            <a:chOff x="16765" y="248411"/>
            <a:chExt cx="9089390" cy="1724025"/>
          </a:xfrm>
        </p:grpSpPr>
        <p:sp>
          <p:nvSpPr>
            <p:cNvPr id="9" name="object 9"/>
            <p:cNvSpPr/>
            <p:nvPr/>
          </p:nvSpPr>
          <p:spPr>
            <a:xfrm>
              <a:off x="393192" y="248411"/>
              <a:ext cx="8510016" cy="12710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65" y="252983"/>
              <a:ext cx="9089136" cy="17190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274319"/>
              <a:ext cx="8382000" cy="11430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382000" cy="1143000"/>
          </a:xfrm>
          <a:prstGeom prst="rect">
            <a:avLst/>
          </a:prstGeom>
          <a:ln w="9144">
            <a:solidFill>
              <a:srgbClr val="055092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420"/>
              </a:spcBef>
            </a:pPr>
            <a:r>
              <a:rPr spc="-10" dirty="0"/>
              <a:t>DEFINING</a:t>
            </a:r>
            <a:r>
              <a:rPr spc="-70" dirty="0"/>
              <a:t> </a:t>
            </a:r>
            <a:r>
              <a:rPr spc="5" dirty="0"/>
              <a:t>FUNCTION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59740" y="1832383"/>
            <a:ext cx="7625715" cy="453263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970"/>
              </a:spcBef>
            </a:pPr>
            <a:r>
              <a:rPr sz="2400" spc="60" dirty="0">
                <a:solidFill>
                  <a:srgbClr val="FF0000"/>
                </a:solidFill>
                <a:latin typeface="Times New Roman"/>
                <a:cs typeface="Times New Roman"/>
              </a:rPr>
              <a:t>def</a:t>
            </a:r>
            <a:r>
              <a:rPr sz="24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Times New Roman"/>
                <a:cs typeface="Times New Roman"/>
              </a:rPr>
              <a:t>marks</a:t>
            </a:r>
            <a:r>
              <a:rPr sz="24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14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120" dirty="0">
                <a:solidFill>
                  <a:srgbClr val="FF0000"/>
                </a:solidFill>
                <a:latin typeface="Times New Roman"/>
                <a:cs typeface="Times New Roman"/>
              </a:rPr>
              <a:t>start</a:t>
            </a:r>
            <a:r>
              <a:rPr sz="24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endParaRPr sz="2400">
              <a:latin typeface="Times New Roman"/>
              <a:cs typeface="Times New Roman"/>
            </a:endParaRPr>
          </a:p>
          <a:p>
            <a:pPr marL="4585335" marR="464820" indent="-914400">
              <a:lnSpc>
                <a:spcPct val="101699"/>
              </a:lnSpc>
              <a:spcBef>
                <a:spcPts val="815"/>
              </a:spcBef>
            </a:pPr>
            <a:r>
              <a:rPr sz="2400" spc="100" dirty="0">
                <a:solidFill>
                  <a:srgbClr val="536321"/>
                </a:solidFill>
                <a:latin typeface="Times New Roman"/>
                <a:cs typeface="Times New Roman"/>
              </a:rPr>
              <a:t>function</a:t>
            </a:r>
            <a:r>
              <a:rPr sz="2400" spc="-45" dirty="0">
                <a:solidFill>
                  <a:srgbClr val="536321"/>
                </a:solidFill>
                <a:latin typeface="Times New Roman"/>
                <a:cs typeface="Times New Roman"/>
              </a:rPr>
              <a:t> </a:t>
            </a:r>
            <a:r>
              <a:rPr sz="2400" spc="140" dirty="0">
                <a:solidFill>
                  <a:srgbClr val="536321"/>
                </a:solidFill>
                <a:latin typeface="Times New Roman"/>
                <a:cs typeface="Times New Roman"/>
              </a:rPr>
              <a:t>name</a:t>
            </a:r>
            <a:r>
              <a:rPr sz="2400" spc="-95" dirty="0">
                <a:solidFill>
                  <a:srgbClr val="536321"/>
                </a:solidFill>
                <a:latin typeface="Times New Roman"/>
                <a:cs typeface="Times New Roman"/>
              </a:rPr>
              <a:t> </a:t>
            </a:r>
            <a:r>
              <a:rPr sz="2400" spc="120" dirty="0">
                <a:solidFill>
                  <a:srgbClr val="536321"/>
                </a:solidFill>
                <a:latin typeface="Times New Roman"/>
                <a:cs typeface="Times New Roman"/>
              </a:rPr>
              <a:t>to</a:t>
            </a:r>
            <a:r>
              <a:rPr sz="2400" spc="-110" dirty="0">
                <a:solidFill>
                  <a:srgbClr val="536321"/>
                </a:solidFill>
                <a:latin typeface="Times New Roman"/>
                <a:cs typeface="Times New Roman"/>
              </a:rPr>
              <a:t> </a:t>
            </a:r>
            <a:r>
              <a:rPr sz="2400" spc="80" dirty="0">
                <a:solidFill>
                  <a:srgbClr val="536321"/>
                </a:solidFill>
                <a:latin typeface="Times New Roman"/>
                <a:cs typeface="Times New Roman"/>
              </a:rPr>
              <a:t>uniquely  </a:t>
            </a:r>
            <a:r>
              <a:rPr sz="2400" spc="75" dirty="0">
                <a:solidFill>
                  <a:srgbClr val="536321"/>
                </a:solidFill>
                <a:latin typeface="Times New Roman"/>
                <a:cs typeface="Times New Roman"/>
              </a:rPr>
              <a:t>identify </a:t>
            </a:r>
            <a:r>
              <a:rPr sz="2400" spc="85" dirty="0">
                <a:solidFill>
                  <a:srgbClr val="536321"/>
                </a:solidFill>
                <a:latin typeface="Times New Roman"/>
                <a:cs typeface="Times New Roman"/>
              </a:rPr>
              <a:t>a</a:t>
            </a:r>
            <a:r>
              <a:rPr sz="2400" spc="-310" dirty="0">
                <a:solidFill>
                  <a:srgbClr val="536321"/>
                </a:solidFill>
                <a:latin typeface="Times New Roman"/>
                <a:cs typeface="Times New Roman"/>
              </a:rPr>
              <a:t> </a:t>
            </a:r>
            <a:r>
              <a:rPr sz="2400" spc="90" dirty="0">
                <a:solidFill>
                  <a:srgbClr val="536321"/>
                </a:solidFill>
                <a:latin typeface="Times New Roman"/>
                <a:cs typeface="Times New Roman"/>
              </a:rPr>
              <a:t>function.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708025" algn="ctr">
              <a:lnSpc>
                <a:spcPct val="100000"/>
              </a:lnSpc>
              <a:spcBef>
                <a:spcPts val="1710"/>
              </a:spcBef>
            </a:pPr>
            <a:r>
              <a:rPr sz="3200" b="1" spc="190" dirty="0">
                <a:solidFill>
                  <a:srgbClr val="FF0000"/>
                </a:solidFill>
                <a:latin typeface="Times New Roman"/>
                <a:cs typeface="Times New Roman"/>
              </a:rPr>
              <a:t>def </a:t>
            </a:r>
            <a:r>
              <a:rPr sz="3200" b="1" spc="204" dirty="0">
                <a:solidFill>
                  <a:srgbClr val="386F25"/>
                </a:solidFill>
                <a:latin typeface="Times New Roman"/>
                <a:cs typeface="Times New Roman"/>
              </a:rPr>
              <a:t>function_name </a:t>
            </a:r>
            <a:r>
              <a:rPr sz="3200" b="1" spc="150" dirty="0">
                <a:latin typeface="Times New Roman"/>
                <a:cs typeface="Times New Roman"/>
              </a:rPr>
              <a:t>(parameter)</a:t>
            </a:r>
            <a:r>
              <a:rPr sz="3200" b="1" spc="-545" dirty="0">
                <a:latin typeface="Times New Roman"/>
                <a:cs typeface="Times New Roman"/>
              </a:rPr>
              <a:t> </a:t>
            </a:r>
            <a:r>
              <a:rPr sz="3200" b="1" spc="-1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0"/>
              </a:spcBef>
            </a:pPr>
            <a:r>
              <a:rPr sz="2400" spc="100" dirty="0">
                <a:latin typeface="Times New Roman"/>
                <a:cs typeface="Times New Roman"/>
              </a:rPr>
              <a:t>Argument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Times New Roman"/>
                <a:cs typeface="Times New Roman"/>
              </a:rPr>
              <a:t>to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Times New Roman"/>
                <a:cs typeface="Times New Roman"/>
              </a:rPr>
              <a:t>pass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value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in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function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530"/>
              </a:spcBef>
            </a:pPr>
            <a:r>
              <a:rPr sz="2400" spc="60" dirty="0">
                <a:latin typeface="Times New Roman"/>
                <a:cs typeface="Times New Roman"/>
              </a:rPr>
              <a:t>colon(:)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114" dirty="0">
                <a:latin typeface="Times New Roman"/>
                <a:cs typeface="Times New Roman"/>
              </a:rPr>
              <a:t>mark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Times New Roman"/>
                <a:cs typeface="Times New Roman"/>
              </a:rPr>
              <a:t>end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R="15875" algn="r">
              <a:lnSpc>
                <a:spcPct val="100000"/>
              </a:lnSpc>
              <a:spcBef>
                <a:spcPts val="200"/>
              </a:spcBef>
            </a:pPr>
            <a:r>
              <a:rPr sz="2400" spc="100" dirty="0">
                <a:latin typeface="Times New Roman"/>
                <a:cs typeface="Times New Roman"/>
              </a:rPr>
              <a:t>function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Times New Roman"/>
                <a:cs typeface="Times New Roman"/>
              </a:rPr>
              <a:t>header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51680" y="2811398"/>
            <a:ext cx="574040" cy="1131570"/>
            <a:chOff x="4051680" y="2811398"/>
            <a:chExt cx="574040" cy="1131570"/>
          </a:xfrm>
        </p:grpSpPr>
        <p:sp>
          <p:nvSpPr>
            <p:cNvPr id="15" name="object 15"/>
            <p:cNvSpPr/>
            <p:nvPr/>
          </p:nvSpPr>
          <p:spPr>
            <a:xfrm>
              <a:off x="4064380" y="2824098"/>
              <a:ext cx="548640" cy="1106170"/>
            </a:xfrm>
            <a:custGeom>
              <a:avLst/>
              <a:gdLst/>
              <a:ahLst/>
              <a:cxnLst/>
              <a:rect l="l" t="t" r="r" b="b"/>
              <a:pathLst>
                <a:path w="548639" h="1106170">
                  <a:moveTo>
                    <a:pt x="389382" y="0"/>
                  </a:moveTo>
                  <a:lnTo>
                    <a:pt x="35306" y="961898"/>
                  </a:lnTo>
                  <a:lnTo>
                    <a:pt x="0" y="948944"/>
                  </a:lnTo>
                  <a:lnTo>
                    <a:pt x="72644" y="1106043"/>
                  </a:lnTo>
                  <a:lnTo>
                    <a:pt x="229743" y="1033526"/>
                  </a:lnTo>
                  <a:lnTo>
                    <a:pt x="194437" y="1020444"/>
                  </a:lnTo>
                  <a:lnTo>
                    <a:pt x="548513" y="58547"/>
                  </a:lnTo>
                  <a:lnTo>
                    <a:pt x="389382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64380" y="2824098"/>
              <a:ext cx="548640" cy="1106170"/>
            </a:xfrm>
            <a:custGeom>
              <a:avLst/>
              <a:gdLst/>
              <a:ahLst/>
              <a:cxnLst/>
              <a:rect l="l" t="t" r="r" b="b"/>
              <a:pathLst>
                <a:path w="548639" h="1106170">
                  <a:moveTo>
                    <a:pt x="0" y="948944"/>
                  </a:moveTo>
                  <a:lnTo>
                    <a:pt x="35306" y="961898"/>
                  </a:lnTo>
                  <a:lnTo>
                    <a:pt x="389382" y="0"/>
                  </a:lnTo>
                  <a:lnTo>
                    <a:pt x="548513" y="58547"/>
                  </a:lnTo>
                  <a:lnTo>
                    <a:pt x="194437" y="1020444"/>
                  </a:lnTo>
                  <a:lnTo>
                    <a:pt x="229743" y="1033526"/>
                  </a:lnTo>
                  <a:lnTo>
                    <a:pt x="72644" y="1106043"/>
                  </a:lnTo>
                  <a:lnTo>
                    <a:pt x="0" y="948944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740407" y="2350007"/>
            <a:ext cx="330835" cy="1473835"/>
            <a:chOff x="1740407" y="2350007"/>
            <a:chExt cx="330835" cy="1473835"/>
          </a:xfrm>
        </p:grpSpPr>
        <p:sp>
          <p:nvSpPr>
            <p:cNvPr id="18" name="object 18"/>
            <p:cNvSpPr/>
            <p:nvPr/>
          </p:nvSpPr>
          <p:spPr>
            <a:xfrm>
              <a:off x="1753361" y="2362961"/>
              <a:ext cx="304800" cy="1447800"/>
            </a:xfrm>
            <a:custGeom>
              <a:avLst/>
              <a:gdLst/>
              <a:ahLst/>
              <a:cxnLst/>
              <a:rect l="l" t="t" r="r" b="b"/>
              <a:pathLst>
                <a:path w="304800" h="1447800">
                  <a:moveTo>
                    <a:pt x="228600" y="0"/>
                  </a:moveTo>
                  <a:lnTo>
                    <a:pt x="76200" y="0"/>
                  </a:lnTo>
                  <a:lnTo>
                    <a:pt x="76200" y="1295400"/>
                  </a:lnTo>
                  <a:lnTo>
                    <a:pt x="0" y="1295400"/>
                  </a:lnTo>
                  <a:lnTo>
                    <a:pt x="152400" y="1447800"/>
                  </a:lnTo>
                  <a:lnTo>
                    <a:pt x="304800" y="1295400"/>
                  </a:lnTo>
                  <a:lnTo>
                    <a:pt x="228600" y="1295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53361" y="2362961"/>
              <a:ext cx="304800" cy="1447800"/>
            </a:xfrm>
            <a:custGeom>
              <a:avLst/>
              <a:gdLst/>
              <a:ahLst/>
              <a:cxnLst/>
              <a:rect l="l" t="t" r="r" b="b"/>
              <a:pathLst>
                <a:path w="304800" h="1447800">
                  <a:moveTo>
                    <a:pt x="0" y="1295400"/>
                  </a:moveTo>
                  <a:lnTo>
                    <a:pt x="76200" y="129540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1295400"/>
                  </a:lnTo>
                  <a:lnTo>
                    <a:pt x="304800" y="1295400"/>
                  </a:lnTo>
                  <a:lnTo>
                    <a:pt x="152400" y="1447800"/>
                  </a:lnTo>
                  <a:lnTo>
                    <a:pt x="0" y="1295400"/>
                  </a:lnTo>
                  <a:close/>
                </a:path>
              </a:pathLst>
            </a:custGeom>
            <a:ln w="25908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604892" y="4269485"/>
            <a:ext cx="1076325" cy="821055"/>
            <a:chOff x="4604892" y="4269485"/>
            <a:chExt cx="1076325" cy="821055"/>
          </a:xfrm>
        </p:grpSpPr>
        <p:sp>
          <p:nvSpPr>
            <p:cNvPr id="21" name="object 21"/>
            <p:cNvSpPr/>
            <p:nvPr/>
          </p:nvSpPr>
          <p:spPr>
            <a:xfrm>
              <a:off x="4617592" y="4282185"/>
              <a:ext cx="1050925" cy="795655"/>
            </a:xfrm>
            <a:custGeom>
              <a:avLst/>
              <a:gdLst/>
              <a:ahLst/>
              <a:cxnLst/>
              <a:rect l="l" t="t" r="r" b="b"/>
              <a:pathLst>
                <a:path w="1050925" h="795654">
                  <a:moveTo>
                    <a:pt x="826135" y="0"/>
                  </a:moveTo>
                  <a:lnTo>
                    <a:pt x="871728" y="66801"/>
                  </a:lnTo>
                  <a:lnTo>
                    <a:pt x="0" y="661796"/>
                  </a:lnTo>
                  <a:lnTo>
                    <a:pt x="91186" y="795401"/>
                  </a:lnTo>
                  <a:lnTo>
                    <a:pt x="962914" y="200278"/>
                  </a:lnTo>
                  <a:lnTo>
                    <a:pt x="1008380" y="267081"/>
                  </a:lnTo>
                  <a:lnTo>
                    <a:pt x="1050798" y="42290"/>
                  </a:lnTo>
                  <a:lnTo>
                    <a:pt x="826135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17592" y="4282185"/>
              <a:ext cx="1050925" cy="795655"/>
            </a:xfrm>
            <a:custGeom>
              <a:avLst/>
              <a:gdLst/>
              <a:ahLst/>
              <a:cxnLst/>
              <a:rect l="l" t="t" r="r" b="b"/>
              <a:pathLst>
                <a:path w="1050925" h="795654">
                  <a:moveTo>
                    <a:pt x="1008380" y="267081"/>
                  </a:moveTo>
                  <a:lnTo>
                    <a:pt x="962914" y="200278"/>
                  </a:lnTo>
                  <a:lnTo>
                    <a:pt x="91186" y="795401"/>
                  </a:lnTo>
                  <a:lnTo>
                    <a:pt x="0" y="661796"/>
                  </a:lnTo>
                  <a:lnTo>
                    <a:pt x="871728" y="66801"/>
                  </a:lnTo>
                  <a:lnTo>
                    <a:pt x="826135" y="0"/>
                  </a:lnTo>
                  <a:lnTo>
                    <a:pt x="1050798" y="42290"/>
                  </a:lnTo>
                  <a:lnTo>
                    <a:pt x="1008380" y="267081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531607" y="4255008"/>
            <a:ext cx="378460" cy="1214755"/>
            <a:chOff x="7531607" y="4255008"/>
            <a:chExt cx="378460" cy="1214755"/>
          </a:xfrm>
        </p:grpSpPr>
        <p:sp>
          <p:nvSpPr>
            <p:cNvPr id="24" name="object 24"/>
            <p:cNvSpPr/>
            <p:nvPr/>
          </p:nvSpPr>
          <p:spPr>
            <a:xfrm>
              <a:off x="7544561" y="4267962"/>
              <a:ext cx="352425" cy="1188720"/>
            </a:xfrm>
            <a:custGeom>
              <a:avLst/>
              <a:gdLst/>
              <a:ahLst/>
              <a:cxnLst/>
              <a:rect l="l" t="t" r="r" b="b"/>
              <a:pathLst>
                <a:path w="352425" h="1188720">
                  <a:moveTo>
                    <a:pt x="176022" y="0"/>
                  </a:moveTo>
                  <a:lnTo>
                    <a:pt x="0" y="176021"/>
                  </a:lnTo>
                  <a:lnTo>
                    <a:pt x="88011" y="176021"/>
                  </a:lnTo>
                  <a:lnTo>
                    <a:pt x="88011" y="1188720"/>
                  </a:lnTo>
                  <a:lnTo>
                    <a:pt x="264033" y="1188720"/>
                  </a:lnTo>
                  <a:lnTo>
                    <a:pt x="264033" y="176021"/>
                  </a:lnTo>
                  <a:lnTo>
                    <a:pt x="352044" y="176021"/>
                  </a:lnTo>
                  <a:lnTo>
                    <a:pt x="176022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44561" y="4267962"/>
              <a:ext cx="352425" cy="1188720"/>
            </a:xfrm>
            <a:custGeom>
              <a:avLst/>
              <a:gdLst/>
              <a:ahLst/>
              <a:cxnLst/>
              <a:rect l="l" t="t" r="r" b="b"/>
              <a:pathLst>
                <a:path w="352425" h="1188720">
                  <a:moveTo>
                    <a:pt x="352044" y="176021"/>
                  </a:moveTo>
                  <a:lnTo>
                    <a:pt x="264033" y="176021"/>
                  </a:lnTo>
                  <a:lnTo>
                    <a:pt x="264033" y="1188720"/>
                  </a:lnTo>
                  <a:lnTo>
                    <a:pt x="88011" y="1188720"/>
                  </a:lnTo>
                  <a:lnTo>
                    <a:pt x="88011" y="176021"/>
                  </a:lnTo>
                  <a:lnTo>
                    <a:pt x="0" y="176021"/>
                  </a:lnTo>
                  <a:lnTo>
                    <a:pt x="176022" y="0"/>
                  </a:lnTo>
                  <a:lnTo>
                    <a:pt x="352044" y="176021"/>
                  </a:lnTo>
                  <a:close/>
                </a:path>
              </a:pathLst>
            </a:custGeom>
            <a:ln w="25908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0" y="678180"/>
            <a:ext cx="8848725" cy="1678305"/>
            <a:chOff x="0" y="678180"/>
            <a:chExt cx="8848725" cy="1678305"/>
          </a:xfrm>
        </p:grpSpPr>
        <p:sp>
          <p:nvSpPr>
            <p:cNvPr id="9" name="object 9"/>
            <p:cNvSpPr/>
            <p:nvPr/>
          </p:nvSpPr>
          <p:spPr>
            <a:xfrm>
              <a:off x="393192" y="678180"/>
              <a:ext cx="8357616" cy="12710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797052"/>
              <a:ext cx="8848345" cy="15590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199" y="704088"/>
              <a:ext cx="8229600" cy="11430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57200" y="704087"/>
            <a:ext cx="8229600" cy="1143000"/>
          </a:xfrm>
          <a:prstGeom prst="rect">
            <a:avLst/>
          </a:prstGeom>
          <a:ln w="9144">
            <a:solidFill>
              <a:srgbClr val="055092"/>
            </a:solidFill>
          </a:ln>
        </p:spPr>
        <p:txBody>
          <a:bodyPr vert="horz" wrap="square" lIns="0" tIns="275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70"/>
              </a:spcBef>
            </a:pPr>
            <a:r>
              <a:rPr sz="5400" b="0" spc="-160" dirty="0">
                <a:solidFill>
                  <a:srgbClr val="000000"/>
                </a:solidFill>
                <a:latin typeface="Times New Roman"/>
                <a:cs typeface="Times New Roman"/>
              </a:rPr>
              <a:t>EXAMPLE </a:t>
            </a:r>
            <a:r>
              <a:rPr sz="5400" b="0" spc="17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5400" b="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5400" b="0" spc="85" dirty="0">
                <a:solidFill>
                  <a:srgbClr val="000000"/>
                </a:solidFill>
                <a:latin typeface="Times New Roman"/>
                <a:cs typeface="Times New Roman"/>
              </a:rPr>
              <a:t>FUNCTION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7660" y="3134690"/>
            <a:ext cx="6746240" cy="1476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955" algn="ctr">
              <a:lnSpc>
                <a:spcPct val="100000"/>
              </a:lnSpc>
              <a:spcBef>
                <a:spcPts val="95"/>
              </a:spcBef>
            </a:pPr>
            <a:r>
              <a:rPr sz="2800" spc="65" dirty="0">
                <a:solidFill>
                  <a:srgbClr val="FF0000"/>
                </a:solidFill>
                <a:latin typeface="Times New Roman"/>
                <a:cs typeface="Times New Roman"/>
              </a:rPr>
              <a:t>def </a:t>
            </a:r>
            <a:r>
              <a:rPr sz="2800" spc="100" dirty="0">
                <a:latin typeface="Times New Roman"/>
                <a:cs typeface="Times New Roman"/>
              </a:rPr>
              <a:t>greet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110" dirty="0">
                <a:latin typeface="Times New Roman"/>
                <a:cs typeface="Times New Roman"/>
              </a:rPr>
              <a:t>(name):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25" dirty="0">
                <a:latin typeface="Times New Roman"/>
                <a:cs typeface="Times New Roman"/>
              </a:rPr>
              <a:t>print(“Hello,” </a:t>
            </a:r>
            <a:r>
              <a:rPr sz="2800" spc="-40" dirty="0">
                <a:latin typeface="Times New Roman"/>
                <a:cs typeface="Times New Roman"/>
              </a:rPr>
              <a:t>+ </a:t>
            </a:r>
            <a:r>
              <a:rPr sz="2800" spc="165" dirty="0">
                <a:latin typeface="Times New Roman"/>
                <a:cs typeface="Times New Roman"/>
              </a:rPr>
              <a:t>name </a:t>
            </a:r>
            <a:r>
              <a:rPr sz="2800" spc="-135" dirty="0">
                <a:latin typeface="Times New Roman"/>
                <a:cs typeface="Times New Roman"/>
              </a:rPr>
              <a:t>+” </a:t>
            </a:r>
            <a:r>
              <a:rPr sz="2800" spc="15" dirty="0">
                <a:latin typeface="Times New Roman"/>
                <a:cs typeface="Times New Roman"/>
              </a:rPr>
              <a:t>. </a:t>
            </a:r>
            <a:r>
              <a:rPr sz="2800" spc="85" dirty="0">
                <a:latin typeface="Times New Roman"/>
                <a:cs typeface="Times New Roman"/>
              </a:rPr>
              <a:t>Good</a:t>
            </a:r>
            <a:r>
              <a:rPr sz="2800" spc="-185" dirty="0">
                <a:latin typeface="Times New Roman"/>
                <a:cs typeface="Times New Roman"/>
              </a:rPr>
              <a:t> </a:t>
            </a:r>
            <a:r>
              <a:rPr sz="2800" spc="65" dirty="0">
                <a:latin typeface="Times New Roman"/>
                <a:cs typeface="Times New Roman"/>
              </a:rPr>
              <a:t>afternoon!”)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87095" y="678180"/>
            <a:ext cx="8368665" cy="1678305"/>
            <a:chOff x="387095" y="678180"/>
            <a:chExt cx="8368665" cy="1678305"/>
          </a:xfrm>
        </p:grpSpPr>
        <p:sp>
          <p:nvSpPr>
            <p:cNvPr id="9" name="object 9"/>
            <p:cNvSpPr/>
            <p:nvPr/>
          </p:nvSpPr>
          <p:spPr>
            <a:xfrm>
              <a:off x="393191" y="678180"/>
              <a:ext cx="8357616" cy="12710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7095" y="797052"/>
              <a:ext cx="8368283" cy="15590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199" y="704088"/>
              <a:ext cx="8229600" cy="11430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57200" y="704087"/>
            <a:ext cx="8229600" cy="1143000"/>
          </a:xfrm>
          <a:prstGeom prst="rect">
            <a:avLst/>
          </a:prstGeom>
          <a:ln w="9144">
            <a:solidFill>
              <a:srgbClr val="055092"/>
            </a:solidFill>
          </a:ln>
        </p:spPr>
        <p:txBody>
          <a:bodyPr vert="horz" wrap="square" lIns="0" tIns="275590" rIns="0" bIns="0" rtlCol="0">
            <a:spAutoFit/>
          </a:bodyPr>
          <a:lstStyle/>
          <a:p>
            <a:pPr marL="400685">
              <a:lnSpc>
                <a:spcPct val="100000"/>
              </a:lnSpc>
              <a:spcBef>
                <a:spcPts val="2170"/>
              </a:spcBef>
            </a:pPr>
            <a:r>
              <a:rPr sz="5400" spc="-229" dirty="0"/>
              <a:t>CALLING </a:t>
            </a:r>
            <a:r>
              <a:rPr sz="5400" spc="-285" dirty="0"/>
              <a:t>A</a:t>
            </a:r>
            <a:r>
              <a:rPr sz="5400" spc="-110" dirty="0"/>
              <a:t> </a:t>
            </a:r>
            <a:r>
              <a:rPr sz="5400" spc="5" dirty="0"/>
              <a:t>FUNCTION</a:t>
            </a:r>
            <a:endParaRPr sz="5400"/>
          </a:p>
        </p:txBody>
      </p:sp>
      <p:sp>
        <p:nvSpPr>
          <p:cNvPr id="13" name="object 13"/>
          <p:cNvSpPr txBox="1"/>
          <p:nvPr/>
        </p:nvSpPr>
        <p:spPr>
          <a:xfrm>
            <a:off x="535940" y="2300726"/>
            <a:ext cx="8060690" cy="382841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800" b="1" spc="35" dirty="0">
                <a:latin typeface="Times New Roman"/>
                <a:cs typeface="Times New Roman"/>
              </a:rPr>
              <a:t>HOW </a:t>
            </a:r>
            <a:r>
              <a:rPr sz="2800" b="1" spc="-20" dirty="0">
                <a:latin typeface="Times New Roman"/>
                <a:cs typeface="Times New Roman"/>
              </a:rPr>
              <a:t>TO </a:t>
            </a:r>
            <a:r>
              <a:rPr sz="2800" b="1" spc="-210" dirty="0">
                <a:latin typeface="Times New Roman"/>
                <a:cs typeface="Times New Roman"/>
              </a:rPr>
              <a:t>CALL </a:t>
            </a:r>
            <a:r>
              <a:rPr sz="2800" b="1" spc="-155" dirty="0">
                <a:latin typeface="Times New Roman"/>
                <a:cs typeface="Times New Roman"/>
              </a:rPr>
              <a:t>A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FUNCTION?</a:t>
            </a:r>
            <a:endParaRPr sz="2800">
              <a:latin typeface="Times New Roman"/>
              <a:cs typeface="Times New Roman"/>
            </a:endParaRPr>
          </a:p>
          <a:p>
            <a:pPr marL="286385" marR="5080" indent="55880">
              <a:lnSpc>
                <a:spcPts val="2810"/>
              </a:lnSpc>
              <a:spcBef>
                <a:spcPts val="680"/>
              </a:spcBef>
            </a:pPr>
            <a:r>
              <a:rPr sz="2600" spc="125" dirty="0">
                <a:latin typeface="Times New Roman"/>
                <a:cs typeface="Times New Roman"/>
              </a:rPr>
              <a:t>Once </a:t>
            </a:r>
            <a:r>
              <a:rPr sz="2600" spc="30" dirty="0">
                <a:latin typeface="Times New Roman"/>
                <a:cs typeface="Times New Roman"/>
              </a:rPr>
              <a:t>we </a:t>
            </a:r>
            <a:r>
              <a:rPr sz="2600" spc="60" dirty="0">
                <a:latin typeface="Times New Roman"/>
                <a:cs typeface="Times New Roman"/>
              </a:rPr>
              <a:t>have </a:t>
            </a:r>
            <a:r>
              <a:rPr sz="2600" spc="105" dirty="0">
                <a:latin typeface="Times New Roman"/>
                <a:cs typeface="Times New Roman"/>
              </a:rPr>
              <a:t>defined </a:t>
            </a:r>
            <a:r>
              <a:rPr sz="2600" spc="95" dirty="0">
                <a:latin typeface="Times New Roman"/>
                <a:cs typeface="Times New Roman"/>
              </a:rPr>
              <a:t>a </a:t>
            </a:r>
            <a:r>
              <a:rPr sz="2600" spc="100" dirty="0">
                <a:latin typeface="Times New Roman"/>
                <a:cs typeface="Times New Roman"/>
              </a:rPr>
              <a:t>function, </a:t>
            </a:r>
            <a:r>
              <a:rPr sz="2600" spc="30" dirty="0">
                <a:latin typeface="Times New Roman"/>
                <a:cs typeface="Times New Roman"/>
              </a:rPr>
              <a:t>we </a:t>
            </a:r>
            <a:r>
              <a:rPr sz="2600" spc="114" dirty="0">
                <a:latin typeface="Times New Roman"/>
                <a:cs typeface="Times New Roman"/>
              </a:rPr>
              <a:t>can </a:t>
            </a:r>
            <a:r>
              <a:rPr sz="2600" spc="35" dirty="0">
                <a:latin typeface="Times New Roman"/>
                <a:cs typeface="Times New Roman"/>
              </a:rPr>
              <a:t>call </a:t>
            </a:r>
            <a:r>
              <a:rPr sz="2600" spc="95" dirty="0">
                <a:latin typeface="Times New Roman"/>
                <a:cs typeface="Times New Roman"/>
              </a:rPr>
              <a:t>it </a:t>
            </a:r>
            <a:r>
              <a:rPr sz="2600" spc="90" dirty="0">
                <a:latin typeface="Times New Roman"/>
                <a:cs typeface="Times New Roman"/>
              </a:rPr>
              <a:t>from  </a:t>
            </a:r>
            <a:r>
              <a:rPr sz="2600" spc="145" dirty="0">
                <a:latin typeface="Times New Roman"/>
                <a:cs typeface="Times New Roman"/>
              </a:rPr>
              <a:t>another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function,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10" dirty="0">
                <a:latin typeface="Times New Roman"/>
                <a:cs typeface="Times New Roman"/>
              </a:rPr>
              <a:t>program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114" dirty="0">
                <a:latin typeface="Times New Roman"/>
                <a:cs typeface="Times New Roman"/>
              </a:rPr>
              <a:t>or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70" dirty="0">
                <a:latin typeface="Times New Roman"/>
                <a:cs typeface="Times New Roman"/>
              </a:rPr>
              <a:t>even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16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20" dirty="0">
                <a:latin typeface="Times New Roman"/>
                <a:cs typeface="Times New Roman"/>
              </a:rPr>
              <a:t>Python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135" dirty="0">
                <a:latin typeface="Times New Roman"/>
                <a:cs typeface="Times New Roman"/>
              </a:rPr>
              <a:t>prompt.</a:t>
            </a:r>
            <a:endParaRPr sz="2600">
              <a:latin typeface="Times New Roman"/>
              <a:cs typeface="Times New Roman"/>
            </a:endParaRPr>
          </a:p>
          <a:p>
            <a:pPr marL="286385" marR="470534">
              <a:lnSpc>
                <a:spcPts val="2810"/>
              </a:lnSpc>
              <a:spcBef>
                <a:spcPts val="625"/>
              </a:spcBef>
            </a:pPr>
            <a:r>
              <a:rPr sz="2600" spc="-60" dirty="0">
                <a:latin typeface="Times New Roman"/>
                <a:cs typeface="Times New Roman"/>
              </a:rPr>
              <a:t>To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call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114" dirty="0">
                <a:latin typeface="Times New Roman"/>
                <a:cs typeface="Times New Roman"/>
              </a:rPr>
              <a:t>function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we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simply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type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160" dirty="0">
                <a:latin typeface="Times New Roman"/>
                <a:cs typeface="Times New Roman"/>
              </a:rPr>
              <a:t>the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114" dirty="0">
                <a:latin typeface="Times New Roman"/>
                <a:cs typeface="Times New Roman"/>
              </a:rPr>
              <a:t>function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50" dirty="0">
                <a:latin typeface="Times New Roman"/>
                <a:cs typeface="Times New Roman"/>
              </a:rPr>
              <a:t>name  </a:t>
            </a:r>
            <a:r>
              <a:rPr sz="2600" spc="110" dirty="0">
                <a:latin typeface="Times New Roman"/>
                <a:cs typeface="Times New Roman"/>
              </a:rPr>
              <a:t>with appropriate</a:t>
            </a:r>
            <a:r>
              <a:rPr sz="2600" spc="-340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parameters.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6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&gt;&gt;&gt;</a:t>
            </a:r>
            <a:r>
              <a:rPr sz="2600" b="1" spc="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spc="-45" dirty="0">
                <a:solidFill>
                  <a:srgbClr val="00AF50"/>
                </a:solidFill>
                <a:latin typeface="Arial"/>
                <a:cs typeface="Arial"/>
              </a:rPr>
              <a:t>greet(“everyone")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5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600" b="1" spc="85" dirty="0">
                <a:solidFill>
                  <a:srgbClr val="00AF50"/>
                </a:solidFill>
                <a:latin typeface="Times New Roman"/>
                <a:cs typeface="Times New Roman"/>
              </a:rPr>
              <a:t>&gt;&gt;&gt;Hello, </a:t>
            </a:r>
            <a:r>
              <a:rPr sz="2600" b="1" spc="140" dirty="0">
                <a:solidFill>
                  <a:srgbClr val="00AF50"/>
                </a:solidFill>
                <a:latin typeface="Times New Roman"/>
                <a:cs typeface="Times New Roman"/>
              </a:rPr>
              <a:t>everyone. </a:t>
            </a:r>
            <a:r>
              <a:rPr sz="2600" b="1" spc="145" dirty="0">
                <a:solidFill>
                  <a:srgbClr val="00AF50"/>
                </a:solidFill>
                <a:latin typeface="Times New Roman"/>
                <a:cs typeface="Times New Roman"/>
              </a:rPr>
              <a:t>Good</a:t>
            </a:r>
            <a:r>
              <a:rPr sz="2600" b="1" spc="-4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b="1" spc="135" dirty="0">
                <a:solidFill>
                  <a:srgbClr val="00AF50"/>
                </a:solidFill>
                <a:latin typeface="Times New Roman"/>
                <a:cs typeface="Times New Roman"/>
              </a:rPr>
              <a:t>afternoon!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93191" y="678180"/>
            <a:ext cx="8357870" cy="1724025"/>
            <a:chOff x="393191" y="678180"/>
            <a:chExt cx="8357870" cy="1724025"/>
          </a:xfrm>
        </p:grpSpPr>
        <p:sp>
          <p:nvSpPr>
            <p:cNvPr id="9" name="object 9"/>
            <p:cNvSpPr/>
            <p:nvPr/>
          </p:nvSpPr>
          <p:spPr>
            <a:xfrm>
              <a:off x="393191" y="678180"/>
              <a:ext cx="8357616" cy="12710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34768" y="682752"/>
              <a:ext cx="4474463" cy="17190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199" y="704088"/>
              <a:ext cx="8229600" cy="11430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57200" y="704087"/>
            <a:ext cx="8229600" cy="1143000"/>
          </a:xfrm>
          <a:prstGeom prst="rect">
            <a:avLst/>
          </a:prstGeom>
          <a:ln w="9144">
            <a:solidFill>
              <a:srgbClr val="055092"/>
            </a:solidFill>
          </a:ln>
        </p:spPr>
        <p:txBody>
          <a:bodyPr vert="horz" wrap="square" lIns="0" tIns="17970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415"/>
              </a:spcBef>
            </a:pPr>
            <a:r>
              <a:rPr b="0" spc="-175" dirty="0">
                <a:solidFill>
                  <a:srgbClr val="000000"/>
                </a:solidFill>
                <a:latin typeface="Times New Roman"/>
                <a:cs typeface="Times New Roman"/>
              </a:rPr>
              <a:t>EXAMPLE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5940" y="2226691"/>
            <a:ext cx="4561840" cy="404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265" marR="2762885" indent="-203200">
              <a:lnSpc>
                <a:spcPct val="100000"/>
              </a:lnSpc>
              <a:spcBef>
                <a:spcPts val="95"/>
              </a:spcBef>
            </a:pPr>
            <a:r>
              <a:rPr sz="2200" spc="50" dirty="0">
                <a:latin typeface="Times New Roman"/>
                <a:cs typeface="Times New Roman"/>
              </a:rPr>
              <a:t>def </a:t>
            </a:r>
            <a:r>
              <a:rPr sz="2200" spc="45" dirty="0">
                <a:latin typeface="Times New Roman"/>
                <a:cs typeface="Times New Roman"/>
              </a:rPr>
              <a:t>my_func():  </a:t>
            </a:r>
            <a:r>
              <a:rPr sz="2200" spc="-45" dirty="0">
                <a:latin typeface="Times New Roman"/>
                <a:cs typeface="Times New Roman"/>
              </a:rPr>
              <a:t>x </a:t>
            </a:r>
            <a:r>
              <a:rPr sz="2200" spc="-30" dirty="0">
                <a:latin typeface="Times New Roman"/>
                <a:cs typeface="Times New Roman"/>
              </a:rPr>
              <a:t>=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65" dirty="0">
                <a:latin typeface="Times New Roman"/>
                <a:cs typeface="Times New Roman"/>
              </a:rPr>
              <a:t>10</a:t>
            </a:r>
            <a:endParaRPr sz="2200">
              <a:latin typeface="Times New Roman"/>
              <a:cs typeface="Times New Roman"/>
            </a:endParaRPr>
          </a:p>
          <a:p>
            <a:pPr marL="213360" marR="3408045" indent="1270">
              <a:lnSpc>
                <a:spcPct val="100000"/>
              </a:lnSpc>
            </a:pPr>
            <a:r>
              <a:rPr sz="2200" spc="45" dirty="0">
                <a:latin typeface="Times New Roman"/>
                <a:cs typeface="Times New Roman"/>
              </a:rPr>
              <a:t>global</a:t>
            </a:r>
            <a:r>
              <a:rPr sz="2200" spc="-15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y  y </a:t>
            </a:r>
            <a:r>
              <a:rPr sz="2200" spc="-30" dirty="0">
                <a:latin typeface="Times New Roman"/>
                <a:cs typeface="Times New Roman"/>
              </a:rPr>
              <a:t>=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15" dirty="0">
                <a:latin typeface="Times New Roman"/>
                <a:cs typeface="Times New Roman"/>
              </a:rPr>
              <a:t>20</a:t>
            </a:r>
            <a:endParaRPr sz="2200">
              <a:latin typeface="Times New Roman"/>
              <a:cs typeface="Times New Roman"/>
            </a:endParaRPr>
          </a:p>
          <a:p>
            <a:pPr marL="217804" marR="5080">
              <a:lnSpc>
                <a:spcPct val="100000"/>
              </a:lnSpc>
            </a:pPr>
            <a:r>
              <a:rPr sz="2200" spc="45" dirty="0">
                <a:latin typeface="Times New Roman"/>
                <a:cs typeface="Times New Roman"/>
              </a:rPr>
              <a:t>print("Value </a:t>
            </a:r>
            <a:r>
              <a:rPr sz="2200" spc="15" dirty="0">
                <a:latin typeface="Times New Roman"/>
                <a:cs typeface="Times New Roman"/>
              </a:rPr>
              <a:t>of </a:t>
            </a:r>
            <a:r>
              <a:rPr sz="2200" spc="-45" dirty="0">
                <a:latin typeface="Times New Roman"/>
                <a:cs typeface="Times New Roman"/>
              </a:rPr>
              <a:t>y </a:t>
            </a:r>
            <a:r>
              <a:rPr sz="2200" spc="75" dirty="0">
                <a:latin typeface="Times New Roman"/>
                <a:cs typeface="Times New Roman"/>
              </a:rPr>
              <a:t>inside</a:t>
            </a:r>
            <a:r>
              <a:rPr sz="2200" spc="-310" dirty="0">
                <a:latin typeface="Times New Roman"/>
                <a:cs typeface="Times New Roman"/>
              </a:rPr>
              <a:t> </a:t>
            </a:r>
            <a:r>
              <a:rPr sz="2200" spc="45" dirty="0">
                <a:latin typeface="Times New Roman"/>
                <a:cs typeface="Times New Roman"/>
              </a:rPr>
              <a:t>function:",x)  print("Value </a:t>
            </a:r>
            <a:r>
              <a:rPr sz="2200" spc="15" dirty="0">
                <a:latin typeface="Times New Roman"/>
                <a:cs typeface="Times New Roman"/>
              </a:rPr>
              <a:t>of </a:t>
            </a:r>
            <a:r>
              <a:rPr sz="2200" spc="-45" dirty="0">
                <a:latin typeface="Times New Roman"/>
                <a:cs typeface="Times New Roman"/>
              </a:rPr>
              <a:t>y </a:t>
            </a:r>
            <a:r>
              <a:rPr sz="2200" spc="75" dirty="0">
                <a:latin typeface="Times New Roman"/>
                <a:cs typeface="Times New Roman"/>
              </a:rPr>
              <a:t>inside</a:t>
            </a:r>
            <a:r>
              <a:rPr sz="2200" spc="-310" dirty="0">
                <a:latin typeface="Times New Roman"/>
                <a:cs typeface="Times New Roman"/>
              </a:rPr>
              <a:t> </a:t>
            </a:r>
            <a:r>
              <a:rPr sz="2200" spc="45" dirty="0">
                <a:latin typeface="Times New Roman"/>
                <a:cs typeface="Times New Roman"/>
              </a:rPr>
              <a:t>function:",y)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45" dirty="0">
                <a:latin typeface="Times New Roman"/>
                <a:cs typeface="Times New Roman"/>
              </a:rPr>
              <a:t>x </a:t>
            </a:r>
            <a:r>
              <a:rPr sz="2200" spc="-30" dirty="0">
                <a:latin typeface="Times New Roman"/>
                <a:cs typeface="Times New Roman"/>
              </a:rPr>
              <a:t>=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15" dirty="0">
                <a:latin typeface="Times New Roman"/>
                <a:cs typeface="Times New Roman"/>
              </a:rPr>
              <a:t>20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45" dirty="0">
                <a:latin typeface="Times New Roman"/>
                <a:cs typeface="Times New Roman"/>
              </a:rPr>
              <a:t>y </a:t>
            </a:r>
            <a:r>
              <a:rPr sz="2200" spc="-30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165" dirty="0">
                <a:latin typeface="Times New Roman"/>
                <a:cs typeface="Times New Roman"/>
              </a:rPr>
              <a:t>10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60" dirty="0">
                <a:latin typeface="Times New Roman"/>
                <a:cs typeface="Times New Roman"/>
              </a:rPr>
              <a:t>my_func()</a:t>
            </a:r>
            <a:endParaRPr sz="2200">
              <a:latin typeface="Times New Roman"/>
              <a:cs typeface="Times New Roman"/>
            </a:endParaRPr>
          </a:p>
          <a:p>
            <a:pPr marL="12700" marR="50165">
              <a:lnSpc>
                <a:spcPct val="100000"/>
              </a:lnSpc>
            </a:pPr>
            <a:r>
              <a:rPr sz="2200" spc="45" dirty="0">
                <a:latin typeface="Times New Roman"/>
                <a:cs typeface="Times New Roman"/>
              </a:rPr>
              <a:t>print("Value </a:t>
            </a:r>
            <a:r>
              <a:rPr sz="2200" spc="15" dirty="0">
                <a:latin typeface="Times New Roman"/>
                <a:cs typeface="Times New Roman"/>
              </a:rPr>
              <a:t>of </a:t>
            </a:r>
            <a:r>
              <a:rPr sz="2200" spc="-45" dirty="0">
                <a:latin typeface="Times New Roman"/>
                <a:cs typeface="Times New Roman"/>
              </a:rPr>
              <a:t>y </a:t>
            </a:r>
            <a:r>
              <a:rPr sz="2200" spc="95" dirty="0">
                <a:latin typeface="Times New Roman"/>
                <a:cs typeface="Times New Roman"/>
              </a:rPr>
              <a:t>outside</a:t>
            </a:r>
            <a:r>
              <a:rPr sz="2200" spc="-360" dirty="0">
                <a:latin typeface="Times New Roman"/>
                <a:cs typeface="Times New Roman"/>
              </a:rPr>
              <a:t> </a:t>
            </a:r>
            <a:r>
              <a:rPr sz="2200" spc="45" dirty="0">
                <a:latin typeface="Times New Roman"/>
                <a:cs typeface="Times New Roman"/>
              </a:rPr>
              <a:t>function:",x)  print("Value </a:t>
            </a:r>
            <a:r>
              <a:rPr sz="2200" spc="15" dirty="0">
                <a:latin typeface="Times New Roman"/>
                <a:cs typeface="Times New Roman"/>
              </a:rPr>
              <a:t>of </a:t>
            </a:r>
            <a:r>
              <a:rPr sz="2200" spc="-45" dirty="0">
                <a:latin typeface="Times New Roman"/>
                <a:cs typeface="Times New Roman"/>
              </a:rPr>
              <a:t>y </a:t>
            </a:r>
            <a:r>
              <a:rPr sz="2200" spc="95" dirty="0">
                <a:latin typeface="Times New Roman"/>
                <a:cs typeface="Times New Roman"/>
              </a:rPr>
              <a:t>outside</a:t>
            </a:r>
            <a:r>
              <a:rPr sz="2200" spc="-355" dirty="0">
                <a:latin typeface="Times New Roman"/>
                <a:cs typeface="Times New Roman"/>
              </a:rPr>
              <a:t> </a:t>
            </a:r>
            <a:r>
              <a:rPr sz="2200" spc="45" dirty="0">
                <a:latin typeface="Times New Roman"/>
                <a:cs typeface="Times New Roman"/>
              </a:rPr>
              <a:t>function:",y)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45008" y="691895"/>
            <a:ext cx="8255634" cy="1169035"/>
            <a:chOff x="445008" y="691895"/>
            <a:chExt cx="8255634" cy="1169035"/>
          </a:xfrm>
        </p:grpSpPr>
        <p:sp>
          <p:nvSpPr>
            <p:cNvPr id="9" name="object 9"/>
            <p:cNvSpPr/>
            <p:nvPr/>
          </p:nvSpPr>
          <p:spPr>
            <a:xfrm>
              <a:off x="457962" y="704849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82296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8229600" y="1143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0AD0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962" y="704849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0" y="1143000"/>
                  </a:moveTo>
                  <a:lnTo>
                    <a:pt x="8229600" y="1143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25908">
              <a:solidFill>
                <a:srgbClr val="0597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03019" y="1202436"/>
              <a:ext cx="6559296" cy="5364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23340" y="1228725"/>
              <a:ext cx="6492748" cy="46926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5940" y="1947799"/>
            <a:ext cx="7907020" cy="4227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5" dirty="0">
                <a:latin typeface="Times New Roman"/>
                <a:cs typeface="Times New Roman"/>
              </a:rPr>
              <a:t>THERE </a:t>
            </a:r>
            <a:r>
              <a:rPr sz="2600" spc="-100" dirty="0">
                <a:latin typeface="Times New Roman"/>
                <a:cs typeface="Times New Roman"/>
              </a:rPr>
              <a:t>ARE </a:t>
            </a:r>
            <a:r>
              <a:rPr sz="2600" spc="110" dirty="0">
                <a:latin typeface="Times New Roman"/>
                <a:cs typeface="Times New Roman"/>
              </a:rPr>
              <a:t>TWO </a:t>
            </a:r>
            <a:r>
              <a:rPr sz="2600" spc="-90" dirty="0">
                <a:latin typeface="Times New Roman"/>
                <a:cs typeface="Times New Roman"/>
              </a:rPr>
              <a:t>TYPES </a:t>
            </a:r>
            <a:r>
              <a:rPr sz="2600" spc="80" dirty="0">
                <a:latin typeface="Times New Roman"/>
                <a:cs typeface="Times New Roman"/>
              </a:rPr>
              <a:t>OF </a:t>
            </a:r>
            <a:r>
              <a:rPr sz="2600" spc="40" dirty="0">
                <a:latin typeface="Times New Roman"/>
                <a:cs typeface="Times New Roman"/>
              </a:rPr>
              <a:t>FUNCTION </a:t>
            </a:r>
            <a:r>
              <a:rPr sz="2600" spc="45" dirty="0">
                <a:latin typeface="Times New Roman"/>
                <a:cs typeface="Times New Roman"/>
              </a:rPr>
              <a:t>IN</a:t>
            </a:r>
            <a:r>
              <a:rPr sz="2600" spc="-235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PYTHON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-35" dirty="0">
                <a:latin typeface="Times New Roman"/>
                <a:cs typeface="Times New Roman"/>
              </a:rPr>
              <a:t>BUILT-IN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FUNCTION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600" spc="45" dirty="0">
                <a:solidFill>
                  <a:srgbClr val="00AF50"/>
                </a:solidFill>
                <a:latin typeface="Times New Roman"/>
                <a:cs typeface="Times New Roman"/>
              </a:rPr>
              <a:t>Example: </a:t>
            </a:r>
            <a:r>
              <a:rPr sz="2600" spc="110" dirty="0">
                <a:solidFill>
                  <a:srgbClr val="FF0000"/>
                </a:solidFill>
                <a:latin typeface="Times New Roman"/>
                <a:cs typeface="Times New Roman"/>
              </a:rPr>
              <a:t>print(), </a:t>
            </a:r>
            <a:r>
              <a:rPr sz="2600" spc="120" dirty="0">
                <a:solidFill>
                  <a:srgbClr val="FF0000"/>
                </a:solidFill>
                <a:latin typeface="Times New Roman"/>
                <a:cs typeface="Times New Roman"/>
              </a:rPr>
              <a:t>input(),</a:t>
            </a:r>
            <a:r>
              <a:rPr sz="2600" spc="-3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45" dirty="0">
                <a:solidFill>
                  <a:srgbClr val="FF0000"/>
                </a:solidFill>
                <a:latin typeface="Times New Roman"/>
                <a:cs typeface="Times New Roman"/>
              </a:rPr>
              <a:t>eval().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-25" dirty="0">
                <a:latin typeface="Times New Roman"/>
                <a:cs typeface="Times New Roman"/>
              </a:rPr>
              <a:t>USERDEFINE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FUNCTION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600" spc="45" dirty="0">
                <a:solidFill>
                  <a:srgbClr val="00AF50"/>
                </a:solidFill>
                <a:latin typeface="Times New Roman"/>
                <a:cs typeface="Times New Roman"/>
              </a:rPr>
              <a:t>Example: </a:t>
            </a:r>
            <a:r>
              <a:rPr sz="2600" spc="65" dirty="0">
                <a:solidFill>
                  <a:srgbClr val="FF0000"/>
                </a:solidFill>
                <a:latin typeface="Times New Roman"/>
                <a:cs typeface="Times New Roman"/>
              </a:rPr>
              <a:t>def</a:t>
            </a:r>
            <a:r>
              <a:rPr sz="26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65" dirty="0">
                <a:solidFill>
                  <a:srgbClr val="00AF50"/>
                </a:solidFill>
                <a:latin typeface="Times New Roman"/>
                <a:cs typeface="Times New Roman"/>
              </a:rPr>
              <a:t>my_addition(x,y):</a:t>
            </a:r>
            <a:endParaRPr sz="2600">
              <a:latin typeface="Times New Roman"/>
              <a:cs typeface="Times New Roman"/>
            </a:endParaRPr>
          </a:p>
          <a:p>
            <a:pPr marL="1841500" marR="4390390" indent="76200">
              <a:lnSpc>
                <a:spcPct val="120000"/>
              </a:lnSpc>
              <a:spcBef>
                <a:spcPts val="5"/>
              </a:spcBef>
            </a:pPr>
            <a:r>
              <a:rPr sz="2600" spc="150" dirty="0">
                <a:solidFill>
                  <a:srgbClr val="00AF50"/>
                </a:solidFill>
                <a:latin typeface="Times New Roman"/>
                <a:cs typeface="Times New Roman"/>
              </a:rPr>
              <a:t>sum </a:t>
            </a:r>
            <a:r>
              <a:rPr sz="2600" spc="-30" dirty="0">
                <a:solidFill>
                  <a:srgbClr val="00AF50"/>
                </a:solidFill>
                <a:latin typeface="Times New Roman"/>
                <a:cs typeface="Times New Roman"/>
              </a:rPr>
              <a:t>= </a:t>
            </a:r>
            <a:r>
              <a:rPr sz="2600" spc="-50" dirty="0">
                <a:solidFill>
                  <a:srgbClr val="00AF50"/>
                </a:solidFill>
                <a:latin typeface="Times New Roman"/>
                <a:cs typeface="Times New Roman"/>
              </a:rPr>
              <a:t>x </a:t>
            </a:r>
            <a:r>
              <a:rPr sz="2600" spc="-30" dirty="0">
                <a:solidFill>
                  <a:srgbClr val="00AF50"/>
                </a:solidFill>
                <a:latin typeface="Times New Roman"/>
                <a:cs typeface="Times New Roman"/>
              </a:rPr>
              <a:t>+</a:t>
            </a:r>
            <a:r>
              <a:rPr sz="2600" spc="-4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00AF50"/>
                </a:solidFill>
                <a:latin typeface="Times New Roman"/>
                <a:cs typeface="Times New Roman"/>
              </a:rPr>
              <a:t>y  </a:t>
            </a:r>
            <a:r>
              <a:rPr sz="2600" spc="150" dirty="0">
                <a:solidFill>
                  <a:srgbClr val="00AF50"/>
                </a:solidFill>
                <a:latin typeface="Times New Roman"/>
                <a:cs typeface="Times New Roman"/>
              </a:rPr>
              <a:t>return</a:t>
            </a:r>
            <a:r>
              <a:rPr sz="2600" spc="-1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600" spc="150" dirty="0">
                <a:solidFill>
                  <a:srgbClr val="00AF50"/>
                </a:solidFill>
                <a:latin typeface="Times New Roman"/>
                <a:cs typeface="Times New Roman"/>
              </a:rPr>
              <a:t>sum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79475" y="664463"/>
            <a:ext cx="8387080" cy="1300480"/>
            <a:chOff x="379475" y="664463"/>
            <a:chExt cx="8387080" cy="1300480"/>
          </a:xfrm>
        </p:grpSpPr>
        <p:sp>
          <p:nvSpPr>
            <p:cNvPr id="9" name="object 9"/>
            <p:cNvSpPr/>
            <p:nvPr/>
          </p:nvSpPr>
          <p:spPr>
            <a:xfrm>
              <a:off x="379475" y="664463"/>
              <a:ext cx="8386572" cy="12999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961" y="704849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82296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8229600" y="1143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0AD0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961" y="704849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0" y="1143000"/>
                  </a:moveTo>
                  <a:lnTo>
                    <a:pt x="8229600" y="1143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76172" y="1228344"/>
              <a:ext cx="1906524" cy="50901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6270" y="1234058"/>
              <a:ext cx="1862963" cy="46697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49168" y="1487424"/>
              <a:ext cx="233171" cy="10667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7649" y="1502571"/>
              <a:ext cx="172720" cy="45720"/>
            </a:xfrm>
            <a:custGeom>
              <a:avLst/>
              <a:gdLst/>
              <a:ahLst/>
              <a:cxnLst/>
              <a:rect l="l" t="t" r="r" b="b"/>
              <a:pathLst>
                <a:path w="172720" h="45719">
                  <a:moveTo>
                    <a:pt x="172529" y="0"/>
                  </a:moveTo>
                  <a:lnTo>
                    <a:pt x="0" y="0"/>
                  </a:lnTo>
                  <a:lnTo>
                    <a:pt x="0" y="45304"/>
                  </a:lnTo>
                  <a:lnTo>
                    <a:pt x="172529" y="45304"/>
                  </a:lnTo>
                  <a:lnTo>
                    <a:pt x="17252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87649" y="1502571"/>
              <a:ext cx="172720" cy="45720"/>
            </a:xfrm>
            <a:custGeom>
              <a:avLst/>
              <a:gdLst/>
              <a:ahLst/>
              <a:cxnLst/>
              <a:rect l="l" t="t" r="r" b="b"/>
              <a:pathLst>
                <a:path w="172720" h="45719">
                  <a:moveTo>
                    <a:pt x="0" y="45304"/>
                  </a:moveTo>
                  <a:lnTo>
                    <a:pt x="172529" y="45304"/>
                  </a:lnTo>
                  <a:lnTo>
                    <a:pt x="172529" y="0"/>
                  </a:lnTo>
                  <a:lnTo>
                    <a:pt x="0" y="0"/>
                  </a:lnTo>
                  <a:lnTo>
                    <a:pt x="0" y="45304"/>
                  </a:lnTo>
                  <a:close/>
                </a:path>
              </a:pathLst>
            </a:custGeom>
            <a:ln w="18288">
              <a:solidFill>
                <a:srgbClr val="00A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73196" y="1219200"/>
              <a:ext cx="4291584" cy="51816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03295" y="1225676"/>
              <a:ext cx="4247134" cy="47536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35940" y="2432431"/>
            <a:ext cx="7981950" cy="2324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FUNCTION </a:t>
            </a:r>
            <a:r>
              <a:rPr sz="2600" spc="-45" dirty="0">
                <a:latin typeface="Times New Roman"/>
                <a:cs typeface="Times New Roman"/>
              </a:rPr>
              <a:t>BUILT </a:t>
            </a:r>
            <a:r>
              <a:rPr sz="2600" dirty="0">
                <a:latin typeface="Times New Roman"/>
                <a:cs typeface="Times New Roman"/>
              </a:rPr>
              <a:t>WITHIN </a:t>
            </a:r>
            <a:r>
              <a:rPr sz="2600" spc="5" dirty="0">
                <a:latin typeface="Times New Roman"/>
                <a:cs typeface="Times New Roman"/>
              </a:rPr>
              <a:t>THE</a:t>
            </a:r>
            <a:r>
              <a:rPr sz="2600" spc="-2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PYTHON.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AD0D9"/>
              </a:buClr>
              <a:buFont typeface="Arial"/>
              <a:buChar char="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5" dirty="0">
                <a:latin typeface="Times New Roman"/>
                <a:cs typeface="Times New Roman"/>
              </a:rPr>
              <a:t>THERE ARE </a:t>
            </a:r>
            <a:r>
              <a:rPr sz="2600" dirty="0">
                <a:latin typeface="Times New Roman"/>
                <a:cs typeface="Times New Roman"/>
              </a:rPr>
              <a:t>68 </a:t>
            </a:r>
            <a:r>
              <a:rPr sz="2600" spc="-60" dirty="0">
                <a:latin typeface="Times New Roman"/>
                <a:cs typeface="Times New Roman"/>
              </a:rPr>
              <a:t>BUILT-IN </a:t>
            </a:r>
            <a:r>
              <a:rPr sz="2600" dirty="0">
                <a:latin typeface="Times New Roman"/>
                <a:cs typeface="Times New Roman"/>
              </a:rPr>
              <a:t>FUNCTION VERSION</a:t>
            </a:r>
            <a:r>
              <a:rPr sz="2600" spc="-3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3.4.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AD0D9"/>
              </a:buClr>
              <a:buFont typeface="Arial"/>
              <a:buChar char=""/>
            </a:pPr>
            <a:endParaRPr sz="3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5" dirty="0">
                <a:latin typeface="Times New Roman"/>
                <a:cs typeface="Times New Roman"/>
              </a:rPr>
              <a:t>CHANGES </a:t>
            </a:r>
            <a:r>
              <a:rPr sz="2600" dirty="0">
                <a:latin typeface="Times New Roman"/>
                <a:cs typeface="Times New Roman"/>
              </a:rPr>
              <a:t>WITH </a:t>
            </a:r>
            <a:r>
              <a:rPr sz="2600" spc="5" dirty="0">
                <a:latin typeface="Times New Roman"/>
                <a:cs typeface="Times New Roman"/>
              </a:rPr>
              <a:t>RESPECT </a:t>
            </a:r>
            <a:r>
              <a:rPr sz="2600" spc="-20" dirty="0">
                <a:latin typeface="Times New Roman"/>
                <a:cs typeface="Times New Roman"/>
              </a:rPr>
              <a:t>TO </a:t>
            </a:r>
            <a:r>
              <a:rPr sz="2600" spc="-40" dirty="0">
                <a:latin typeface="Times New Roman"/>
                <a:cs typeface="Times New Roman"/>
              </a:rPr>
              <a:t>UPDATED</a:t>
            </a:r>
            <a:r>
              <a:rPr sz="2600" spc="-31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VERSION.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79475" y="664463"/>
            <a:ext cx="8387080" cy="1300480"/>
            <a:chOff x="379475" y="664463"/>
            <a:chExt cx="8387080" cy="1300480"/>
          </a:xfrm>
        </p:grpSpPr>
        <p:sp>
          <p:nvSpPr>
            <p:cNvPr id="9" name="object 9"/>
            <p:cNvSpPr/>
            <p:nvPr/>
          </p:nvSpPr>
          <p:spPr>
            <a:xfrm>
              <a:off x="379475" y="664463"/>
              <a:ext cx="8386572" cy="12999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961" y="704849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82296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8229600" y="1143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0AD0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961" y="704849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0" y="1143000"/>
                  </a:moveTo>
                  <a:lnTo>
                    <a:pt x="8229600" y="1143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2479" y="1219200"/>
              <a:ext cx="7546848" cy="51816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2553" y="1225676"/>
              <a:ext cx="7502550" cy="47536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799588" y="3934967"/>
            <a:ext cx="3694429" cy="1438910"/>
            <a:chOff x="2799588" y="3934967"/>
            <a:chExt cx="3694429" cy="1438910"/>
          </a:xfrm>
        </p:grpSpPr>
        <p:sp>
          <p:nvSpPr>
            <p:cNvPr id="15" name="object 15"/>
            <p:cNvSpPr/>
            <p:nvPr/>
          </p:nvSpPr>
          <p:spPr>
            <a:xfrm>
              <a:off x="2799588" y="3956303"/>
              <a:ext cx="3694176" cy="134264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74720" y="3934967"/>
              <a:ext cx="2343912" cy="14386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78074" y="3996689"/>
              <a:ext cx="3537585" cy="1186180"/>
            </a:xfrm>
            <a:custGeom>
              <a:avLst/>
              <a:gdLst/>
              <a:ahLst/>
              <a:cxnLst/>
              <a:rect l="l" t="t" r="r" b="b"/>
              <a:pathLst>
                <a:path w="3537585" h="1186179">
                  <a:moveTo>
                    <a:pt x="1768602" y="0"/>
                  </a:moveTo>
                  <a:lnTo>
                    <a:pt x="1699156" y="448"/>
                  </a:lnTo>
                  <a:lnTo>
                    <a:pt x="1630388" y="1783"/>
                  </a:lnTo>
                  <a:lnTo>
                    <a:pt x="1562348" y="3988"/>
                  </a:lnTo>
                  <a:lnTo>
                    <a:pt x="1495084" y="7046"/>
                  </a:lnTo>
                  <a:lnTo>
                    <a:pt x="1428646" y="10942"/>
                  </a:lnTo>
                  <a:lnTo>
                    <a:pt x="1363082" y="15657"/>
                  </a:lnTo>
                  <a:lnTo>
                    <a:pt x="1298442" y="21177"/>
                  </a:lnTo>
                  <a:lnTo>
                    <a:pt x="1234775" y="27484"/>
                  </a:lnTo>
                  <a:lnTo>
                    <a:pt x="1172131" y="34562"/>
                  </a:lnTo>
                  <a:lnTo>
                    <a:pt x="1110558" y="42395"/>
                  </a:lnTo>
                  <a:lnTo>
                    <a:pt x="1050105" y="50965"/>
                  </a:lnTo>
                  <a:lnTo>
                    <a:pt x="990822" y="60257"/>
                  </a:lnTo>
                  <a:lnTo>
                    <a:pt x="932757" y="70255"/>
                  </a:lnTo>
                  <a:lnTo>
                    <a:pt x="875961" y="80941"/>
                  </a:lnTo>
                  <a:lnTo>
                    <a:pt x="820481" y="92299"/>
                  </a:lnTo>
                  <a:lnTo>
                    <a:pt x="766368" y="104313"/>
                  </a:lnTo>
                  <a:lnTo>
                    <a:pt x="713671" y="116966"/>
                  </a:lnTo>
                  <a:lnTo>
                    <a:pt x="662437" y="130242"/>
                  </a:lnTo>
                  <a:lnTo>
                    <a:pt x="612718" y="144123"/>
                  </a:lnTo>
                  <a:lnTo>
                    <a:pt x="564561" y="158595"/>
                  </a:lnTo>
                  <a:lnTo>
                    <a:pt x="518017" y="173640"/>
                  </a:lnTo>
                  <a:lnTo>
                    <a:pt x="473133" y="189242"/>
                  </a:lnTo>
                  <a:lnTo>
                    <a:pt x="429960" y="205384"/>
                  </a:lnTo>
                  <a:lnTo>
                    <a:pt x="388546" y="222050"/>
                  </a:lnTo>
                  <a:lnTo>
                    <a:pt x="348941" y="239224"/>
                  </a:lnTo>
                  <a:lnTo>
                    <a:pt x="311194" y="256888"/>
                  </a:lnTo>
                  <a:lnTo>
                    <a:pt x="275353" y="275027"/>
                  </a:lnTo>
                  <a:lnTo>
                    <a:pt x="241469" y="293624"/>
                  </a:lnTo>
                  <a:lnTo>
                    <a:pt x="179765" y="332125"/>
                  </a:lnTo>
                  <a:lnTo>
                    <a:pt x="126475" y="372260"/>
                  </a:lnTo>
                  <a:lnTo>
                    <a:pt x="81992" y="413898"/>
                  </a:lnTo>
                  <a:lnTo>
                    <a:pt x="46710" y="456906"/>
                  </a:lnTo>
                  <a:lnTo>
                    <a:pt x="21022" y="501153"/>
                  </a:lnTo>
                  <a:lnTo>
                    <a:pt x="5321" y="546507"/>
                  </a:lnTo>
                  <a:lnTo>
                    <a:pt x="0" y="592836"/>
                  </a:lnTo>
                  <a:lnTo>
                    <a:pt x="1338" y="616113"/>
                  </a:lnTo>
                  <a:lnTo>
                    <a:pt x="11898" y="661971"/>
                  </a:lnTo>
                  <a:lnTo>
                    <a:pt x="32642" y="706788"/>
                  </a:lnTo>
                  <a:lnTo>
                    <a:pt x="63177" y="750432"/>
                  </a:lnTo>
                  <a:lnTo>
                    <a:pt x="103108" y="792771"/>
                  </a:lnTo>
                  <a:lnTo>
                    <a:pt x="152044" y="833674"/>
                  </a:lnTo>
                  <a:lnTo>
                    <a:pt x="209590" y="873009"/>
                  </a:lnTo>
                  <a:lnTo>
                    <a:pt x="275353" y="910644"/>
                  </a:lnTo>
                  <a:lnTo>
                    <a:pt x="311194" y="928783"/>
                  </a:lnTo>
                  <a:lnTo>
                    <a:pt x="348941" y="946447"/>
                  </a:lnTo>
                  <a:lnTo>
                    <a:pt x="388546" y="963621"/>
                  </a:lnTo>
                  <a:lnTo>
                    <a:pt x="429960" y="980287"/>
                  </a:lnTo>
                  <a:lnTo>
                    <a:pt x="473133" y="996429"/>
                  </a:lnTo>
                  <a:lnTo>
                    <a:pt x="518017" y="1012031"/>
                  </a:lnTo>
                  <a:lnTo>
                    <a:pt x="564561" y="1027076"/>
                  </a:lnTo>
                  <a:lnTo>
                    <a:pt x="612718" y="1041548"/>
                  </a:lnTo>
                  <a:lnTo>
                    <a:pt x="662437" y="1055429"/>
                  </a:lnTo>
                  <a:lnTo>
                    <a:pt x="713671" y="1068705"/>
                  </a:lnTo>
                  <a:lnTo>
                    <a:pt x="766368" y="1081358"/>
                  </a:lnTo>
                  <a:lnTo>
                    <a:pt x="820481" y="1093372"/>
                  </a:lnTo>
                  <a:lnTo>
                    <a:pt x="875961" y="1104730"/>
                  </a:lnTo>
                  <a:lnTo>
                    <a:pt x="932757" y="1115416"/>
                  </a:lnTo>
                  <a:lnTo>
                    <a:pt x="990822" y="1125414"/>
                  </a:lnTo>
                  <a:lnTo>
                    <a:pt x="1050105" y="1134706"/>
                  </a:lnTo>
                  <a:lnTo>
                    <a:pt x="1110558" y="1143276"/>
                  </a:lnTo>
                  <a:lnTo>
                    <a:pt x="1172131" y="1151109"/>
                  </a:lnTo>
                  <a:lnTo>
                    <a:pt x="1234775" y="1158187"/>
                  </a:lnTo>
                  <a:lnTo>
                    <a:pt x="1298442" y="1164494"/>
                  </a:lnTo>
                  <a:lnTo>
                    <a:pt x="1363082" y="1170014"/>
                  </a:lnTo>
                  <a:lnTo>
                    <a:pt x="1428646" y="1174729"/>
                  </a:lnTo>
                  <a:lnTo>
                    <a:pt x="1495084" y="1178625"/>
                  </a:lnTo>
                  <a:lnTo>
                    <a:pt x="1562348" y="1181683"/>
                  </a:lnTo>
                  <a:lnTo>
                    <a:pt x="1630388" y="1183888"/>
                  </a:lnTo>
                  <a:lnTo>
                    <a:pt x="1699156" y="1185223"/>
                  </a:lnTo>
                  <a:lnTo>
                    <a:pt x="1768602" y="1185672"/>
                  </a:lnTo>
                  <a:lnTo>
                    <a:pt x="1838047" y="1185223"/>
                  </a:lnTo>
                  <a:lnTo>
                    <a:pt x="1906815" y="1183888"/>
                  </a:lnTo>
                  <a:lnTo>
                    <a:pt x="1974855" y="1181683"/>
                  </a:lnTo>
                  <a:lnTo>
                    <a:pt x="2042119" y="1178625"/>
                  </a:lnTo>
                  <a:lnTo>
                    <a:pt x="2108557" y="1174729"/>
                  </a:lnTo>
                  <a:lnTo>
                    <a:pt x="2174121" y="1170014"/>
                  </a:lnTo>
                  <a:lnTo>
                    <a:pt x="2238761" y="1164494"/>
                  </a:lnTo>
                  <a:lnTo>
                    <a:pt x="2302428" y="1158187"/>
                  </a:lnTo>
                  <a:lnTo>
                    <a:pt x="2365072" y="1151109"/>
                  </a:lnTo>
                  <a:lnTo>
                    <a:pt x="2426645" y="1143276"/>
                  </a:lnTo>
                  <a:lnTo>
                    <a:pt x="2487098" y="1134706"/>
                  </a:lnTo>
                  <a:lnTo>
                    <a:pt x="2546381" y="1125414"/>
                  </a:lnTo>
                  <a:lnTo>
                    <a:pt x="2604446" y="1115416"/>
                  </a:lnTo>
                  <a:lnTo>
                    <a:pt x="2661242" y="1104730"/>
                  </a:lnTo>
                  <a:lnTo>
                    <a:pt x="2716722" y="1093372"/>
                  </a:lnTo>
                  <a:lnTo>
                    <a:pt x="2770835" y="1081358"/>
                  </a:lnTo>
                  <a:lnTo>
                    <a:pt x="2823532" y="1068705"/>
                  </a:lnTo>
                  <a:lnTo>
                    <a:pt x="2874766" y="1055429"/>
                  </a:lnTo>
                  <a:lnTo>
                    <a:pt x="2924485" y="1041548"/>
                  </a:lnTo>
                  <a:lnTo>
                    <a:pt x="2972642" y="1027076"/>
                  </a:lnTo>
                  <a:lnTo>
                    <a:pt x="3019186" y="1012031"/>
                  </a:lnTo>
                  <a:lnTo>
                    <a:pt x="3064070" y="996429"/>
                  </a:lnTo>
                  <a:lnTo>
                    <a:pt x="3107243" y="980287"/>
                  </a:lnTo>
                  <a:lnTo>
                    <a:pt x="3148657" y="963621"/>
                  </a:lnTo>
                  <a:lnTo>
                    <a:pt x="3188262" y="946447"/>
                  </a:lnTo>
                  <a:lnTo>
                    <a:pt x="3226009" y="928783"/>
                  </a:lnTo>
                  <a:lnTo>
                    <a:pt x="3261850" y="910644"/>
                  </a:lnTo>
                  <a:lnTo>
                    <a:pt x="3295734" y="892048"/>
                  </a:lnTo>
                  <a:lnTo>
                    <a:pt x="3357438" y="853546"/>
                  </a:lnTo>
                  <a:lnTo>
                    <a:pt x="3410728" y="813411"/>
                  </a:lnTo>
                  <a:lnTo>
                    <a:pt x="3455211" y="771773"/>
                  </a:lnTo>
                  <a:lnTo>
                    <a:pt x="3490493" y="728765"/>
                  </a:lnTo>
                  <a:lnTo>
                    <a:pt x="3516181" y="684518"/>
                  </a:lnTo>
                  <a:lnTo>
                    <a:pt x="3531882" y="639164"/>
                  </a:lnTo>
                  <a:lnTo>
                    <a:pt x="3537204" y="592836"/>
                  </a:lnTo>
                  <a:lnTo>
                    <a:pt x="3535865" y="569558"/>
                  </a:lnTo>
                  <a:lnTo>
                    <a:pt x="3525305" y="523700"/>
                  </a:lnTo>
                  <a:lnTo>
                    <a:pt x="3504561" y="478883"/>
                  </a:lnTo>
                  <a:lnTo>
                    <a:pt x="3474026" y="435239"/>
                  </a:lnTo>
                  <a:lnTo>
                    <a:pt x="3434095" y="392900"/>
                  </a:lnTo>
                  <a:lnTo>
                    <a:pt x="3385159" y="351997"/>
                  </a:lnTo>
                  <a:lnTo>
                    <a:pt x="3327613" y="312662"/>
                  </a:lnTo>
                  <a:lnTo>
                    <a:pt x="3261850" y="275027"/>
                  </a:lnTo>
                  <a:lnTo>
                    <a:pt x="3226009" y="256888"/>
                  </a:lnTo>
                  <a:lnTo>
                    <a:pt x="3188262" y="239224"/>
                  </a:lnTo>
                  <a:lnTo>
                    <a:pt x="3148657" y="222050"/>
                  </a:lnTo>
                  <a:lnTo>
                    <a:pt x="3107243" y="205384"/>
                  </a:lnTo>
                  <a:lnTo>
                    <a:pt x="3064070" y="189242"/>
                  </a:lnTo>
                  <a:lnTo>
                    <a:pt x="3019186" y="173640"/>
                  </a:lnTo>
                  <a:lnTo>
                    <a:pt x="2972642" y="158595"/>
                  </a:lnTo>
                  <a:lnTo>
                    <a:pt x="2924485" y="144123"/>
                  </a:lnTo>
                  <a:lnTo>
                    <a:pt x="2874766" y="130242"/>
                  </a:lnTo>
                  <a:lnTo>
                    <a:pt x="2823532" y="116966"/>
                  </a:lnTo>
                  <a:lnTo>
                    <a:pt x="2770835" y="104313"/>
                  </a:lnTo>
                  <a:lnTo>
                    <a:pt x="2716722" y="92299"/>
                  </a:lnTo>
                  <a:lnTo>
                    <a:pt x="2661242" y="80941"/>
                  </a:lnTo>
                  <a:lnTo>
                    <a:pt x="2604446" y="70255"/>
                  </a:lnTo>
                  <a:lnTo>
                    <a:pt x="2546381" y="60257"/>
                  </a:lnTo>
                  <a:lnTo>
                    <a:pt x="2487098" y="50965"/>
                  </a:lnTo>
                  <a:lnTo>
                    <a:pt x="2426645" y="42395"/>
                  </a:lnTo>
                  <a:lnTo>
                    <a:pt x="2365072" y="34562"/>
                  </a:lnTo>
                  <a:lnTo>
                    <a:pt x="2302428" y="27484"/>
                  </a:lnTo>
                  <a:lnTo>
                    <a:pt x="2238761" y="21177"/>
                  </a:lnTo>
                  <a:lnTo>
                    <a:pt x="2174121" y="15657"/>
                  </a:lnTo>
                  <a:lnTo>
                    <a:pt x="2108557" y="10942"/>
                  </a:lnTo>
                  <a:lnTo>
                    <a:pt x="2042119" y="7046"/>
                  </a:lnTo>
                  <a:lnTo>
                    <a:pt x="1974855" y="3988"/>
                  </a:lnTo>
                  <a:lnTo>
                    <a:pt x="1906815" y="1783"/>
                  </a:lnTo>
                  <a:lnTo>
                    <a:pt x="1838047" y="448"/>
                  </a:lnTo>
                  <a:lnTo>
                    <a:pt x="1768602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78074" y="3996689"/>
              <a:ext cx="3537585" cy="1186180"/>
            </a:xfrm>
            <a:custGeom>
              <a:avLst/>
              <a:gdLst/>
              <a:ahLst/>
              <a:cxnLst/>
              <a:rect l="l" t="t" r="r" b="b"/>
              <a:pathLst>
                <a:path w="3537585" h="1186179">
                  <a:moveTo>
                    <a:pt x="0" y="592836"/>
                  </a:moveTo>
                  <a:lnTo>
                    <a:pt x="5321" y="546507"/>
                  </a:lnTo>
                  <a:lnTo>
                    <a:pt x="21022" y="501153"/>
                  </a:lnTo>
                  <a:lnTo>
                    <a:pt x="46710" y="456906"/>
                  </a:lnTo>
                  <a:lnTo>
                    <a:pt x="81992" y="413898"/>
                  </a:lnTo>
                  <a:lnTo>
                    <a:pt x="126475" y="372260"/>
                  </a:lnTo>
                  <a:lnTo>
                    <a:pt x="179765" y="332125"/>
                  </a:lnTo>
                  <a:lnTo>
                    <a:pt x="241469" y="293624"/>
                  </a:lnTo>
                  <a:lnTo>
                    <a:pt x="275353" y="275027"/>
                  </a:lnTo>
                  <a:lnTo>
                    <a:pt x="311194" y="256888"/>
                  </a:lnTo>
                  <a:lnTo>
                    <a:pt x="348941" y="239224"/>
                  </a:lnTo>
                  <a:lnTo>
                    <a:pt x="388546" y="222050"/>
                  </a:lnTo>
                  <a:lnTo>
                    <a:pt x="429960" y="205384"/>
                  </a:lnTo>
                  <a:lnTo>
                    <a:pt x="473133" y="189242"/>
                  </a:lnTo>
                  <a:lnTo>
                    <a:pt x="518017" y="173640"/>
                  </a:lnTo>
                  <a:lnTo>
                    <a:pt x="564561" y="158595"/>
                  </a:lnTo>
                  <a:lnTo>
                    <a:pt x="612718" y="144123"/>
                  </a:lnTo>
                  <a:lnTo>
                    <a:pt x="662437" y="130242"/>
                  </a:lnTo>
                  <a:lnTo>
                    <a:pt x="713671" y="116966"/>
                  </a:lnTo>
                  <a:lnTo>
                    <a:pt x="766368" y="104313"/>
                  </a:lnTo>
                  <a:lnTo>
                    <a:pt x="820481" y="92299"/>
                  </a:lnTo>
                  <a:lnTo>
                    <a:pt x="875961" y="80941"/>
                  </a:lnTo>
                  <a:lnTo>
                    <a:pt x="932757" y="70255"/>
                  </a:lnTo>
                  <a:lnTo>
                    <a:pt x="990822" y="60257"/>
                  </a:lnTo>
                  <a:lnTo>
                    <a:pt x="1050105" y="50965"/>
                  </a:lnTo>
                  <a:lnTo>
                    <a:pt x="1110558" y="42395"/>
                  </a:lnTo>
                  <a:lnTo>
                    <a:pt x="1172131" y="34562"/>
                  </a:lnTo>
                  <a:lnTo>
                    <a:pt x="1234775" y="27484"/>
                  </a:lnTo>
                  <a:lnTo>
                    <a:pt x="1298442" y="21177"/>
                  </a:lnTo>
                  <a:lnTo>
                    <a:pt x="1363082" y="15657"/>
                  </a:lnTo>
                  <a:lnTo>
                    <a:pt x="1428646" y="10942"/>
                  </a:lnTo>
                  <a:lnTo>
                    <a:pt x="1495084" y="7046"/>
                  </a:lnTo>
                  <a:lnTo>
                    <a:pt x="1562348" y="3988"/>
                  </a:lnTo>
                  <a:lnTo>
                    <a:pt x="1630388" y="1783"/>
                  </a:lnTo>
                  <a:lnTo>
                    <a:pt x="1699156" y="448"/>
                  </a:lnTo>
                  <a:lnTo>
                    <a:pt x="1768602" y="0"/>
                  </a:lnTo>
                  <a:lnTo>
                    <a:pt x="1838047" y="448"/>
                  </a:lnTo>
                  <a:lnTo>
                    <a:pt x="1906815" y="1783"/>
                  </a:lnTo>
                  <a:lnTo>
                    <a:pt x="1974855" y="3988"/>
                  </a:lnTo>
                  <a:lnTo>
                    <a:pt x="2042119" y="7046"/>
                  </a:lnTo>
                  <a:lnTo>
                    <a:pt x="2108557" y="10942"/>
                  </a:lnTo>
                  <a:lnTo>
                    <a:pt x="2174121" y="15657"/>
                  </a:lnTo>
                  <a:lnTo>
                    <a:pt x="2238761" y="21177"/>
                  </a:lnTo>
                  <a:lnTo>
                    <a:pt x="2302428" y="27484"/>
                  </a:lnTo>
                  <a:lnTo>
                    <a:pt x="2365072" y="34562"/>
                  </a:lnTo>
                  <a:lnTo>
                    <a:pt x="2426645" y="42395"/>
                  </a:lnTo>
                  <a:lnTo>
                    <a:pt x="2487098" y="50965"/>
                  </a:lnTo>
                  <a:lnTo>
                    <a:pt x="2546381" y="60257"/>
                  </a:lnTo>
                  <a:lnTo>
                    <a:pt x="2604446" y="70255"/>
                  </a:lnTo>
                  <a:lnTo>
                    <a:pt x="2661242" y="80941"/>
                  </a:lnTo>
                  <a:lnTo>
                    <a:pt x="2716722" y="92299"/>
                  </a:lnTo>
                  <a:lnTo>
                    <a:pt x="2770835" y="104313"/>
                  </a:lnTo>
                  <a:lnTo>
                    <a:pt x="2823532" y="116966"/>
                  </a:lnTo>
                  <a:lnTo>
                    <a:pt x="2874766" y="130242"/>
                  </a:lnTo>
                  <a:lnTo>
                    <a:pt x="2924485" y="144123"/>
                  </a:lnTo>
                  <a:lnTo>
                    <a:pt x="2972642" y="158595"/>
                  </a:lnTo>
                  <a:lnTo>
                    <a:pt x="3019186" y="173640"/>
                  </a:lnTo>
                  <a:lnTo>
                    <a:pt x="3064070" y="189242"/>
                  </a:lnTo>
                  <a:lnTo>
                    <a:pt x="3107243" y="205384"/>
                  </a:lnTo>
                  <a:lnTo>
                    <a:pt x="3148657" y="222050"/>
                  </a:lnTo>
                  <a:lnTo>
                    <a:pt x="3188262" y="239224"/>
                  </a:lnTo>
                  <a:lnTo>
                    <a:pt x="3226009" y="256888"/>
                  </a:lnTo>
                  <a:lnTo>
                    <a:pt x="3261850" y="275027"/>
                  </a:lnTo>
                  <a:lnTo>
                    <a:pt x="3295734" y="293623"/>
                  </a:lnTo>
                  <a:lnTo>
                    <a:pt x="3357438" y="332125"/>
                  </a:lnTo>
                  <a:lnTo>
                    <a:pt x="3410728" y="372260"/>
                  </a:lnTo>
                  <a:lnTo>
                    <a:pt x="3455211" y="413898"/>
                  </a:lnTo>
                  <a:lnTo>
                    <a:pt x="3490493" y="456906"/>
                  </a:lnTo>
                  <a:lnTo>
                    <a:pt x="3516181" y="501153"/>
                  </a:lnTo>
                  <a:lnTo>
                    <a:pt x="3531882" y="546507"/>
                  </a:lnTo>
                  <a:lnTo>
                    <a:pt x="3537204" y="592836"/>
                  </a:lnTo>
                  <a:lnTo>
                    <a:pt x="3535865" y="616113"/>
                  </a:lnTo>
                  <a:lnTo>
                    <a:pt x="3525305" y="661971"/>
                  </a:lnTo>
                  <a:lnTo>
                    <a:pt x="3504561" y="706788"/>
                  </a:lnTo>
                  <a:lnTo>
                    <a:pt x="3474026" y="750432"/>
                  </a:lnTo>
                  <a:lnTo>
                    <a:pt x="3434095" y="792771"/>
                  </a:lnTo>
                  <a:lnTo>
                    <a:pt x="3385159" y="833674"/>
                  </a:lnTo>
                  <a:lnTo>
                    <a:pt x="3327613" y="873009"/>
                  </a:lnTo>
                  <a:lnTo>
                    <a:pt x="3261850" y="910644"/>
                  </a:lnTo>
                  <a:lnTo>
                    <a:pt x="3226009" y="928783"/>
                  </a:lnTo>
                  <a:lnTo>
                    <a:pt x="3188262" y="946447"/>
                  </a:lnTo>
                  <a:lnTo>
                    <a:pt x="3148657" y="963621"/>
                  </a:lnTo>
                  <a:lnTo>
                    <a:pt x="3107243" y="980287"/>
                  </a:lnTo>
                  <a:lnTo>
                    <a:pt x="3064070" y="996429"/>
                  </a:lnTo>
                  <a:lnTo>
                    <a:pt x="3019186" y="1012031"/>
                  </a:lnTo>
                  <a:lnTo>
                    <a:pt x="2972642" y="1027076"/>
                  </a:lnTo>
                  <a:lnTo>
                    <a:pt x="2924485" y="1041548"/>
                  </a:lnTo>
                  <a:lnTo>
                    <a:pt x="2874766" y="1055429"/>
                  </a:lnTo>
                  <a:lnTo>
                    <a:pt x="2823532" y="1068705"/>
                  </a:lnTo>
                  <a:lnTo>
                    <a:pt x="2770835" y="1081358"/>
                  </a:lnTo>
                  <a:lnTo>
                    <a:pt x="2716722" y="1093372"/>
                  </a:lnTo>
                  <a:lnTo>
                    <a:pt x="2661242" y="1104730"/>
                  </a:lnTo>
                  <a:lnTo>
                    <a:pt x="2604446" y="1115416"/>
                  </a:lnTo>
                  <a:lnTo>
                    <a:pt x="2546381" y="1125414"/>
                  </a:lnTo>
                  <a:lnTo>
                    <a:pt x="2487098" y="1134706"/>
                  </a:lnTo>
                  <a:lnTo>
                    <a:pt x="2426645" y="1143276"/>
                  </a:lnTo>
                  <a:lnTo>
                    <a:pt x="2365072" y="1151109"/>
                  </a:lnTo>
                  <a:lnTo>
                    <a:pt x="2302428" y="1158187"/>
                  </a:lnTo>
                  <a:lnTo>
                    <a:pt x="2238761" y="1164494"/>
                  </a:lnTo>
                  <a:lnTo>
                    <a:pt x="2174121" y="1170014"/>
                  </a:lnTo>
                  <a:lnTo>
                    <a:pt x="2108557" y="1174729"/>
                  </a:lnTo>
                  <a:lnTo>
                    <a:pt x="2042119" y="1178625"/>
                  </a:lnTo>
                  <a:lnTo>
                    <a:pt x="1974855" y="1181683"/>
                  </a:lnTo>
                  <a:lnTo>
                    <a:pt x="1906815" y="1183888"/>
                  </a:lnTo>
                  <a:lnTo>
                    <a:pt x="1838047" y="1185223"/>
                  </a:lnTo>
                  <a:lnTo>
                    <a:pt x="1768602" y="1185672"/>
                  </a:lnTo>
                  <a:lnTo>
                    <a:pt x="1699156" y="1185223"/>
                  </a:lnTo>
                  <a:lnTo>
                    <a:pt x="1630388" y="1183888"/>
                  </a:lnTo>
                  <a:lnTo>
                    <a:pt x="1562348" y="1181683"/>
                  </a:lnTo>
                  <a:lnTo>
                    <a:pt x="1495084" y="1178625"/>
                  </a:lnTo>
                  <a:lnTo>
                    <a:pt x="1428646" y="1174729"/>
                  </a:lnTo>
                  <a:lnTo>
                    <a:pt x="1363082" y="1170014"/>
                  </a:lnTo>
                  <a:lnTo>
                    <a:pt x="1298442" y="1164494"/>
                  </a:lnTo>
                  <a:lnTo>
                    <a:pt x="1234775" y="1158187"/>
                  </a:lnTo>
                  <a:lnTo>
                    <a:pt x="1172131" y="1151109"/>
                  </a:lnTo>
                  <a:lnTo>
                    <a:pt x="1110558" y="1143276"/>
                  </a:lnTo>
                  <a:lnTo>
                    <a:pt x="1050105" y="1134706"/>
                  </a:lnTo>
                  <a:lnTo>
                    <a:pt x="990822" y="1125414"/>
                  </a:lnTo>
                  <a:lnTo>
                    <a:pt x="932757" y="1115416"/>
                  </a:lnTo>
                  <a:lnTo>
                    <a:pt x="875961" y="1104730"/>
                  </a:lnTo>
                  <a:lnTo>
                    <a:pt x="820481" y="1093372"/>
                  </a:lnTo>
                  <a:lnTo>
                    <a:pt x="766368" y="1081358"/>
                  </a:lnTo>
                  <a:lnTo>
                    <a:pt x="713671" y="1068705"/>
                  </a:lnTo>
                  <a:lnTo>
                    <a:pt x="662437" y="1055429"/>
                  </a:lnTo>
                  <a:lnTo>
                    <a:pt x="612718" y="1041548"/>
                  </a:lnTo>
                  <a:lnTo>
                    <a:pt x="564561" y="1027076"/>
                  </a:lnTo>
                  <a:lnTo>
                    <a:pt x="518017" y="1012031"/>
                  </a:lnTo>
                  <a:lnTo>
                    <a:pt x="473133" y="996429"/>
                  </a:lnTo>
                  <a:lnTo>
                    <a:pt x="429960" y="980287"/>
                  </a:lnTo>
                  <a:lnTo>
                    <a:pt x="388546" y="963621"/>
                  </a:lnTo>
                  <a:lnTo>
                    <a:pt x="348941" y="946447"/>
                  </a:lnTo>
                  <a:lnTo>
                    <a:pt x="311194" y="928783"/>
                  </a:lnTo>
                  <a:lnTo>
                    <a:pt x="275353" y="910644"/>
                  </a:lnTo>
                  <a:lnTo>
                    <a:pt x="241469" y="892048"/>
                  </a:lnTo>
                  <a:lnTo>
                    <a:pt x="179765" y="853546"/>
                  </a:lnTo>
                  <a:lnTo>
                    <a:pt x="126475" y="813411"/>
                  </a:lnTo>
                  <a:lnTo>
                    <a:pt x="81992" y="771773"/>
                  </a:lnTo>
                  <a:lnTo>
                    <a:pt x="46710" y="728765"/>
                  </a:lnTo>
                  <a:lnTo>
                    <a:pt x="21022" y="684518"/>
                  </a:lnTo>
                  <a:lnTo>
                    <a:pt x="5321" y="639164"/>
                  </a:lnTo>
                  <a:lnTo>
                    <a:pt x="0" y="592836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07384" y="4022852"/>
            <a:ext cx="1880235" cy="10604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0979" algn="just">
              <a:lnSpc>
                <a:spcPct val="91500"/>
              </a:lnSpc>
              <a:spcBef>
                <a:spcPts val="345"/>
              </a:spcBef>
            </a:pPr>
            <a:r>
              <a:rPr sz="2400" spc="-135" dirty="0">
                <a:latin typeface="Times New Roman"/>
                <a:cs typeface="Times New Roman"/>
              </a:rPr>
              <a:t>VARIABLE  </a:t>
            </a:r>
            <a:r>
              <a:rPr sz="2400" spc="35" dirty="0">
                <a:latin typeface="Times New Roman"/>
                <a:cs typeface="Times New Roman"/>
              </a:rPr>
              <a:t>FUNCTION  </a:t>
            </a:r>
            <a:r>
              <a:rPr sz="2400" spc="-110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R</a:t>
            </a:r>
            <a:r>
              <a:rPr sz="2400" spc="10" dirty="0">
                <a:latin typeface="Times New Roman"/>
                <a:cs typeface="Times New Roman"/>
              </a:rPr>
              <a:t>GU</a:t>
            </a:r>
            <a:r>
              <a:rPr sz="2400" spc="15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EN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14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46447" y="3384803"/>
            <a:ext cx="599440" cy="459105"/>
            <a:chOff x="4346447" y="3384803"/>
            <a:chExt cx="599440" cy="459105"/>
          </a:xfrm>
        </p:grpSpPr>
        <p:sp>
          <p:nvSpPr>
            <p:cNvPr id="21" name="object 21"/>
            <p:cNvSpPr/>
            <p:nvPr/>
          </p:nvSpPr>
          <p:spPr>
            <a:xfrm>
              <a:off x="4346447" y="3384803"/>
              <a:ext cx="598931" cy="4587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05883" y="3406139"/>
              <a:ext cx="480059" cy="340360"/>
            </a:xfrm>
            <a:custGeom>
              <a:avLst/>
              <a:gdLst/>
              <a:ahLst/>
              <a:cxnLst/>
              <a:rect l="l" t="t" r="r" b="b"/>
              <a:pathLst>
                <a:path w="480060" h="340360">
                  <a:moveTo>
                    <a:pt x="240029" y="0"/>
                  </a:moveTo>
                  <a:lnTo>
                    <a:pt x="0" y="169925"/>
                  </a:lnTo>
                  <a:lnTo>
                    <a:pt x="96012" y="169925"/>
                  </a:lnTo>
                  <a:lnTo>
                    <a:pt x="96012" y="339852"/>
                  </a:lnTo>
                  <a:lnTo>
                    <a:pt x="384048" y="339852"/>
                  </a:lnTo>
                  <a:lnTo>
                    <a:pt x="384048" y="169925"/>
                  </a:lnTo>
                  <a:lnTo>
                    <a:pt x="480060" y="169925"/>
                  </a:lnTo>
                  <a:lnTo>
                    <a:pt x="240029" y="0"/>
                  </a:lnTo>
                  <a:close/>
                </a:path>
              </a:pathLst>
            </a:custGeom>
            <a:solidFill>
              <a:srgbClr val="AAB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217164" y="2048255"/>
            <a:ext cx="2859405" cy="1199515"/>
            <a:chOff x="3217164" y="2048255"/>
            <a:chExt cx="2859405" cy="1199515"/>
          </a:xfrm>
        </p:grpSpPr>
        <p:sp>
          <p:nvSpPr>
            <p:cNvPr id="24" name="object 24"/>
            <p:cNvSpPr/>
            <p:nvPr/>
          </p:nvSpPr>
          <p:spPr>
            <a:xfrm>
              <a:off x="3217164" y="2048255"/>
              <a:ext cx="2859024" cy="119938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50920" y="2122931"/>
              <a:ext cx="2188464" cy="110490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95650" y="2088641"/>
              <a:ext cx="2702560" cy="1042669"/>
            </a:xfrm>
            <a:custGeom>
              <a:avLst/>
              <a:gdLst/>
              <a:ahLst/>
              <a:cxnLst/>
              <a:rect l="l" t="t" r="r" b="b"/>
              <a:pathLst>
                <a:path w="2702560" h="1042669">
                  <a:moveTo>
                    <a:pt x="1351026" y="0"/>
                  </a:moveTo>
                  <a:lnTo>
                    <a:pt x="1283598" y="637"/>
                  </a:lnTo>
                  <a:lnTo>
                    <a:pt x="1217026" y="2531"/>
                  </a:lnTo>
                  <a:lnTo>
                    <a:pt x="1151387" y="5650"/>
                  </a:lnTo>
                  <a:lnTo>
                    <a:pt x="1086758" y="9964"/>
                  </a:lnTo>
                  <a:lnTo>
                    <a:pt x="1023217" y="15445"/>
                  </a:lnTo>
                  <a:lnTo>
                    <a:pt x="960841" y="22063"/>
                  </a:lnTo>
                  <a:lnTo>
                    <a:pt x="899708" y="29786"/>
                  </a:lnTo>
                  <a:lnTo>
                    <a:pt x="839894" y="38586"/>
                  </a:lnTo>
                  <a:lnTo>
                    <a:pt x="781478" y="48433"/>
                  </a:lnTo>
                  <a:lnTo>
                    <a:pt x="724537" y="59297"/>
                  </a:lnTo>
                  <a:lnTo>
                    <a:pt x="669148" y="71148"/>
                  </a:lnTo>
                  <a:lnTo>
                    <a:pt x="615389" y="83956"/>
                  </a:lnTo>
                  <a:lnTo>
                    <a:pt x="563337" y="97691"/>
                  </a:lnTo>
                  <a:lnTo>
                    <a:pt x="513069" y="112324"/>
                  </a:lnTo>
                  <a:lnTo>
                    <a:pt x="464664" y="127825"/>
                  </a:lnTo>
                  <a:lnTo>
                    <a:pt x="418197" y="144163"/>
                  </a:lnTo>
                  <a:lnTo>
                    <a:pt x="373748" y="161310"/>
                  </a:lnTo>
                  <a:lnTo>
                    <a:pt x="331392" y="179235"/>
                  </a:lnTo>
                  <a:lnTo>
                    <a:pt x="291208" y="197908"/>
                  </a:lnTo>
                  <a:lnTo>
                    <a:pt x="253273" y="217300"/>
                  </a:lnTo>
                  <a:lnTo>
                    <a:pt x="217665" y="237381"/>
                  </a:lnTo>
                  <a:lnTo>
                    <a:pt x="184460" y="258120"/>
                  </a:lnTo>
                  <a:lnTo>
                    <a:pt x="125571" y="301456"/>
                  </a:lnTo>
                  <a:lnTo>
                    <a:pt x="77227" y="347070"/>
                  </a:lnTo>
                  <a:lnTo>
                    <a:pt x="40047" y="394722"/>
                  </a:lnTo>
                  <a:lnTo>
                    <a:pt x="14649" y="444175"/>
                  </a:lnTo>
                  <a:lnTo>
                    <a:pt x="1653" y="495189"/>
                  </a:lnTo>
                  <a:lnTo>
                    <a:pt x="0" y="521208"/>
                  </a:lnTo>
                  <a:lnTo>
                    <a:pt x="1653" y="547226"/>
                  </a:lnTo>
                  <a:lnTo>
                    <a:pt x="14649" y="598240"/>
                  </a:lnTo>
                  <a:lnTo>
                    <a:pt x="40047" y="647693"/>
                  </a:lnTo>
                  <a:lnTo>
                    <a:pt x="77227" y="695345"/>
                  </a:lnTo>
                  <a:lnTo>
                    <a:pt x="125571" y="740959"/>
                  </a:lnTo>
                  <a:lnTo>
                    <a:pt x="184460" y="784295"/>
                  </a:lnTo>
                  <a:lnTo>
                    <a:pt x="217665" y="805034"/>
                  </a:lnTo>
                  <a:lnTo>
                    <a:pt x="253273" y="825115"/>
                  </a:lnTo>
                  <a:lnTo>
                    <a:pt x="291208" y="844507"/>
                  </a:lnTo>
                  <a:lnTo>
                    <a:pt x="331392" y="863180"/>
                  </a:lnTo>
                  <a:lnTo>
                    <a:pt x="373748" y="881105"/>
                  </a:lnTo>
                  <a:lnTo>
                    <a:pt x="418197" y="898252"/>
                  </a:lnTo>
                  <a:lnTo>
                    <a:pt x="464664" y="914590"/>
                  </a:lnTo>
                  <a:lnTo>
                    <a:pt x="513069" y="930091"/>
                  </a:lnTo>
                  <a:lnTo>
                    <a:pt x="563337" y="944724"/>
                  </a:lnTo>
                  <a:lnTo>
                    <a:pt x="615389" y="958459"/>
                  </a:lnTo>
                  <a:lnTo>
                    <a:pt x="669148" y="971267"/>
                  </a:lnTo>
                  <a:lnTo>
                    <a:pt x="724537" y="983118"/>
                  </a:lnTo>
                  <a:lnTo>
                    <a:pt x="781478" y="993982"/>
                  </a:lnTo>
                  <a:lnTo>
                    <a:pt x="839894" y="1003829"/>
                  </a:lnTo>
                  <a:lnTo>
                    <a:pt x="899708" y="1012629"/>
                  </a:lnTo>
                  <a:lnTo>
                    <a:pt x="960841" y="1020352"/>
                  </a:lnTo>
                  <a:lnTo>
                    <a:pt x="1023217" y="1026970"/>
                  </a:lnTo>
                  <a:lnTo>
                    <a:pt x="1086758" y="1032451"/>
                  </a:lnTo>
                  <a:lnTo>
                    <a:pt x="1151387" y="1036765"/>
                  </a:lnTo>
                  <a:lnTo>
                    <a:pt x="1217026" y="1039884"/>
                  </a:lnTo>
                  <a:lnTo>
                    <a:pt x="1283598" y="1041778"/>
                  </a:lnTo>
                  <a:lnTo>
                    <a:pt x="1351026" y="1042416"/>
                  </a:lnTo>
                  <a:lnTo>
                    <a:pt x="1418453" y="1041778"/>
                  </a:lnTo>
                  <a:lnTo>
                    <a:pt x="1485025" y="1039884"/>
                  </a:lnTo>
                  <a:lnTo>
                    <a:pt x="1550664" y="1036765"/>
                  </a:lnTo>
                  <a:lnTo>
                    <a:pt x="1615293" y="1032451"/>
                  </a:lnTo>
                  <a:lnTo>
                    <a:pt x="1678834" y="1026970"/>
                  </a:lnTo>
                  <a:lnTo>
                    <a:pt x="1741210" y="1020352"/>
                  </a:lnTo>
                  <a:lnTo>
                    <a:pt x="1802343" y="1012629"/>
                  </a:lnTo>
                  <a:lnTo>
                    <a:pt x="1862157" y="1003829"/>
                  </a:lnTo>
                  <a:lnTo>
                    <a:pt x="1920573" y="993982"/>
                  </a:lnTo>
                  <a:lnTo>
                    <a:pt x="1977514" y="983118"/>
                  </a:lnTo>
                  <a:lnTo>
                    <a:pt x="2032903" y="971267"/>
                  </a:lnTo>
                  <a:lnTo>
                    <a:pt x="2086662" y="958459"/>
                  </a:lnTo>
                  <a:lnTo>
                    <a:pt x="2138714" y="944724"/>
                  </a:lnTo>
                  <a:lnTo>
                    <a:pt x="2188982" y="930091"/>
                  </a:lnTo>
                  <a:lnTo>
                    <a:pt x="2237387" y="914590"/>
                  </a:lnTo>
                  <a:lnTo>
                    <a:pt x="2283854" y="898252"/>
                  </a:lnTo>
                  <a:lnTo>
                    <a:pt x="2328303" y="881105"/>
                  </a:lnTo>
                  <a:lnTo>
                    <a:pt x="2370659" y="863180"/>
                  </a:lnTo>
                  <a:lnTo>
                    <a:pt x="2410843" y="844507"/>
                  </a:lnTo>
                  <a:lnTo>
                    <a:pt x="2448778" y="825115"/>
                  </a:lnTo>
                  <a:lnTo>
                    <a:pt x="2484386" y="805034"/>
                  </a:lnTo>
                  <a:lnTo>
                    <a:pt x="2517591" y="784295"/>
                  </a:lnTo>
                  <a:lnTo>
                    <a:pt x="2576480" y="740959"/>
                  </a:lnTo>
                  <a:lnTo>
                    <a:pt x="2624824" y="695345"/>
                  </a:lnTo>
                  <a:lnTo>
                    <a:pt x="2662004" y="647693"/>
                  </a:lnTo>
                  <a:lnTo>
                    <a:pt x="2687402" y="598240"/>
                  </a:lnTo>
                  <a:lnTo>
                    <a:pt x="2700398" y="547226"/>
                  </a:lnTo>
                  <a:lnTo>
                    <a:pt x="2702052" y="521208"/>
                  </a:lnTo>
                  <a:lnTo>
                    <a:pt x="2700398" y="495189"/>
                  </a:lnTo>
                  <a:lnTo>
                    <a:pt x="2687402" y="444175"/>
                  </a:lnTo>
                  <a:lnTo>
                    <a:pt x="2662004" y="394722"/>
                  </a:lnTo>
                  <a:lnTo>
                    <a:pt x="2624824" y="347070"/>
                  </a:lnTo>
                  <a:lnTo>
                    <a:pt x="2576480" y="301456"/>
                  </a:lnTo>
                  <a:lnTo>
                    <a:pt x="2517591" y="258120"/>
                  </a:lnTo>
                  <a:lnTo>
                    <a:pt x="2484386" y="237381"/>
                  </a:lnTo>
                  <a:lnTo>
                    <a:pt x="2448778" y="217300"/>
                  </a:lnTo>
                  <a:lnTo>
                    <a:pt x="2410843" y="197908"/>
                  </a:lnTo>
                  <a:lnTo>
                    <a:pt x="2370659" y="179235"/>
                  </a:lnTo>
                  <a:lnTo>
                    <a:pt x="2328303" y="161310"/>
                  </a:lnTo>
                  <a:lnTo>
                    <a:pt x="2283854" y="144163"/>
                  </a:lnTo>
                  <a:lnTo>
                    <a:pt x="2237387" y="127825"/>
                  </a:lnTo>
                  <a:lnTo>
                    <a:pt x="2188982" y="112324"/>
                  </a:lnTo>
                  <a:lnTo>
                    <a:pt x="2138714" y="97691"/>
                  </a:lnTo>
                  <a:lnTo>
                    <a:pt x="2086662" y="83956"/>
                  </a:lnTo>
                  <a:lnTo>
                    <a:pt x="2032903" y="71148"/>
                  </a:lnTo>
                  <a:lnTo>
                    <a:pt x="1977514" y="59297"/>
                  </a:lnTo>
                  <a:lnTo>
                    <a:pt x="1920573" y="48433"/>
                  </a:lnTo>
                  <a:lnTo>
                    <a:pt x="1862157" y="38586"/>
                  </a:lnTo>
                  <a:lnTo>
                    <a:pt x="1802343" y="29786"/>
                  </a:lnTo>
                  <a:lnTo>
                    <a:pt x="1741210" y="22063"/>
                  </a:lnTo>
                  <a:lnTo>
                    <a:pt x="1678834" y="15445"/>
                  </a:lnTo>
                  <a:lnTo>
                    <a:pt x="1615293" y="9964"/>
                  </a:lnTo>
                  <a:lnTo>
                    <a:pt x="1550664" y="5650"/>
                  </a:lnTo>
                  <a:lnTo>
                    <a:pt x="1485025" y="2531"/>
                  </a:lnTo>
                  <a:lnTo>
                    <a:pt x="1418453" y="637"/>
                  </a:lnTo>
                  <a:lnTo>
                    <a:pt x="1351026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95650" y="2088641"/>
              <a:ext cx="2702560" cy="1042669"/>
            </a:xfrm>
            <a:custGeom>
              <a:avLst/>
              <a:gdLst/>
              <a:ahLst/>
              <a:cxnLst/>
              <a:rect l="l" t="t" r="r" b="b"/>
              <a:pathLst>
                <a:path w="2702560" h="1042669">
                  <a:moveTo>
                    <a:pt x="0" y="521208"/>
                  </a:moveTo>
                  <a:lnTo>
                    <a:pt x="6562" y="469502"/>
                  </a:lnTo>
                  <a:lnTo>
                    <a:pt x="25836" y="419239"/>
                  </a:lnTo>
                  <a:lnTo>
                    <a:pt x="57203" y="370656"/>
                  </a:lnTo>
                  <a:lnTo>
                    <a:pt x="100043" y="323993"/>
                  </a:lnTo>
                  <a:lnTo>
                    <a:pt x="153736" y="279488"/>
                  </a:lnTo>
                  <a:lnTo>
                    <a:pt x="217665" y="237381"/>
                  </a:lnTo>
                  <a:lnTo>
                    <a:pt x="253273" y="217300"/>
                  </a:lnTo>
                  <a:lnTo>
                    <a:pt x="291208" y="197908"/>
                  </a:lnTo>
                  <a:lnTo>
                    <a:pt x="331392" y="179235"/>
                  </a:lnTo>
                  <a:lnTo>
                    <a:pt x="373748" y="161310"/>
                  </a:lnTo>
                  <a:lnTo>
                    <a:pt x="418197" y="144163"/>
                  </a:lnTo>
                  <a:lnTo>
                    <a:pt x="464664" y="127825"/>
                  </a:lnTo>
                  <a:lnTo>
                    <a:pt x="513069" y="112324"/>
                  </a:lnTo>
                  <a:lnTo>
                    <a:pt x="563337" y="97691"/>
                  </a:lnTo>
                  <a:lnTo>
                    <a:pt x="615389" y="83956"/>
                  </a:lnTo>
                  <a:lnTo>
                    <a:pt x="669148" y="71148"/>
                  </a:lnTo>
                  <a:lnTo>
                    <a:pt x="724537" y="59297"/>
                  </a:lnTo>
                  <a:lnTo>
                    <a:pt x="781478" y="48433"/>
                  </a:lnTo>
                  <a:lnTo>
                    <a:pt x="839894" y="38586"/>
                  </a:lnTo>
                  <a:lnTo>
                    <a:pt x="899708" y="29786"/>
                  </a:lnTo>
                  <a:lnTo>
                    <a:pt x="960841" y="22063"/>
                  </a:lnTo>
                  <a:lnTo>
                    <a:pt x="1023217" y="15445"/>
                  </a:lnTo>
                  <a:lnTo>
                    <a:pt x="1086758" y="9964"/>
                  </a:lnTo>
                  <a:lnTo>
                    <a:pt x="1151387" y="5650"/>
                  </a:lnTo>
                  <a:lnTo>
                    <a:pt x="1217026" y="2531"/>
                  </a:lnTo>
                  <a:lnTo>
                    <a:pt x="1283598" y="637"/>
                  </a:lnTo>
                  <a:lnTo>
                    <a:pt x="1351026" y="0"/>
                  </a:lnTo>
                  <a:lnTo>
                    <a:pt x="1418453" y="637"/>
                  </a:lnTo>
                  <a:lnTo>
                    <a:pt x="1485025" y="2531"/>
                  </a:lnTo>
                  <a:lnTo>
                    <a:pt x="1550664" y="5650"/>
                  </a:lnTo>
                  <a:lnTo>
                    <a:pt x="1615293" y="9964"/>
                  </a:lnTo>
                  <a:lnTo>
                    <a:pt x="1678834" y="15445"/>
                  </a:lnTo>
                  <a:lnTo>
                    <a:pt x="1741210" y="22063"/>
                  </a:lnTo>
                  <a:lnTo>
                    <a:pt x="1802343" y="29786"/>
                  </a:lnTo>
                  <a:lnTo>
                    <a:pt x="1862157" y="38586"/>
                  </a:lnTo>
                  <a:lnTo>
                    <a:pt x="1920573" y="48433"/>
                  </a:lnTo>
                  <a:lnTo>
                    <a:pt x="1977514" y="59297"/>
                  </a:lnTo>
                  <a:lnTo>
                    <a:pt x="2032903" y="71148"/>
                  </a:lnTo>
                  <a:lnTo>
                    <a:pt x="2086662" y="83956"/>
                  </a:lnTo>
                  <a:lnTo>
                    <a:pt x="2138714" y="97691"/>
                  </a:lnTo>
                  <a:lnTo>
                    <a:pt x="2188982" y="112324"/>
                  </a:lnTo>
                  <a:lnTo>
                    <a:pt x="2237387" y="127825"/>
                  </a:lnTo>
                  <a:lnTo>
                    <a:pt x="2283854" y="144163"/>
                  </a:lnTo>
                  <a:lnTo>
                    <a:pt x="2328303" y="161310"/>
                  </a:lnTo>
                  <a:lnTo>
                    <a:pt x="2370659" y="179235"/>
                  </a:lnTo>
                  <a:lnTo>
                    <a:pt x="2410843" y="197908"/>
                  </a:lnTo>
                  <a:lnTo>
                    <a:pt x="2448778" y="217300"/>
                  </a:lnTo>
                  <a:lnTo>
                    <a:pt x="2484386" y="237381"/>
                  </a:lnTo>
                  <a:lnTo>
                    <a:pt x="2517591" y="258120"/>
                  </a:lnTo>
                  <a:lnTo>
                    <a:pt x="2576480" y="301456"/>
                  </a:lnTo>
                  <a:lnTo>
                    <a:pt x="2624824" y="347070"/>
                  </a:lnTo>
                  <a:lnTo>
                    <a:pt x="2662004" y="394722"/>
                  </a:lnTo>
                  <a:lnTo>
                    <a:pt x="2687402" y="444175"/>
                  </a:lnTo>
                  <a:lnTo>
                    <a:pt x="2700398" y="495189"/>
                  </a:lnTo>
                  <a:lnTo>
                    <a:pt x="2702052" y="521208"/>
                  </a:lnTo>
                  <a:lnTo>
                    <a:pt x="2700398" y="547226"/>
                  </a:lnTo>
                  <a:lnTo>
                    <a:pt x="2687402" y="598240"/>
                  </a:lnTo>
                  <a:lnTo>
                    <a:pt x="2662004" y="647693"/>
                  </a:lnTo>
                  <a:lnTo>
                    <a:pt x="2624824" y="695345"/>
                  </a:lnTo>
                  <a:lnTo>
                    <a:pt x="2576480" y="740959"/>
                  </a:lnTo>
                  <a:lnTo>
                    <a:pt x="2517591" y="784295"/>
                  </a:lnTo>
                  <a:lnTo>
                    <a:pt x="2484386" y="805034"/>
                  </a:lnTo>
                  <a:lnTo>
                    <a:pt x="2448778" y="825115"/>
                  </a:lnTo>
                  <a:lnTo>
                    <a:pt x="2410843" y="844507"/>
                  </a:lnTo>
                  <a:lnTo>
                    <a:pt x="2370659" y="863180"/>
                  </a:lnTo>
                  <a:lnTo>
                    <a:pt x="2328303" y="881105"/>
                  </a:lnTo>
                  <a:lnTo>
                    <a:pt x="2283854" y="898252"/>
                  </a:lnTo>
                  <a:lnTo>
                    <a:pt x="2237387" y="914590"/>
                  </a:lnTo>
                  <a:lnTo>
                    <a:pt x="2188982" y="930091"/>
                  </a:lnTo>
                  <a:lnTo>
                    <a:pt x="2138714" y="944724"/>
                  </a:lnTo>
                  <a:lnTo>
                    <a:pt x="2086662" y="958459"/>
                  </a:lnTo>
                  <a:lnTo>
                    <a:pt x="2032903" y="971267"/>
                  </a:lnTo>
                  <a:lnTo>
                    <a:pt x="1977514" y="983118"/>
                  </a:lnTo>
                  <a:lnTo>
                    <a:pt x="1920573" y="993982"/>
                  </a:lnTo>
                  <a:lnTo>
                    <a:pt x="1862157" y="1003829"/>
                  </a:lnTo>
                  <a:lnTo>
                    <a:pt x="1802343" y="1012629"/>
                  </a:lnTo>
                  <a:lnTo>
                    <a:pt x="1741210" y="1020352"/>
                  </a:lnTo>
                  <a:lnTo>
                    <a:pt x="1678834" y="1026970"/>
                  </a:lnTo>
                  <a:lnTo>
                    <a:pt x="1615293" y="1032451"/>
                  </a:lnTo>
                  <a:lnTo>
                    <a:pt x="1550664" y="1036765"/>
                  </a:lnTo>
                  <a:lnTo>
                    <a:pt x="1485025" y="1039884"/>
                  </a:lnTo>
                  <a:lnTo>
                    <a:pt x="1418453" y="1041778"/>
                  </a:lnTo>
                  <a:lnTo>
                    <a:pt x="1351026" y="1042416"/>
                  </a:lnTo>
                  <a:lnTo>
                    <a:pt x="1283598" y="1041778"/>
                  </a:lnTo>
                  <a:lnTo>
                    <a:pt x="1217026" y="1039884"/>
                  </a:lnTo>
                  <a:lnTo>
                    <a:pt x="1151387" y="1036765"/>
                  </a:lnTo>
                  <a:lnTo>
                    <a:pt x="1086758" y="1032451"/>
                  </a:lnTo>
                  <a:lnTo>
                    <a:pt x="1023217" y="1026970"/>
                  </a:lnTo>
                  <a:lnTo>
                    <a:pt x="960841" y="1020352"/>
                  </a:lnTo>
                  <a:lnTo>
                    <a:pt x="899708" y="1012629"/>
                  </a:lnTo>
                  <a:lnTo>
                    <a:pt x="839894" y="1003829"/>
                  </a:lnTo>
                  <a:lnTo>
                    <a:pt x="781478" y="993982"/>
                  </a:lnTo>
                  <a:lnTo>
                    <a:pt x="724537" y="983118"/>
                  </a:lnTo>
                  <a:lnTo>
                    <a:pt x="669148" y="971267"/>
                  </a:lnTo>
                  <a:lnTo>
                    <a:pt x="615389" y="958459"/>
                  </a:lnTo>
                  <a:lnTo>
                    <a:pt x="563337" y="944724"/>
                  </a:lnTo>
                  <a:lnTo>
                    <a:pt x="513069" y="930091"/>
                  </a:lnTo>
                  <a:lnTo>
                    <a:pt x="464664" y="914590"/>
                  </a:lnTo>
                  <a:lnTo>
                    <a:pt x="418197" y="898252"/>
                  </a:lnTo>
                  <a:lnTo>
                    <a:pt x="373748" y="881105"/>
                  </a:lnTo>
                  <a:lnTo>
                    <a:pt x="331392" y="863180"/>
                  </a:lnTo>
                  <a:lnTo>
                    <a:pt x="291208" y="844507"/>
                  </a:lnTo>
                  <a:lnTo>
                    <a:pt x="253273" y="825115"/>
                  </a:lnTo>
                  <a:lnTo>
                    <a:pt x="217665" y="805034"/>
                  </a:lnTo>
                  <a:lnTo>
                    <a:pt x="184460" y="784295"/>
                  </a:lnTo>
                  <a:lnTo>
                    <a:pt x="125571" y="740959"/>
                  </a:lnTo>
                  <a:lnTo>
                    <a:pt x="77227" y="695345"/>
                  </a:lnTo>
                  <a:lnTo>
                    <a:pt x="40047" y="647693"/>
                  </a:lnTo>
                  <a:lnTo>
                    <a:pt x="14649" y="598240"/>
                  </a:lnTo>
                  <a:lnTo>
                    <a:pt x="1653" y="547226"/>
                  </a:lnTo>
                  <a:lnTo>
                    <a:pt x="0" y="52120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3783838" y="2210561"/>
            <a:ext cx="1724025" cy="7264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198120">
              <a:lnSpc>
                <a:spcPts val="2640"/>
              </a:lnSpc>
              <a:spcBef>
                <a:spcPts val="385"/>
              </a:spcBef>
            </a:pPr>
            <a:r>
              <a:rPr sz="2400" b="0" spc="-90" dirty="0">
                <a:solidFill>
                  <a:srgbClr val="000000"/>
                </a:solidFill>
                <a:latin typeface="Times New Roman"/>
                <a:cs typeface="Times New Roman"/>
              </a:rPr>
              <a:t>DEFAULT  </a:t>
            </a:r>
            <a:r>
              <a:rPr sz="2400" b="0" spc="-11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400" b="0" spc="-175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24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GU</a:t>
            </a:r>
            <a:r>
              <a:rPr sz="24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M</a:t>
            </a:r>
            <a:r>
              <a:rPr sz="24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ENT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870447" y="4867655"/>
            <a:ext cx="2895600" cy="1435735"/>
            <a:chOff x="5870447" y="4867655"/>
            <a:chExt cx="2895600" cy="1435735"/>
          </a:xfrm>
        </p:grpSpPr>
        <p:sp>
          <p:nvSpPr>
            <p:cNvPr id="30" name="object 30"/>
            <p:cNvSpPr/>
            <p:nvPr/>
          </p:nvSpPr>
          <p:spPr>
            <a:xfrm>
              <a:off x="5870447" y="4867655"/>
              <a:ext cx="457200" cy="5715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29375" y="4888864"/>
              <a:ext cx="338455" cy="453390"/>
            </a:xfrm>
            <a:custGeom>
              <a:avLst/>
              <a:gdLst/>
              <a:ahLst/>
              <a:cxnLst/>
              <a:rect l="l" t="t" r="r" b="b"/>
              <a:pathLst>
                <a:path w="338454" h="453389">
                  <a:moveTo>
                    <a:pt x="274065" y="0"/>
                  </a:moveTo>
                  <a:lnTo>
                    <a:pt x="241808" y="90551"/>
                  </a:lnTo>
                  <a:lnTo>
                    <a:pt x="96900" y="38989"/>
                  </a:lnTo>
                  <a:lnTo>
                    <a:pt x="0" y="310769"/>
                  </a:lnTo>
                  <a:lnTo>
                    <a:pt x="144779" y="362331"/>
                  </a:lnTo>
                  <a:lnTo>
                    <a:pt x="112522" y="453009"/>
                  </a:lnTo>
                  <a:lnTo>
                    <a:pt x="338200" y="278130"/>
                  </a:lnTo>
                  <a:lnTo>
                    <a:pt x="274065" y="0"/>
                  </a:lnTo>
                  <a:close/>
                </a:path>
              </a:pathLst>
            </a:custGeom>
            <a:solidFill>
              <a:srgbClr val="AAB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77711" y="4930139"/>
              <a:ext cx="2688336" cy="1373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26123" y="5093207"/>
              <a:ext cx="2188464" cy="110490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56197" y="4970525"/>
              <a:ext cx="2531745" cy="1216660"/>
            </a:xfrm>
            <a:custGeom>
              <a:avLst/>
              <a:gdLst/>
              <a:ahLst/>
              <a:cxnLst/>
              <a:rect l="l" t="t" r="r" b="b"/>
              <a:pathLst>
                <a:path w="2531745" h="1216660">
                  <a:moveTo>
                    <a:pt x="1265681" y="0"/>
                  </a:moveTo>
                  <a:lnTo>
                    <a:pt x="1202512" y="744"/>
                  </a:lnTo>
                  <a:lnTo>
                    <a:pt x="1140144" y="2953"/>
                  </a:lnTo>
                  <a:lnTo>
                    <a:pt x="1078650" y="6594"/>
                  </a:lnTo>
                  <a:lnTo>
                    <a:pt x="1018103" y="11629"/>
                  </a:lnTo>
                  <a:lnTo>
                    <a:pt x="958575" y="18026"/>
                  </a:lnTo>
                  <a:lnTo>
                    <a:pt x="900139" y="25748"/>
                  </a:lnTo>
                  <a:lnTo>
                    <a:pt x="842867" y="34762"/>
                  </a:lnTo>
                  <a:lnTo>
                    <a:pt x="786832" y="45032"/>
                  </a:lnTo>
                  <a:lnTo>
                    <a:pt x="732106" y="56523"/>
                  </a:lnTo>
                  <a:lnTo>
                    <a:pt x="678761" y="69200"/>
                  </a:lnTo>
                  <a:lnTo>
                    <a:pt x="626871" y="83029"/>
                  </a:lnTo>
                  <a:lnTo>
                    <a:pt x="576508" y="97975"/>
                  </a:lnTo>
                  <a:lnTo>
                    <a:pt x="527744" y="114003"/>
                  </a:lnTo>
                  <a:lnTo>
                    <a:pt x="480652" y="131078"/>
                  </a:lnTo>
                  <a:lnTo>
                    <a:pt x="435305" y="149165"/>
                  </a:lnTo>
                  <a:lnTo>
                    <a:pt x="391774" y="168229"/>
                  </a:lnTo>
                  <a:lnTo>
                    <a:pt x="350132" y="188236"/>
                  </a:lnTo>
                  <a:lnTo>
                    <a:pt x="310453" y="209150"/>
                  </a:lnTo>
                  <a:lnTo>
                    <a:pt x="272808" y="230938"/>
                  </a:lnTo>
                  <a:lnTo>
                    <a:pt x="237270" y="253563"/>
                  </a:lnTo>
                  <a:lnTo>
                    <a:pt x="203911" y="276991"/>
                  </a:lnTo>
                  <a:lnTo>
                    <a:pt x="172804" y="301187"/>
                  </a:lnTo>
                  <a:lnTo>
                    <a:pt x="117637" y="351745"/>
                  </a:lnTo>
                  <a:lnTo>
                    <a:pt x="72347" y="404957"/>
                  </a:lnTo>
                  <a:lnTo>
                    <a:pt x="37516" y="460544"/>
                  </a:lnTo>
                  <a:lnTo>
                    <a:pt x="13723" y="518228"/>
                  </a:lnTo>
                  <a:lnTo>
                    <a:pt x="1548" y="577730"/>
                  </a:lnTo>
                  <a:lnTo>
                    <a:pt x="0" y="608076"/>
                  </a:lnTo>
                  <a:lnTo>
                    <a:pt x="1548" y="638424"/>
                  </a:lnTo>
                  <a:lnTo>
                    <a:pt x="13723" y="697931"/>
                  </a:lnTo>
                  <a:lnTo>
                    <a:pt x="37516" y="755619"/>
                  </a:lnTo>
                  <a:lnTo>
                    <a:pt x="72347" y="811209"/>
                  </a:lnTo>
                  <a:lnTo>
                    <a:pt x="117637" y="864423"/>
                  </a:lnTo>
                  <a:lnTo>
                    <a:pt x="172804" y="914981"/>
                  </a:lnTo>
                  <a:lnTo>
                    <a:pt x="203911" y="939177"/>
                  </a:lnTo>
                  <a:lnTo>
                    <a:pt x="237270" y="962605"/>
                  </a:lnTo>
                  <a:lnTo>
                    <a:pt x="272808" y="985229"/>
                  </a:lnTo>
                  <a:lnTo>
                    <a:pt x="310453" y="1007016"/>
                  </a:lnTo>
                  <a:lnTo>
                    <a:pt x="350132" y="1027930"/>
                  </a:lnTo>
                  <a:lnTo>
                    <a:pt x="391774" y="1047936"/>
                  </a:lnTo>
                  <a:lnTo>
                    <a:pt x="435305" y="1066999"/>
                  </a:lnTo>
                  <a:lnTo>
                    <a:pt x="480652" y="1085085"/>
                  </a:lnTo>
                  <a:lnTo>
                    <a:pt x="527744" y="1102159"/>
                  </a:lnTo>
                  <a:lnTo>
                    <a:pt x="576508" y="1118185"/>
                  </a:lnTo>
                  <a:lnTo>
                    <a:pt x="626871" y="1133130"/>
                  </a:lnTo>
                  <a:lnTo>
                    <a:pt x="678761" y="1146958"/>
                  </a:lnTo>
                  <a:lnTo>
                    <a:pt x="732106" y="1159635"/>
                  </a:lnTo>
                  <a:lnTo>
                    <a:pt x="786832" y="1171125"/>
                  </a:lnTo>
                  <a:lnTo>
                    <a:pt x="842867" y="1181393"/>
                  </a:lnTo>
                  <a:lnTo>
                    <a:pt x="900139" y="1190406"/>
                  </a:lnTo>
                  <a:lnTo>
                    <a:pt x="958575" y="1198127"/>
                  </a:lnTo>
                  <a:lnTo>
                    <a:pt x="1018103" y="1204523"/>
                  </a:lnTo>
                  <a:lnTo>
                    <a:pt x="1078650" y="1209558"/>
                  </a:lnTo>
                  <a:lnTo>
                    <a:pt x="1140144" y="1213198"/>
                  </a:lnTo>
                  <a:lnTo>
                    <a:pt x="1202512" y="1215407"/>
                  </a:lnTo>
                  <a:lnTo>
                    <a:pt x="1265681" y="1216152"/>
                  </a:lnTo>
                  <a:lnTo>
                    <a:pt x="1328851" y="1215407"/>
                  </a:lnTo>
                  <a:lnTo>
                    <a:pt x="1391219" y="1213198"/>
                  </a:lnTo>
                  <a:lnTo>
                    <a:pt x="1452713" y="1209558"/>
                  </a:lnTo>
                  <a:lnTo>
                    <a:pt x="1513260" y="1204523"/>
                  </a:lnTo>
                  <a:lnTo>
                    <a:pt x="1572788" y="1198127"/>
                  </a:lnTo>
                  <a:lnTo>
                    <a:pt x="1631224" y="1190406"/>
                  </a:lnTo>
                  <a:lnTo>
                    <a:pt x="1688496" y="1181393"/>
                  </a:lnTo>
                  <a:lnTo>
                    <a:pt x="1744531" y="1171125"/>
                  </a:lnTo>
                  <a:lnTo>
                    <a:pt x="1799257" y="1159635"/>
                  </a:lnTo>
                  <a:lnTo>
                    <a:pt x="1852602" y="1146958"/>
                  </a:lnTo>
                  <a:lnTo>
                    <a:pt x="1904492" y="1133130"/>
                  </a:lnTo>
                  <a:lnTo>
                    <a:pt x="1954855" y="1118185"/>
                  </a:lnTo>
                  <a:lnTo>
                    <a:pt x="2003619" y="1102159"/>
                  </a:lnTo>
                  <a:lnTo>
                    <a:pt x="2050711" y="1085085"/>
                  </a:lnTo>
                  <a:lnTo>
                    <a:pt x="2096058" y="1066999"/>
                  </a:lnTo>
                  <a:lnTo>
                    <a:pt x="2139589" y="1047936"/>
                  </a:lnTo>
                  <a:lnTo>
                    <a:pt x="2181231" y="1027930"/>
                  </a:lnTo>
                  <a:lnTo>
                    <a:pt x="2220910" y="1007016"/>
                  </a:lnTo>
                  <a:lnTo>
                    <a:pt x="2258555" y="985229"/>
                  </a:lnTo>
                  <a:lnTo>
                    <a:pt x="2294093" y="962605"/>
                  </a:lnTo>
                  <a:lnTo>
                    <a:pt x="2327452" y="939177"/>
                  </a:lnTo>
                  <a:lnTo>
                    <a:pt x="2358559" y="914981"/>
                  </a:lnTo>
                  <a:lnTo>
                    <a:pt x="2413726" y="864423"/>
                  </a:lnTo>
                  <a:lnTo>
                    <a:pt x="2459016" y="811209"/>
                  </a:lnTo>
                  <a:lnTo>
                    <a:pt x="2493847" y="755619"/>
                  </a:lnTo>
                  <a:lnTo>
                    <a:pt x="2517640" y="697931"/>
                  </a:lnTo>
                  <a:lnTo>
                    <a:pt x="2529815" y="638424"/>
                  </a:lnTo>
                  <a:lnTo>
                    <a:pt x="2531363" y="608076"/>
                  </a:lnTo>
                  <a:lnTo>
                    <a:pt x="2529815" y="577730"/>
                  </a:lnTo>
                  <a:lnTo>
                    <a:pt x="2517640" y="518228"/>
                  </a:lnTo>
                  <a:lnTo>
                    <a:pt x="2493847" y="460544"/>
                  </a:lnTo>
                  <a:lnTo>
                    <a:pt x="2459016" y="404957"/>
                  </a:lnTo>
                  <a:lnTo>
                    <a:pt x="2413726" y="351745"/>
                  </a:lnTo>
                  <a:lnTo>
                    <a:pt x="2358559" y="301187"/>
                  </a:lnTo>
                  <a:lnTo>
                    <a:pt x="2327452" y="276991"/>
                  </a:lnTo>
                  <a:lnTo>
                    <a:pt x="2294093" y="253563"/>
                  </a:lnTo>
                  <a:lnTo>
                    <a:pt x="2258555" y="230938"/>
                  </a:lnTo>
                  <a:lnTo>
                    <a:pt x="2220910" y="209150"/>
                  </a:lnTo>
                  <a:lnTo>
                    <a:pt x="2181231" y="188236"/>
                  </a:lnTo>
                  <a:lnTo>
                    <a:pt x="2139589" y="168229"/>
                  </a:lnTo>
                  <a:lnTo>
                    <a:pt x="2096058" y="149165"/>
                  </a:lnTo>
                  <a:lnTo>
                    <a:pt x="2050711" y="131078"/>
                  </a:lnTo>
                  <a:lnTo>
                    <a:pt x="2003619" y="114003"/>
                  </a:lnTo>
                  <a:lnTo>
                    <a:pt x="1954855" y="97975"/>
                  </a:lnTo>
                  <a:lnTo>
                    <a:pt x="1904492" y="83029"/>
                  </a:lnTo>
                  <a:lnTo>
                    <a:pt x="1852602" y="69200"/>
                  </a:lnTo>
                  <a:lnTo>
                    <a:pt x="1799257" y="56523"/>
                  </a:lnTo>
                  <a:lnTo>
                    <a:pt x="1744531" y="45032"/>
                  </a:lnTo>
                  <a:lnTo>
                    <a:pt x="1688496" y="34762"/>
                  </a:lnTo>
                  <a:lnTo>
                    <a:pt x="1631224" y="25748"/>
                  </a:lnTo>
                  <a:lnTo>
                    <a:pt x="1572788" y="18026"/>
                  </a:lnTo>
                  <a:lnTo>
                    <a:pt x="1513260" y="11629"/>
                  </a:lnTo>
                  <a:lnTo>
                    <a:pt x="1452713" y="6594"/>
                  </a:lnTo>
                  <a:lnTo>
                    <a:pt x="1391219" y="2953"/>
                  </a:lnTo>
                  <a:lnTo>
                    <a:pt x="1328851" y="744"/>
                  </a:lnTo>
                  <a:lnTo>
                    <a:pt x="1265681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56197" y="4970525"/>
              <a:ext cx="2531745" cy="1216660"/>
            </a:xfrm>
            <a:custGeom>
              <a:avLst/>
              <a:gdLst/>
              <a:ahLst/>
              <a:cxnLst/>
              <a:rect l="l" t="t" r="r" b="b"/>
              <a:pathLst>
                <a:path w="2531745" h="1216660">
                  <a:moveTo>
                    <a:pt x="0" y="608076"/>
                  </a:moveTo>
                  <a:lnTo>
                    <a:pt x="6147" y="547769"/>
                  </a:lnTo>
                  <a:lnTo>
                    <a:pt x="24203" y="489142"/>
                  </a:lnTo>
                  <a:lnTo>
                    <a:pt x="53588" y="432471"/>
                  </a:lnTo>
                  <a:lnTo>
                    <a:pt x="93721" y="378036"/>
                  </a:lnTo>
                  <a:lnTo>
                    <a:pt x="144022" y="326117"/>
                  </a:lnTo>
                  <a:lnTo>
                    <a:pt x="203911" y="276991"/>
                  </a:lnTo>
                  <a:lnTo>
                    <a:pt x="237270" y="253563"/>
                  </a:lnTo>
                  <a:lnTo>
                    <a:pt x="272808" y="230938"/>
                  </a:lnTo>
                  <a:lnTo>
                    <a:pt x="310453" y="209150"/>
                  </a:lnTo>
                  <a:lnTo>
                    <a:pt x="350132" y="188236"/>
                  </a:lnTo>
                  <a:lnTo>
                    <a:pt x="391774" y="168229"/>
                  </a:lnTo>
                  <a:lnTo>
                    <a:pt x="435305" y="149165"/>
                  </a:lnTo>
                  <a:lnTo>
                    <a:pt x="480652" y="131078"/>
                  </a:lnTo>
                  <a:lnTo>
                    <a:pt x="527744" y="114003"/>
                  </a:lnTo>
                  <a:lnTo>
                    <a:pt x="576508" y="97975"/>
                  </a:lnTo>
                  <a:lnTo>
                    <a:pt x="626871" y="83029"/>
                  </a:lnTo>
                  <a:lnTo>
                    <a:pt x="678761" y="69200"/>
                  </a:lnTo>
                  <a:lnTo>
                    <a:pt x="732106" y="56523"/>
                  </a:lnTo>
                  <a:lnTo>
                    <a:pt x="786832" y="45032"/>
                  </a:lnTo>
                  <a:lnTo>
                    <a:pt x="842867" y="34762"/>
                  </a:lnTo>
                  <a:lnTo>
                    <a:pt x="900139" y="25748"/>
                  </a:lnTo>
                  <a:lnTo>
                    <a:pt x="958575" y="18026"/>
                  </a:lnTo>
                  <a:lnTo>
                    <a:pt x="1018103" y="11629"/>
                  </a:lnTo>
                  <a:lnTo>
                    <a:pt x="1078650" y="6594"/>
                  </a:lnTo>
                  <a:lnTo>
                    <a:pt x="1140144" y="2953"/>
                  </a:lnTo>
                  <a:lnTo>
                    <a:pt x="1202512" y="744"/>
                  </a:lnTo>
                  <a:lnTo>
                    <a:pt x="1265681" y="0"/>
                  </a:lnTo>
                  <a:lnTo>
                    <a:pt x="1328851" y="744"/>
                  </a:lnTo>
                  <a:lnTo>
                    <a:pt x="1391219" y="2953"/>
                  </a:lnTo>
                  <a:lnTo>
                    <a:pt x="1452713" y="6594"/>
                  </a:lnTo>
                  <a:lnTo>
                    <a:pt x="1513260" y="11629"/>
                  </a:lnTo>
                  <a:lnTo>
                    <a:pt x="1572788" y="18026"/>
                  </a:lnTo>
                  <a:lnTo>
                    <a:pt x="1631224" y="25748"/>
                  </a:lnTo>
                  <a:lnTo>
                    <a:pt x="1688496" y="34762"/>
                  </a:lnTo>
                  <a:lnTo>
                    <a:pt x="1744531" y="45032"/>
                  </a:lnTo>
                  <a:lnTo>
                    <a:pt x="1799257" y="56523"/>
                  </a:lnTo>
                  <a:lnTo>
                    <a:pt x="1852602" y="69200"/>
                  </a:lnTo>
                  <a:lnTo>
                    <a:pt x="1904492" y="83029"/>
                  </a:lnTo>
                  <a:lnTo>
                    <a:pt x="1954855" y="97975"/>
                  </a:lnTo>
                  <a:lnTo>
                    <a:pt x="2003619" y="114003"/>
                  </a:lnTo>
                  <a:lnTo>
                    <a:pt x="2050711" y="131078"/>
                  </a:lnTo>
                  <a:lnTo>
                    <a:pt x="2096058" y="149165"/>
                  </a:lnTo>
                  <a:lnTo>
                    <a:pt x="2139589" y="168229"/>
                  </a:lnTo>
                  <a:lnTo>
                    <a:pt x="2181231" y="188236"/>
                  </a:lnTo>
                  <a:lnTo>
                    <a:pt x="2220910" y="209150"/>
                  </a:lnTo>
                  <a:lnTo>
                    <a:pt x="2258555" y="230938"/>
                  </a:lnTo>
                  <a:lnTo>
                    <a:pt x="2294093" y="253563"/>
                  </a:lnTo>
                  <a:lnTo>
                    <a:pt x="2327452" y="276991"/>
                  </a:lnTo>
                  <a:lnTo>
                    <a:pt x="2358559" y="301187"/>
                  </a:lnTo>
                  <a:lnTo>
                    <a:pt x="2413726" y="351745"/>
                  </a:lnTo>
                  <a:lnTo>
                    <a:pt x="2459016" y="404957"/>
                  </a:lnTo>
                  <a:lnTo>
                    <a:pt x="2493847" y="460544"/>
                  </a:lnTo>
                  <a:lnTo>
                    <a:pt x="2517640" y="518228"/>
                  </a:lnTo>
                  <a:lnTo>
                    <a:pt x="2529815" y="577730"/>
                  </a:lnTo>
                  <a:lnTo>
                    <a:pt x="2531363" y="608076"/>
                  </a:lnTo>
                  <a:lnTo>
                    <a:pt x="2529815" y="638424"/>
                  </a:lnTo>
                  <a:lnTo>
                    <a:pt x="2517640" y="697931"/>
                  </a:lnTo>
                  <a:lnTo>
                    <a:pt x="2493847" y="755619"/>
                  </a:lnTo>
                  <a:lnTo>
                    <a:pt x="2459016" y="811209"/>
                  </a:lnTo>
                  <a:lnTo>
                    <a:pt x="2413726" y="864423"/>
                  </a:lnTo>
                  <a:lnTo>
                    <a:pt x="2358559" y="914981"/>
                  </a:lnTo>
                  <a:lnTo>
                    <a:pt x="2327452" y="939177"/>
                  </a:lnTo>
                  <a:lnTo>
                    <a:pt x="2294093" y="962605"/>
                  </a:lnTo>
                  <a:lnTo>
                    <a:pt x="2258555" y="985229"/>
                  </a:lnTo>
                  <a:lnTo>
                    <a:pt x="2220910" y="1007016"/>
                  </a:lnTo>
                  <a:lnTo>
                    <a:pt x="2181231" y="1027930"/>
                  </a:lnTo>
                  <a:lnTo>
                    <a:pt x="2139589" y="1047936"/>
                  </a:lnTo>
                  <a:lnTo>
                    <a:pt x="2096058" y="1066999"/>
                  </a:lnTo>
                  <a:lnTo>
                    <a:pt x="2050711" y="1085085"/>
                  </a:lnTo>
                  <a:lnTo>
                    <a:pt x="2003619" y="1102159"/>
                  </a:lnTo>
                  <a:lnTo>
                    <a:pt x="1954855" y="1118185"/>
                  </a:lnTo>
                  <a:lnTo>
                    <a:pt x="1904492" y="1133130"/>
                  </a:lnTo>
                  <a:lnTo>
                    <a:pt x="1852602" y="1146958"/>
                  </a:lnTo>
                  <a:lnTo>
                    <a:pt x="1799257" y="1159635"/>
                  </a:lnTo>
                  <a:lnTo>
                    <a:pt x="1744531" y="1171125"/>
                  </a:lnTo>
                  <a:lnTo>
                    <a:pt x="1688496" y="1181393"/>
                  </a:lnTo>
                  <a:lnTo>
                    <a:pt x="1631224" y="1190406"/>
                  </a:lnTo>
                  <a:lnTo>
                    <a:pt x="1572788" y="1198127"/>
                  </a:lnTo>
                  <a:lnTo>
                    <a:pt x="1513260" y="1204523"/>
                  </a:lnTo>
                  <a:lnTo>
                    <a:pt x="1452713" y="1209558"/>
                  </a:lnTo>
                  <a:lnTo>
                    <a:pt x="1391219" y="1213198"/>
                  </a:lnTo>
                  <a:lnTo>
                    <a:pt x="1328851" y="1215407"/>
                  </a:lnTo>
                  <a:lnTo>
                    <a:pt x="1265681" y="1216152"/>
                  </a:lnTo>
                  <a:lnTo>
                    <a:pt x="1202512" y="1215407"/>
                  </a:lnTo>
                  <a:lnTo>
                    <a:pt x="1140144" y="1213198"/>
                  </a:lnTo>
                  <a:lnTo>
                    <a:pt x="1078650" y="1209558"/>
                  </a:lnTo>
                  <a:lnTo>
                    <a:pt x="1018103" y="1204523"/>
                  </a:lnTo>
                  <a:lnTo>
                    <a:pt x="958575" y="1198127"/>
                  </a:lnTo>
                  <a:lnTo>
                    <a:pt x="900139" y="1190406"/>
                  </a:lnTo>
                  <a:lnTo>
                    <a:pt x="842867" y="1181393"/>
                  </a:lnTo>
                  <a:lnTo>
                    <a:pt x="786832" y="1171125"/>
                  </a:lnTo>
                  <a:lnTo>
                    <a:pt x="732106" y="1159635"/>
                  </a:lnTo>
                  <a:lnTo>
                    <a:pt x="678761" y="1146958"/>
                  </a:lnTo>
                  <a:lnTo>
                    <a:pt x="626871" y="1133130"/>
                  </a:lnTo>
                  <a:lnTo>
                    <a:pt x="576508" y="1118185"/>
                  </a:lnTo>
                  <a:lnTo>
                    <a:pt x="527744" y="1102159"/>
                  </a:lnTo>
                  <a:lnTo>
                    <a:pt x="480652" y="1085085"/>
                  </a:lnTo>
                  <a:lnTo>
                    <a:pt x="435305" y="1066999"/>
                  </a:lnTo>
                  <a:lnTo>
                    <a:pt x="391774" y="1047936"/>
                  </a:lnTo>
                  <a:lnTo>
                    <a:pt x="350132" y="1027930"/>
                  </a:lnTo>
                  <a:lnTo>
                    <a:pt x="310453" y="1007016"/>
                  </a:lnTo>
                  <a:lnTo>
                    <a:pt x="272808" y="985229"/>
                  </a:lnTo>
                  <a:lnTo>
                    <a:pt x="237270" y="962605"/>
                  </a:lnTo>
                  <a:lnTo>
                    <a:pt x="203911" y="939177"/>
                  </a:lnTo>
                  <a:lnTo>
                    <a:pt x="172804" y="914981"/>
                  </a:lnTo>
                  <a:lnTo>
                    <a:pt x="117637" y="864423"/>
                  </a:lnTo>
                  <a:lnTo>
                    <a:pt x="72347" y="811209"/>
                  </a:lnTo>
                  <a:lnTo>
                    <a:pt x="37516" y="755619"/>
                  </a:lnTo>
                  <a:lnTo>
                    <a:pt x="13723" y="697931"/>
                  </a:lnTo>
                  <a:lnTo>
                    <a:pt x="1548" y="638424"/>
                  </a:lnTo>
                  <a:lnTo>
                    <a:pt x="0" y="608076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559677" y="5180203"/>
            <a:ext cx="1723389" cy="7264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88265">
              <a:lnSpc>
                <a:spcPts val="2640"/>
              </a:lnSpc>
              <a:spcBef>
                <a:spcPts val="385"/>
              </a:spcBef>
            </a:pPr>
            <a:r>
              <a:rPr sz="2400" spc="-45" dirty="0">
                <a:latin typeface="Times New Roman"/>
                <a:cs typeface="Times New Roman"/>
              </a:rPr>
              <a:t>KEYWORD  </a:t>
            </a:r>
            <a:r>
              <a:rPr sz="2400" spc="-110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R</a:t>
            </a:r>
            <a:r>
              <a:rPr sz="2400" spc="5" dirty="0">
                <a:latin typeface="Times New Roman"/>
                <a:cs typeface="Times New Roman"/>
              </a:rPr>
              <a:t>GUMENT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99872" y="4846320"/>
            <a:ext cx="2996565" cy="1533525"/>
            <a:chOff x="499872" y="4846320"/>
            <a:chExt cx="2996565" cy="1533525"/>
          </a:xfrm>
        </p:grpSpPr>
        <p:sp>
          <p:nvSpPr>
            <p:cNvPr id="38" name="object 38"/>
            <p:cNvSpPr/>
            <p:nvPr/>
          </p:nvSpPr>
          <p:spPr>
            <a:xfrm>
              <a:off x="3140964" y="4846320"/>
              <a:ext cx="355091" cy="56997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99892" y="4867910"/>
              <a:ext cx="236854" cy="450850"/>
            </a:xfrm>
            <a:custGeom>
              <a:avLst/>
              <a:gdLst/>
              <a:ahLst/>
              <a:cxnLst/>
              <a:rect l="l" t="t" r="r" b="b"/>
              <a:pathLst>
                <a:path w="236854" h="450850">
                  <a:moveTo>
                    <a:pt x="9143" y="0"/>
                  </a:moveTo>
                  <a:lnTo>
                    <a:pt x="0" y="259969"/>
                  </a:lnTo>
                  <a:lnTo>
                    <a:pt x="177165" y="450595"/>
                  </a:lnTo>
                  <a:lnTo>
                    <a:pt x="143509" y="360425"/>
                  </a:lnTo>
                  <a:lnTo>
                    <a:pt x="236600" y="325754"/>
                  </a:lnTo>
                  <a:lnTo>
                    <a:pt x="135762" y="55371"/>
                  </a:lnTo>
                  <a:lnTo>
                    <a:pt x="42671" y="90042"/>
                  </a:lnTo>
                  <a:lnTo>
                    <a:pt x="9143" y="0"/>
                  </a:lnTo>
                  <a:close/>
                </a:path>
              </a:pathLst>
            </a:custGeom>
            <a:solidFill>
              <a:srgbClr val="AAB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9872" y="4853940"/>
              <a:ext cx="2985516" cy="152552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9912" y="5093208"/>
              <a:ext cx="2343912" cy="1104900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8358" y="4894326"/>
              <a:ext cx="2828925" cy="1369060"/>
            </a:xfrm>
            <a:custGeom>
              <a:avLst/>
              <a:gdLst/>
              <a:ahLst/>
              <a:cxnLst/>
              <a:rect l="l" t="t" r="r" b="b"/>
              <a:pathLst>
                <a:path w="2828925" h="1369060">
                  <a:moveTo>
                    <a:pt x="1414272" y="0"/>
                  </a:moveTo>
                  <a:lnTo>
                    <a:pt x="1351275" y="666"/>
                  </a:lnTo>
                  <a:lnTo>
                    <a:pt x="1288984" y="2648"/>
                  </a:lnTo>
                  <a:lnTo>
                    <a:pt x="1227455" y="5916"/>
                  </a:lnTo>
                  <a:lnTo>
                    <a:pt x="1166748" y="10443"/>
                  </a:lnTo>
                  <a:lnTo>
                    <a:pt x="1106918" y="16202"/>
                  </a:lnTo>
                  <a:lnTo>
                    <a:pt x="1048025" y="23164"/>
                  </a:lnTo>
                  <a:lnTo>
                    <a:pt x="990124" y="31303"/>
                  </a:lnTo>
                  <a:lnTo>
                    <a:pt x="933273" y="40589"/>
                  </a:lnTo>
                  <a:lnTo>
                    <a:pt x="877531" y="50995"/>
                  </a:lnTo>
                  <a:lnTo>
                    <a:pt x="822954" y="62493"/>
                  </a:lnTo>
                  <a:lnTo>
                    <a:pt x="769600" y="75056"/>
                  </a:lnTo>
                  <a:lnTo>
                    <a:pt x="717527" y="88656"/>
                  </a:lnTo>
                  <a:lnTo>
                    <a:pt x="666792" y="103265"/>
                  </a:lnTo>
                  <a:lnTo>
                    <a:pt x="617452" y="118855"/>
                  </a:lnTo>
                  <a:lnTo>
                    <a:pt x="569565" y="135398"/>
                  </a:lnTo>
                  <a:lnTo>
                    <a:pt x="523188" y="152867"/>
                  </a:lnTo>
                  <a:lnTo>
                    <a:pt x="478380" y="171233"/>
                  </a:lnTo>
                  <a:lnTo>
                    <a:pt x="435196" y="190470"/>
                  </a:lnTo>
                  <a:lnTo>
                    <a:pt x="393696" y="210548"/>
                  </a:lnTo>
                  <a:lnTo>
                    <a:pt x="353936" y="231441"/>
                  </a:lnTo>
                  <a:lnTo>
                    <a:pt x="315974" y="253121"/>
                  </a:lnTo>
                  <a:lnTo>
                    <a:pt x="279867" y="275559"/>
                  </a:lnTo>
                  <a:lnTo>
                    <a:pt x="245673" y="298728"/>
                  </a:lnTo>
                  <a:lnTo>
                    <a:pt x="213450" y="322600"/>
                  </a:lnTo>
                  <a:lnTo>
                    <a:pt x="183254" y="347148"/>
                  </a:lnTo>
                  <a:lnTo>
                    <a:pt x="129176" y="398158"/>
                  </a:lnTo>
                  <a:lnTo>
                    <a:pt x="83899" y="451535"/>
                  </a:lnTo>
                  <a:lnTo>
                    <a:pt x="47883" y="507058"/>
                  </a:lnTo>
                  <a:lnTo>
                    <a:pt x="21587" y="564504"/>
                  </a:lnTo>
                  <a:lnTo>
                    <a:pt x="5473" y="623651"/>
                  </a:lnTo>
                  <a:lnTo>
                    <a:pt x="0" y="684276"/>
                  </a:lnTo>
                  <a:lnTo>
                    <a:pt x="1377" y="714756"/>
                  </a:lnTo>
                  <a:lnTo>
                    <a:pt x="12229" y="774664"/>
                  </a:lnTo>
                  <a:lnTo>
                    <a:pt x="33491" y="832984"/>
                  </a:lnTo>
                  <a:lnTo>
                    <a:pt x="64704" y="889494"/>
                  </a:lnTo>
                  <a:lnTo>
                    <a:pt x="105408" y="943971"/>
                  </a:lnTo>
                  <a:lnTo>
                    <a:pt x="155143" y="996191"/>
                  </a:lnTo>
                  <a:lnTo>
                    <a:pt x="213450" y="1045934"/>
                  </a:lnTo>
                  <a:lnTo>
                    <a:pt x="245673" y="1069806"/>
                  </a:lnTo>
                  <a:lnTo>
                    <a:pt x="279867" y="1092976"/>
                  </a:lnTo>
                  <a:lnTo>
                    <a:pt x="315974" y="1115414"/>
                  </a:lnTo>
                  <a:lnTo>
                    <a:pt x="353936" y="1137094"/>
                  </a:lnTo>
                  <a:lnTo>
                    <a:pt x="393696" y="1157988"/>
                  </a:lnTo>
                  <a:lnTo>
                    <a:pt x="435196" y="1178067"/>
                  </a:lnTo>
                  <a:lnTo>
                    <a:pt x="478380" y="1197305"/>
                  </a:lnTo>
                  <a:lnTo>
                    <a:pt x="523188" y="1215672"/>
                  </a:lnTo>
                  <a:lnTo>
                    <a:pt x="569565" y="1233142"/>
                  </a:lnTo>
                  <a:lnTo>
                    <a:pt x="617452" y="1249686"/>
                  </a:lnTo>
                  <a:lnTo>
                    <a:pt x="666792" y="1265277"/>
                  </a:lnTo>
                  <a:lnTo>
                    <a:pt x="717527" y="1279887"/>
                  </a:lnTo>
                  <a:lnTo>
                    <a:pt x="769600" y="1293487"/>
                  </a:lnTo>
                  <a:lnTo>
                    <a:pt x="822954" y="1306052"/>
                  </a:lnTo>
                  <a:lnTo>
                    <a:pt x="877531" y="1317551"/>
                  </a:lnTo>
                  <a:lnTo>
                    <a:pt x="933273" y="1327958"/>
                  </a:lnTo>
                  <a:lnTo>
                    <a:pt x="990124" y="1337245"/>
                  </a:lnTo>
                  <a:lnTo>
                    <a:pt x="1048025" y="1345384"/>
                  </a:lnTo>
                  <a:lnTo>
                    <a:pt x="1106918" y="1352347"/>
                  </a:lnTo>
                  <a:lnTo>
                    <a:pt x="1166748" y="1358106"/>
                  </a:lnTo>
                  <a:lnTo>
                    <a:pt x="1227455" y="1362634"/>
                  </a:lnTo>
                  <a:lnTo>
                    <a:pt x="1288984" y="1365903"/>
                  </a:lnTo>
                  <a:lnTo>
                    <a:pt x="1351275" y="1367885"/>
                  </a:lnTo>
                  <a:lnTo>
                    <a:pt x="1414272" y="1368552"/>
                  </a:lnTo>
                  <a:lnTo>
                    <a:pt x="1477266" y="1367885"/>
                  </a:lnTo>
                  <a:lnTo>
                    <a:pt x="1539556" y="1365903"/>
                  </a:lnTo>
                  <a:lnTo>
                    <a:pt x="1601082" y="1362634"/>
                  </a:lnTo>
                  <a:lnTo>
                    <a:pt x="1661789" y="1358106"/>
                  </a:lnTo>
                  <a:lnTo>
                    <a:pt x="1721617" y="1352347"/>
                  </a:lnTo>
                  <a:lnTo>
                    <a:pt x="1780510" y="1345384"/>
                  </a:lnTo>
                  <a:lnTo>
                    <a:pt x="1838410" y="1337245"/>
                  </a:lnTo>
                  <a:lnTo>
                    <a:pt x="1895260" y="1327958"/>
                  </a:lnTo>
                  <a:lnTo>
                    <a:pt x="1951001" y="1317551"/>
                  </a:lnTo>
                  <a:lnTo>
                    <a:pt x="2005578" y="1306052"/>
                  </a:lnTo>
                  <a:lnTo>
                    <a:pt x="2058931" y="1293487"/>
                  </a:lnTo>
                  <a:lnTo>
                    <a:pt x="2111005" y="1279887"/>
                  </a:lnTo>
                  <a:lnTo>
                    <a:pt x="2161740" y="1265277"/>
                  </a:lnTo>
                  <a:lnTo>
                    <a:pt x="2211080" y="1249686"/>
                  </a:lnTo>
                  <a:lnTo>
                    <a:pt x="2258967" y="1233142"/>
                  </a:lnTo>
                  <a:lnTo>
                    <a:pt x="2305344" y="1215672"/>
                  </a:lnTo>
                  <a:lnTo>
                    <a:pt x="2350153" y="1197305"/>
                  </a:lnTo>
                  <a:lnTo>
                    <a:pt x="2393337" y="1178067"/>
                  </a:lnTo>
                  <a:lnTo>
                    <a:pt x="2434838" y="1157988"/>
                  </a:lnTo>
                  <a:lnTo>
                    <a:pt x="2474598" y="1137094"/>
                  </a:lnTo>
                  <a:lnTo>
                    <a:pt x="2512561" y="1115414"/>
                  </a:lnTo>
                  <a:lnTo>
                    <a:pt x="2548668" y="1092976"/>
                  </a:lnTo>
                  <a:lnTo>
                    <a:pt x="2582863" y="1069806"/>
                  </a:lnTo>
                  <a:lnTo>
                    <a:pt x="2615087" y="1045934"/>
                  </a:lnTo>
                  <a:lnTo>
                    <a:pt x="2645284" y="1021386"/>
                  </a:lnTo>
                  <a:lnTo>
                    <a:pt x="2699363" y="970377"/>
                  </a:lnTo>
                  <a:lnTo>
                    <a:pt x="2744642" y="917000"/>
                  </a:lnTo>
                  <a:lnTo>
                    <a:pt x="2780659" y="861480"/>
                  </a:lnTo>
                  <a:lnTo>
                    <a:pt x="2806955" y="804037"/>
                  </a:lnTo>
                  <a:lnTo>
                    <a:pt x="2823070" y="744895"/>
                  </a:lnTo>
                  <a:lnTo>
                    <a:pt x="2828544" y="684276"/>
                  </a:lnTo>
                  <a:lnTo>
                    <a:pt x="2827165" y="653792"/>
                  </a:lnTo>
                  <a:lnTo>
                    <a:pt x="2816314" y="593879"/>
                  </a:lnTo>
                  <a:lnTo>
                    <a:pt x="2795051" y="535555"/>
                  </a:lnTo>
                  <a:lnTo>
                    <a:pt x="2763836" y="479043"/>
                  </a:lnTo>
                  <a:lnTo>
                    <a:pt x="2723131" y="424565"/>
                  </a:lnTo>
                  <a:lnTo>
                    <a:pt x="2673395" y="372343"/>
                  </a:lnTo>
                  <a:lnTo>
                    <a:pt x="2615087" y="322600"/>
                  </a:lnTo>
                  <a:lnTo>
                    <a:pt x="2582863" y="298728"/>
                  </a:lnTo>
                  <a:lnTo>
                    <a:pt x="2548668" y="275559"/>
                  </a:lnTo>
                  <a:lnTo>
                    <a:pt x="2512561" y="253121"/>
                  </a:lnTo>
                  <a:lnTo>
                    <a:pt x="2474598" y="231441"/>
                  </a:lnTo>
                  <a:lnTo>
                    <a:pt x="2434838" y="210548"/>
                  </a:lnTo>
                  <a:lnTo>
                    <a:pt x="2393337" y="190470"/>
                  </a:lnTo>
                  <a:lnTo>
                    <a:pt x="2350153" y="171233"/>
                  </a:lnTo>
                  <a:lnTo>
                    <a:pt x="2305344" y="152867"/>
                  </a:lnTo>
                  <a:lnTo>
                    <a:pt x="2258967" y="135398"/>
                  </a:lnTo>
                  <a:lnTo>
                    <a:pt x="2211080" y="118855"/>
                  </a:lnTo>
                  <a:lnTo>
                    <a:pt x="2161740" y="103265"/>
                  </a:lnTo>
                  <a:lnTo>
                    <a:pt x="2111005" y="88656"/>
                  </a:lnTo>
                  <a:lnTo>
                    <a:pt x="2058931" y="75056"/>
                  </a:lnTo>
                  <a:lnTo>
                    <a:pt x="2005578" y="62493"/>
                  </a:lnTo>
                  <a:lnTo>
                    <a:pt x="1951001" y="50995"/>
                  </a:lnTo>
                  <a:lnTo>
                    <a:pt x="1895260" y="40589"/>
                  </a:lnTo>
                  <a:lnTo>
                    <a:pt x="1838410" y="31303"/>
                  </a:lnTo>
                  <a:lnTo>
                    <a:pt x="1780510" y="23164"/>
                  </a:lnTo>
                  <a:lnTo>
                    <a:pt x="1721617" y="16202"/>
                  </a:lnTo>
                  <a:lnTo>
                    <a:pt x="1661789" y="10443"/>
                  </a:lnTo>
                  <a:lnTo>
                    <a:pt x="1601082" y="5916"/>
                  </a:lnTo>
                  <a:lnTo>
                    <a:pt x="1539556" y="2648"/>
                  </a:lnTo>
                  <a:lnTo>
                    <a:pt x="1477266" y="666"/>
                  </a:lnTo>
                  <a:lnTo>
                    <a:pt x="1414272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8358" y="4894326"/>
              <a:ext cx="2828925" cy="1369060"/>
            </a:xfrm>
            <a:custGeom>
              <a:avLst/>
              <a:gdLst/>
              <a:ahLst/>
              <a:cxnLst/>
              <a:rect l="l" t="t" r="r" b="b"/>
              <a:pathLst>
                <a:path w="2828925" h="1369060">
                  <a:moveTo>
                    <a:pt x="0" y="684276"/>
                  </a:moveTo>
                  <a:lnTo>
                    <a:pt x="5473" y="623651"/>
                  </a:lnTo>
                  <a:lnTo>
                    <a:pt x="21587" y="564504"/>
                  </a:lnTo>
                  <a:lnTo>
                    <a:pt x="47883" y="507058"/>
                  </a:lnTo>
                  <a:lnTo>
                    <a:pt x="83899" y="451535"/>
                  </a:lnTo>
                  <a:lnTo>
                    <a:pt x="129176" y="398158"/>
                  </a:lnTo>
                  <a:lnTo>
                    <a:pt x="183254" y="347148"/>
                  </a:lnTo>
                  <a:lnTo>
                    <a:pt x="213450" y="322600"/>
                  </a:lnTo>
                  <a:lnTo>
                    <a:pt x="245673" y="298728"/>
                  </a:lnTo>
                  <a:lnTo>
                    <a:pt x="279867" y="275559"/>
                  </a:lnTo>
                  <a:lnTo>
                    <a:pt x="315974" y="253121"/>
                  </a:lnTo>
                  <a:lnTo>
                    <a:pt x="353936" y="231441"/>
                  </a:lnTo>
                  <a:lnTo>
                    <a:pt x="393696" y="210548"/>
                  </a:lnTo>
                  <a:lnTo>
                    <a:pt x="435196" y="190470"/>
                  </a:lnTo>
                  <a:lnTo>
                    <a:pt x="478380" y="171233"/>
                  </a:lnTo>
                  <a:lnTo>
                    <a:pt x="523188" y="152867"/>
                  </a:lnTo>
                  <a:lnTo>
                    <a:pt x="569565" y="135398"/>
                  </a:lnTo>
                  <a:lnTo>
                    <a:pt x="617452" y="118855"/>
                  </a:lnTo>
                  <a:lnTo>
                    <a:pt x="666792" y="103265"/>
                  </a:lnTo>
                  <a:lnTo>
                    <a:pt x="717527" y="88656"/>
                  </a:lnTo>
                  <a:lnTo>
                    <a:pt x="769600" y="75056"/>
                  </a:lnTo>
                  <a:lnTo>
                    <a:pt x="822954" y="62493"/>
                  </a:lnTo>
                  <a:lnTo>
                    <a:pt x="877531" y="50995"/>
                  </a:lnTo>
                  <a:lnTo>
                    <a:pt x="933273" y="40589"/>
                  </a:lnTo>
                  <a:lnTo>
                    <a:pt x="990124" y="31303"/>
                  </a:lnTo>
                  <a:lnTo>
                    <a:pt x="1048025" y="23164"/>
                  </a:lnTo>
                  <a:lnTo>
                    <a:pt x="1106918" y="16202"/>
                  </a:lnTo>
                  <a:lnTo>
                    <a:pt x="1166748" y="10443"/>
                  </a:lnTo>
                  <a:lnTo>
                    <a:pt x="1227455" y="5916"/>
                  </a:lnTo>
                  <a:lnTo>
                    <a:pt x="1288984" y="2648"/>
                  </a:lnTo>
                  <a:lnTo>
                    <a:pt x="1351275" y="666"/>
                  </a:lnTo>
                  <a:lnTo>
                    <a:pt x="1414272" y="0"/>
                  </a:lnTo>
                  <a:lnTo>
                    <a:pt x="1477266" y="666"/>
                  </a:lnTo>
                  <a:lnTo>
                    <a:pt x="1539556" y="2648"/>
                  </a:lnTo>
                  <a:lnTo>
                    <a:pt x="1601082" y="5916"/>
                  </a:lnTo>
                  <a:lnTo>
                    <a:pt x="1661789" y="10443"/>
                  </a:lnTo>
                  <a:lnTo>
                    <a:pt x="1721617" y="16202"/>
                  </a:lnTo>
                  <a:lnTo>
                    <a:pt x="1780510" y="23164"/>
                  </a:lnTo>
                  <a:lnTo>
                    <a:pt x="1838410" y="31303"/>
                  </a:lnTo>
                  <a:lnTo>
                    <a:pt x="1895260" y="40589"/>
                  </a:lnTo>
                  <a:lnTo>
                    <a:pt x="1951001" y="50995"/>
                  </a:lnTo>
                  <a:lnTo>
                    <a:pt x="2005578" y="62493"/>
                  </a:lnTo>
                  <a:lnTo>
                    <a:pt x="2058931" y="75056"/>
                  </a:lnTo>
                  <a:lnTo>
                    <a:pt x="2111005" y="88656"/>
                  </a:lnTo>
                  <a:lnTo>
                    <a:pt x="2161740" y="103265"/>
                  </a:lnTo>
                  <a:lnTo>
                    <a:pt x="2211080" y="118855"/>
                  </a:lnTo>
                  <a:lnTo>
                    <a:pt x="2258967" y="135398"/>
                  </a:lnTo>
                  <a:lnTo>
                    <a:pt x="2305344" y="152867"/>
                  </a:lnTo>
                  <a:lnTo>
                    <a:pt x="2350153" y="171233"/>
                  </a:lnTo>
                  <a:lnTo>
                    <a:pt x="2393337" y="190470"/>
                  </a:lnTo>
                  <a:lnTo>
                    <a:pt x="2434838" y="210548"/>
                  </a:lnTo>
                  <a:lnTo>
                    <a:pt x="2474598" y="231441"/>
                  </a:lnTo>
                  <a:lnTo>
                    <a:pt x="2512561" y="253121"/>
                  </a:lnTo>
                  <a:lnTo>
                    <a:pt x="2548668" y="275559"/>
                  </a:lnTo>
                  <a:lnTo>
                    <a:pt x="2582863" y="298728"/>
                  </a:lnTo>
                  <a:lnTo>
                    <a:pt x="2615087" y="322600"/>
                  </a:lnTo>
                  <a:lnTo>
                    <a:pt x="2645284" y="347148"/>
                  </a:lnTo>
                  <a:lnTo>
                    <a:pt x="2699363" y="398158"/>
                  </a:lnTo>
                  <a:lnTo>
                    <a:pt x="2744642" y="451535"/>
                  </a:lnTo>
                  <a:lnTo>
                    <a:pt x="2780659" y="507058"/>
                  </a:lnTo>
                  <a:lnTo>
                    <a:pt x="2806955" y="564504"/>
                  </a:lnTo>
                  <a:lnTo>
                    <a:pt x="2823070" y="623651"/>
                  </a:lnTo>
                  <a:lnTo>
                    <a:pt x="2828544" y="684276"/>
                  </a:lnTo>
                  <a:lnTo>
                    <a:pt x="2827165" y="714756"/>
                  </a:lnTo>
                  <a:lnTo>
                    <a:pt x="2816314" y="774664"/>
                  </a:lnTo>
                  <a:lnTo>
                    <a:pt x="2795051" y="832984"/>
                  </a:lnTo>
                  <a:lnTo>
                    <a:pt x="2763836" y="889494"/>
                  </a:lnTo>
                  <a:lnTo>
                    <a:pt x="2723131" y="943971"/>
                  </a:lnTo>
                  <a:lnTo>
                    <a:pt x="2673395" y="996191"/>
                  </a:lnTo>
                  <a:lnTo>
                    <a:pt x="2615087" y="1045934"/>
                  </a:lnTo>
                  <a:lnTo>
                    <a:pt x="2582863" y="1069806"/>
                  </a:lnTo>
                  <a:lnTo>
                    <a:pt x="2548668" y="1092976"/>
                  </a:lnTo>
                  <a:lnTo>
                    <a:pt x="2512561" y="1115414"/>
                  </a:lnTo>
                  <a:lnTo>
                    <a:pt x="2474598" y="1137094"/>
                  </a:lnTo>
                  <a:lnTo>
                    <a:pt x="2434838" y="1157988"/>
                  </a:lnTo>
                  <a:lnTo>
                    <a:pt x="2393337" y="1178067"/>
                  </a:lnTo>
                  <a:lnTo>
                    <a:pt x="2350153" y="1197305"/>
                  </a:lnTo>
                  <a:lnTo>
                    <a:pt x="2305344" y="1215672"/>
                  </a:lnTo>
                  <a:lnTo>
                    <a:pt x="2258967" y="1233142"/>
                  </a:lnTo>
                  <a:lnTo>
                    <a:pt x="2211080" y="1249686"/>
                  </a:lnTo>
                  <a:lnTo>
                    <a:pt x="2161740" y="1265277"/>
                  </a:lnTo>
                  <a:lnTo>
                    <a:pt x="2111005" y="1279887"/>
                  </a:lnTo>
                  <a:lnTo>
                    <a:pt x="2058931" y="1293487"/>
                  </a:lnTo>
                  <a:lnTo>
                    <a:pt x="2005578" y="1306052"/>
                  </a:lnTo>
                  <a:lnTo>
                    <a:pt x="1951001" y="1317551"/>
                  </a:lnTo>
                  <a:lnTo>
                    <a:pt x="1895260" y="1327958"/>
                  </a:lnTo>
                  <a:lnTo>
                    <a:pt x="1838410" y="1337245"/>
                  </a:lnTo>
                  <a:lnTo>
                    <a:pt x="1780510" y="1345384"/>
                  </a:lnTo>
                  <a:lnTo>
                    <a:pt x="1721617" y="1352347"/>
                  </a:lnTo>
                  <a:lnTo>
                    <a:pt x="1661789" y="1358106"/>
                  </a:lnTo>
                  <a:lnTo>
                    <a:pt x="1601082" y="1362634"/>
                  </a:lnTo>
                  <a:lnTo>
                    <a:pt x="1539556" y="1365903"/>
                  </a:lnTo>
                  <a:lnTo>
                    <a:pt x="1477266" y="1367885"/>
                  </a:lnTo>
                  <a:lnTo>
                    <a:pt x="1414272" y="1368552"/>
                  </a:lnTo>
                  <a:lnTo>
                    <a:pt x="1351275" y="1367885"/>
                  </a:lnTo>
                  <a:lnTo>
                    <a:pt x="1288984" y="1365903"/>
                  </a:lnTo>
                  <a:lnTo>
                    <a:pt x="1227455" y="1362634"/>
                  </a:lnTo>
                  <a:lnTo>
                    <a:pt x="1166748" y="1358106"/>
                  </a:lnTo>
                  <a:lnTo>
                    <a:pt x="1106918" y="1352347"/>
                  </a:lnTo>
                  <a:lnTo>
                    <a:pt x="1048025" y="1345384"/>
                  </a:lnTo>
                  <a:lnTo>
                    <a:pt x="990124" y="1337245"/>
                  </a:lnTo>
                  <a:lnTo>
                    <a:pt x="933273" y="1327958"/>
                  </a:lnTo>
                  <a:lnTo>
                    <a:pt x="877531" y="1317551"/>
                  </a:lnTo>
                  <a:lnTo>
                    <a:pt x="822954" y="1306052"/>
                  </a:lnTo>
                  <a:lnTo>
                    <a:pt x="769600" y="1293487"/>
                  </a:lnTo>
                  <a:lnTo>
                    <a:pt x="717527" y="1279887"/>
                  </a:lnTo>
                  <a:lnTo>
                    <a:pt x="666792" y="1265277"/>
                  </a:lnTo>
                  <a:lnTo>
                    <a:pt x="617452" y="1249686"/>
                  </a:lnTo>
                  <a:lnTo>
                    <a:pt x="569565" y="1233142"/>
                  </a:lnTo>
                  <a:lnTo>
                    <a:pt x="523188" y="1215672"/>
                  </a:lnTo>
                  <a:lnTo>
                    <a:pt x="478380" y="1197305"/>
                  </a:lnTo>
                  <a:lnTo>
                    <a:pt x="435196" y="1178067"/>
                  </a:lnTo>
                  <a:lnTo>
                    <a:pt x="393696" y="1157988"/>
                  </a:lnTo>
                  <a:lnTo>
                    <a:pt x="353936" y="1137094"/>
                  </a:lnTo>
                  <a:lnTo>
                    <a:pt x="315974" y="1115414"/>
                  </a:lnTo>
                  <a:lnTo>
                    <a:pt x="279867" y="1092976"/>
                  </a:lnTo>
                  <a:lnTo>
                    <a:pt x="245673" y="1069806"/>
                  </a:lnTo>
                  <a:lnTo>
                    <a:pt x="213450" y="1045934"/>
                  </a:lnTo>
                  <a:lnTo>
                    <a:pt x="183254" y="1021386"/>
                  </a:lnTo>
                  <a:lnTo>
                    <a:pt x="129176" y="970377"/>
                  </a:lnTo>
                  <a:lnTo>
                    <a:pt x="83899" y="917000"/>
                  </a:lnTo>
                  <a:lnTo>
                    <a:pt x="47883" y="861480"/>
                  </a:lnTo>
                  <a:lnTo>
                    <a:pt x="21587" y="804037"/>
                  </a:lnTo>
                  <a:lnTo>
                    <a:pt x="5473" y="744895"/>
                  </a:lnTo>
                  <a:lnTo>
                    <a:pt x="0" y="684276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052575" y="5180203"/>
            <a:ext cx="1878964" cy="7264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115570">
              <a:lnSpc>
                <a:spcPts val="2640"/>
              </a:lnSpc>
              <a:spcBef>
                <a:spcPts val="385"/>
              </a:spcBef>
            </a:pPr>
            <a:r>
              <a:rPr sz="2400" spc="-120" dirty="0">
                <a:latin typeface="Times New Roman"/>
                <a:cs typeface="Times New Roman"/>
              </a:rPr>
              <a:t>ARBITRARY  </a:t>
            </a:r>
            <a:r>
              <a:rPr sz="2400" spc="-110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GUMENTS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79475" y="664463"/>
            <a:ext cx="8387080" cy="1661160"/>
            <a:chOff x="379475" y="664463"/>
            <a:chExt cx="8387080" cy="1661160"/>
          </a:xfrm>
        </p:grpSpPr>
        <p:sp>
          <p:nvSpPr>
            <p:cNvPr id="9" name="object 9"/>
            <p:cNvSpPr/>
            <p:nvPr/>
          </p:nvSpPr>
          <p:spPr>
            <a:xfrm>
              <a:off x="379475" y="664463"/>
              <a:ext cx="8386572" cy="12999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8095" y="873252"/>
              <a:ext cx="7607808" cy="14523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57962" y="704850"/>
            <a:ext cx="8229600" cy="1143000"/>
          </a:xfrm>
          <a:prstGeom prst="rect">
            <a:avLst/>
          </a:prstGeom>
          <a:solidFill>
            <a:srgbClr val="0FCF9B"/>
          </a:solidFill>
          <a:ln w="38100">
            <a:solidFill>
              <a:srgbClr val="FFFFFF"/>
            </a:solidFill>
          </a:ln>
        </p:spPr>
        <p:txBody>
          <a:bodyPr vert="horz" wrap="square" lIns="0" tIns="339725" rIns="0" bIns="0" rtlCol="0">
            <a:spAutoFit/>
          </a:bodyPr>
          <a:lstStyle/>
          <a:p>
            <a:pPr marL="750570">
              <a:lnSpc>
                <a:spcPct val="100000"/>
              </a:lnSpc>
              <a:spcBef>
                <a:spcPts val="2675"/>
              </a:spcBef>
            </a:pPr>
            <a:r>
              <a:rPr sz="5000" b="0" spc="-185" dirty="0">
                <a:solidFill>
                  <a:srgbClr val="FFFFFF"/>
                </a:solidFill>
                <a:latin typeface="Times New Roman"/>
                <a:cs typeface="Times New Roman"/>
              </a:rPr>
              <a:t>DEFAULT</a:t>
            </a:r>
            <a:r>
              <a:rPr sz="5000" b="0" spc="-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000" b="0" spc="-80" dirty="0">
                <a:solidFill>
                  <a:srgbClr val="FFFFFF"/>
                </a:solidFill>
                <a:latin typeface="Times New Roman"/>
                <a:cs typeface="Times New Roman"/>
              </a:rPr>
              <a:t>ARGUMENTS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2078863"/>
            <a:ext cx="7444740" cy="4400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454659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Default value to function </a:t>
            </a:r>
            <a:r>
              <a:rPr sz="2600" spc="-10" dirty="0">
                <a:latin typeface="Times New Roman"/>
                <a:cs typeface="Times New Roman"/>
              </a:rPr>
              <a:t>argument </a:t>
            </a:r>
            <a:r>
              <a:rPr sz="2600" dirty="0">
                <a:latin typeface="Times New Roman"/>
                <a:cs typeface="Times New Roman"/>
              </a:rPr>
              <a:t>is passed </a:t>
            </a:r>
            <a:r>
              <a:rPr sz="2600" spc="-95" dirty="0">
                <a:latin typeface="Times New Roman"/>
                <a:cs typeface="Times New Roman"/>
              </a:rPr>
              <a:t>using  </a:t>
            </a:r>
            <a:r>
              <a:rPr sz="2600" spc="-5" dirty="0">
                <a:latin typeface="Times New Roman"/>
                <a:cs typeface="Times New Roman"/>
              </a:rPr>
              <a:t>assignment </a:t>
            </a:r>
            <a:r>
              <a:rPr sz="2600" dirty="0">
                <a:latin typeface="Times New Roman"/>
                <a:cs typeface="Times New Roman"/>
              </a:rPr>
              <a:t>operator ‘ =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‘.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600" b="1" dirty="0">
                <a:latin typeface="Times New Roman"/>
                <a:cs typeface="Times New Roman"/>
              </a:rPr>
              <a:t>Example:</a:t>
            </a:r>
            <a:endParaRPr sz="2600">
              <a:latin typeface="Times New Roman"/>
              <a:cs typeface="Times New Roman"/>
            </a:endParaRPr>
          </a:p>
          <a:p>
            <a:pPr marL="12700" marR="1521460">
              <a:lnSpc>
                <a:spcPts val="3750"/>
              </a:lnSpc>
              <a:spcBef>
                <a:spcPts val="155"/>
              </a:spcBef>
            </a:pPr>
            <a:r>
              <a:rPr sz="2600" spc="65" dirty="0">
                <a:latin typeface="Times New Roman"/>
                <a:cs typeface="Times New Roman"/>
              </a:rPr>
              <a:t>def </a:t>
            </a:r>
            <a:r>
              <a:rPr sz="2600" spc="110" dirty="0">
                <a:latin typeface="Times New Roman"/>
                <a:cs typeface="Times New Roman"/>
              </a:rPr>
              <a:t>greet(name, </a:t>
            </a:r>
            <a:r>
              <a:rPr sz="2600" spc="100" dirty="0">
                <a:latin typeface="Times New Roman"/>
                <a:cs typeface="Times New Roman"/>
              </a:rPr>
              <a:t>msg </a:t>
            </a:r>
            <a:r>
              <a:rPr sz="2600" spc="-30" dirty="0">
                <a:latin typeface="Times New Roman"/>
                <a:cs typeface="Times New Roman"/>
              </a:rPr>
              <a:t>= </a:t>
            </a:r>
            <a:r>
              <a:rPr sz="2600" spc="35" dirty="0">
                <a:latin typeface="Times New Roman"/>
                <a:cs typeface="Times New Roman"/>
              </a:rPr>
              <a:t>"Good</a:t>
            </a:r>
            <a:r>
              <a:rPr sz="2600" spc="-270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morning!"):  </a:t>
            </a:r>
            <a:r>
              <a:rPr sz="2600" spc="70" dirty="0">
                <a:latin typeface="Times New Roman"/>
                <a:cs typeface="Times New Roman"/>
              </a:rPr>
              <a:t>print("Hello, </a:t>
            </a:r>
            <a:r>
              <a:rPr sz="2600" spc="-130" dirty="0">
                <a:latin typeface="Times New Roman"/>
                <a:cs typeface="Times New Roman"/>
              </a:rPr>
              <a:t>" </a:t>
            </a:r>
            <a:r>
              <a:rPr sz="2600" spc="155" dirty="0">
                <a:latin typeface="Times New Roman"/>
                <a:cs typeface="Times New Roman"/>
              </a:rPr>
              <a:t>name </a:t>
            </a:r>
            <a:r>
              <a:rPr sz="2600" spc="-30" dirty="0">
                <a:latin typeface="Times New Roman"/>
                <a:cs typeface="Times New Roman"/>
              </a:rPr>
              <a:t>+ </a:t>
            </a:r>
            <a:r>
              <a:rPr sz="2600" spc="25" dirty="0">
                <a:latin typeface="Times New Roman"/>
                <a:cs typeface="Times New Roman"/>
              </a:rPr>
              <a:t>', </a:t>
            </a:r>
            <a:r>
              <a:rPr sz="2600" spc="45" dirty="0">
                <a:latin typeface="Times New Roman"/>
                <a:cs typeface="Times New Roman"/>
              </a:rPr>
              <a:t>' </a:t>
            </a:r>
            <a:r>
              <a:rPr sz="2600" spc="-30" dirty="0">
                <a:latin typeface="Times New Roman"/>
                <a:cs typeface="Times New Roman"/>
              </a:rPr>
              <a:t>+</a:t>
            </a:r>
            <a:r>
              <a:rPr sz="2600" spc="-270" dirty="0">
                <a:latin typeface="Times New Roman"/>
                <a:cs typeface="Times New Roman"/>
              </a:rPr>
              <a:t> </a:t>
            </a:r>
            <a:r>
              <a:rPr sz="2600" spc="105" dirty="0">
                <a:latin typeface="Times New Roman"/>
                <a:cs typeface="Times New Roman"/>
              </a:rPr>
              <a:t>msg)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6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-5" dirty="0">
                <a:latin typeface="Times New Roman"/>
                <a:cs typeface="Times New Roman"/>
              </a:rPr>
              <a:t>Non-default </a:t>
            </a:r>
            <a:r>
              <a:rPr sz="2600" spc="-10" dirty="0">
                <a:latin typeface="Times New Roman"/>
                <a:cs typeface="Times New Roman"/>
              </a:rPr>
              <a:t>argument </a:t>
            </a:r>
            <a:r>
              <a:rPr sz="2600" dirty="0">
                <a:latin typeface="Times New Roman"/>
                <a:cs typeface="Times New Roman"/>
              </a:rPr>
              <a:t>cannot follow default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argument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600" b="1" dirty="0">
                <a:latin typeface="Times New Roman"/>
                <a:cs typeface="Times New Roman"/>
              </a:rPr>
              <a:t>Example: </a:t>
            </a:r>
            <a:r>
              <a:rPr sz="2600" spc="65" dirty="0">
                <a:solidFill>
                  <a:srgbClr val="FF0000"/>
                </a:solidFill>
                <a:latin typeface="Times New Roman"/>
                <a:cs typeface="Times New Roman"/>
              </a:rPr>
              <a:t>def </a:t>
            </a:r>
            <a:r>
              <a:rPr sz="2600" spc="100" dirty="0">
                <a:solidFill>
                  <a:srgbClr val="FF0000"/>
                </a:solidFill>
                <a:latin typeface="Times New Roman"/>
                <a:cs typeface="Times New Roman"/>
              </a:rPr>
              <a:t>greet(msg 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600" spc="35" dirty="0">
                <a:solidFill>
                  <a:srgbClr val="FF0000"/>
                </a:solidFill>
                <a:latin typeface="Times New Roman"/>
                <a:cs typeface="Times New Roman"/>
              </a:rPr>
              <a:t>"Good </a:t>
            </a:r>
            <a:r>
              <a:rPr sz="2600" spc="60" dirty="0">
                <a:solidFill>
                  <a:srgbClr val="FF0000"/>
                </a:solidFill>
                <a:latin typeface="Times New Roman"/>
                <a:cs typeface="Times New Roman"/>
              </a:rPr>
              <a:t>morning!",</a:t>
            </a:r>
            <a:r>
              <a:rPr sz="2600" spc="-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5" dirty="0">
                <a:solidFill>
                  <a:srgbClr val="FF0000"/>
                </a:solidFill>
                <a:latin typeface="Times New Roman"/>
                <a:cs typeface="Times New Roman"/>
              </a:rPr>
              <a:t>name):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00" b="1" spc="15" dirty="0">
                <a:latin typeface="Times New Roman"/>
                <a:cs typeface="Times New Roman"/>
              </a:rPr>
              <a:t>SyntaxError:</a:t>
            </a:r>
            <a:endParaRPr sz="20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  <a:spcBef>
                <a:spcPts val="490"/>
              </a:spcBef>
            </a:pPr>
            <a:r>
              <a:rPr sz="2000" b="1" spc="120" dirty="0">
                <a:latin typeface="Times New Roman"/>
                <a:cs typeface="Times New Roman"/>
              </a:rPr>
              <a:t>non-default</a:t>
            </a:r>
            <a:r>
              <a:rPr sz="2000" b="1" spc="-150" dirty="0">
                <a:latin typeface="Times New Roman"/>
                <a:cs typeface="Times New Roman"/>
              </a:rPr>
              <a:t> </a:t>
            </a:r>
            <a:r>
              <a:rPr sz="2000" b="1" spc="110" dirty="0">
                <a:latin typeface="Times New Roman"/>
                <a:cs typeface="Times New Roman"/>
              </a:rPr>
              <a:t>argument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114" dirty="0">
                <a:latin typeface="Times New Roman"/>
                <a:cs typeface="Times New Roman"/>
              </a:rPr>
              <a:t>follows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110" dirty="0">
                <a:latin typeface="Times New Roman"/>
                <a:cs typeface="Times New Roman"/>
              </a:rPr>
              <a:t>default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spc="110" dirty="0">
                <a:latin typeface="Times New Roman"/>
                <a:cs typeface="Times New Roman"/>
              </a:rPr>
              <a:t>argument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835772" y="5266944"/>
            <a:ext cx="1017905" cy="1050290"/>
            <a:chOff x="7835772" y="5266944"/>
            <a:chExt cx="1017905" cy="1050290"/>
          </a:xfrm>
        </p:grpSpPr>
        <p:sp>
          <p:nvSpPr>
            <p:cNvPr id="14" name="object 14"/>
            <p:cNvSpPr/>
            <p:nvPr/>
          </p:nvSpPr>
          <p:spPr>
            <a:xfrm>
              <a:off x="7848726" y="5279898"/>
              <a:ext cx="991869" cy="1024255"/>
            </a:xfrm>
            <a:custGeom>
              <a:avLst/>
              <a:gdLst/>
              <a:ahLst/>
              <a:cxnLst/>
              <a:rect l="l" t="t" r="r" b="b"/>
              <a:pathLst>
                <a:path w="991870" h="1024254">
                  <a:moveTo>
                    <a:pt x="831596" y="0"/>
                  </a:moveTo>
                  <a:lnTo>
                    <a:pt x="495934" y="351574"/>
                  </a:lnTo>
                  <a:lnTo>
                    <a:pt x="160274" y="0"/>
                  </a:lnTo>
                  <a:lnTo>
                    <a:pt x="0" y="153034"/>
                  </a:lnTo>
                  <a:lnTo>
                    <a:pt x="342773" y="512063"/>
                  </a:lnTo>
                  <a:lnTo>
                    <a:pt x="0" y="871118"/>
                  </a:lnTo>
                  <a:lnTo>
                    <a:pt x="160274" y="1024153"/>
                  </a:lnTo>
                  <a:lnTo>
                    <a:pt x="495934" y="672553"/>
                  </a:lnTo>
                  <a:lnTo>
                    <a:pt x="831596" y="1024153"/>
                  </a:lnTo>
                  <a:lnTo>
                    <a:pt x="991870" y="871118"/>
                  </a:lnTo>
                  <a:lnTo>
                    <a:pt x="649097" y="512063"/>
                  </a:lnTo>
                  <a:lnTo>
                    <a:pt x="991870" y="153034"/>
                  </a:lnTo>
                  <a:lnTo>
                    <a:pt x="8315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48726" y="5279898"/>
              <a:ext cx="991869" cy="1024255"/>
            </a:xfrm>
            <a:custGeom>
              <a:avLst/>
              <a:gdLst/>
              <a:ahLst/>
              <a:cxnLst/>
              <a:rect l="l" t="t" r="r" b="b"/>
              <a:pathLst>
                <a:path w="991870" h="1024254">
                  <a:moveTo>
                    <a:pt x="0" y="153034"/>
                  </a:moveTo>
                  <a:lnTo>
                    <a:pt x="160274" y="0"/>
                  </a:lnTo>
                  <a:lnTo>
                    <a:pt x="495934" y="351574"/>
                  </a:lnTo>
                  <a:lnTo>
                    <a:pt x="831596" y="0"/>
                  </a:lnTo>
                  <a:lnTo>
                    <a:pt x="991870" y="153034"/>
                  </a:lnTo>
                  <a:lnTo>
                    <a:pt x="649097" y="512063"/>
                  </a:lnTo>
                  <a:lnTo>
                    <a:pt x="991870" y="871118"/>
                  </a:lnTo>
                  <a:lnTo>
                    <a:pt x="831596" y="1024153"/>
                  </a:lnTo>
                  <a:lnTo>
                    <a:pt x="495934" y="672553"/>
                  </a:lnTo>
                  <a:lnTo>
                    <a:pt x="160274" y="1024153"/>
                  </a:lnTo>
                  <a:lnTo>
                    <a:pt x="0" y="871118"/>
                  </a:lnTo>
                  <a:lnTo>
                    <a:pt x="342773" y="512063"/>
                  </a:lnTo>
                  <a:lnTo>
                    <a:pt x="0" y="153034"/>
                  </a:lnTo>
                  <a:close/>
                </a:path>
              </a:pathLst>
            </a:custGeom>
            <a:ln w="25908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55676" y="646176"/>
            <a:ext cx="8387080" cy="1661160"/>
            <a:chOff x="455676" y="646176"/>
            <a:chExt cx="8387080" cy="1661160"/>
          </a:xfrm>
        </p:grpSpPr>
        <p:sp>
          <p:nvSpPr>
            <p:cNvPr id="9" name="object 9"/>
            <p:cNvSpPr/>
            <p:nvPr/>
          </p:nvSpPr>
          <p:spPr>
            <a:xfrm>
              <a:off x="455676" y="646176"/>
              <a:ext cx="8386572" cy="12999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4172" y="854964"/>
              <a:ext cx="8066532" cy="14523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4162" y="686562"/>
            <a:ext cx="8229600" cy="1143000"/>
          </a:xfrm>
          <a:prstGeom prst="rect">
            <a:avLst/>
          </a:prstGeom>
          <a:solidFill>
            <a:srgbClr val="0FCF9B"/>
          </a:solidFill>
          <a:ln w="38100">
            <a:solidFill>
              <a:srgbClr val="FFFFFF"/>
            </a:solidFill>
          </a:ln>
        </p:spPr>
        <p:txBody>
          <a:bodyPr vert="horz" wrap="square" lIns="0" tIns="339725" rIns="0" bIns="0" rtlCol="0">
            <a:spAutoFit/>
          </a:bodyPr>
          <a:lstStyle/>
          <a:p>
            <a:pPr marL="520700">
              <a:lnSpc>
                <a:spcPct val="100000"/>
              </a:lnSpc>
              <a:spcBef>
                <a:spcPts val="2675"/>
              </a:spcBef>
            </a:pPr>
            <a:r>
              <a:rPr sz="5000" b="0" spc="-85" dirty="0">
                <a:solidFill>
                  <a:srgbClr val="FFFFFF"/>
                </a:solidFill>
                <a:latin typeface="Times New Roman"/>
                <a:cs typeface="Times New Roman"/>
              </a:rPr>
              <a:t>KEYWORD</a:t>
            </a:r>
            <a:r>
              <a:rPr sz="5000" b="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000" b="0" spc="-80" dirty="0">
                <a:solidFill>
                  <a:srgbClr val="FFFFFF"/>
                </a:solidFill>
                <a:latin typeface="Times New Roman"/>
                <a:cs typeface="Times New Roman"/>
              </a:rPr>
              <a:t>ARGUMENTS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2898775"/>
            <a:ext cx="8063230" cy="2175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200"/>
              </a:lnSpc>
              <a:spcBef>
                <a:spcPts val="95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175" dirty="0">
                <a:latin typeface="Times New Roman"/>
                <a:cs typeface="Times New Roman"/>
              </a:rPr>
              <a:t>When </a:t>
            </a:r>
            <a:r>
              <a:rPr sz="2600" spc="30" dirty="0">
                <a:latin typeface="Times New Roman"/>
                <a:cs typeface="Times New Roman"/>
              </a:rPr>
              <a:t>we </a:t>
            </a:r>
            <a:r>
              <a:rPr sz="2600" spc="35" dirty="0">
                <a:latin typeface="Times New Roman"/>
                <a:cs typeface="Times New Roman"/>
              </a:rPr>
              <a:t>call </a:t>
            </a:r>
            <a:r>
              <a:rPr sz="2600" spc="95" dirty="0">
                <a:latin typeface="Times New Roman"/>
                <a:cs typeface="Times New Roman"/>
              </a:rPr>
              <a:t>a </a:t>
            </a:r>
            <a:r>
              <a:rPr sz="2600" spc="114" dirty="0">
                <a:latin typeface="Times New Roman"/>
                <a:cs typeface="Times New Roman"/>
              </a:rPr>
              <a:t>function </a:t>
            </a:r>
            <a:r>
              <a:rPr sz="2600" spc="110" dirty="0">
                <a:latin typeface="Times New Roman"/>
                <a:cs typeface="Times New Roman"/>
              </a:rPr>
              <a:t>with </a:t>
            </a:r>
            <a:r>
              <a:rPr sz="2600" spc="114" dirty="0">
                <a:latin typeface="Times New Roman"/>
                <a:cs typeface="Times New Roman"/>
              </a:rPr>
              <a:t>some </a:t>
            </a:r>
            <a:r>
              <a:rPr sz="2600" spc="50" dirty="0">
                <a:latin typeface="Times New Roman"/>
                <a:cs typeface="Times New Roman"/>
              </a:rPr>
              <a:t>values, </a:t>
            </a:r>
            <a:r>
              <a:rPr sz="2600" spc="125" dirty="0">
                <a:latin typeface="Times New Roman"/>
                <a:cs typeface="Times New Roman"/>
              </a:rPr>
              <a:t>these  </a:t>
            </a:r>
            <a:r>
              <a:rPr sz="2600" spc="60" dirty="0">
                <a:latin typeface="Times New Roman"/>
                <a:cs typeface="Times New Roman"/>
              </a:rPr>
              <a:t>values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get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85" dirty="0">
                <a:latin typeface="Times New Roman"/>
                <a:cs typeface="Times New Roman"/>
              </a:rPr>
              <a:t>assigned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135" dirty="0">
                <a:latin typeface="Times New Roman"/>
                <a:cs typeface="Times New Roman"/>
              </a:rPr>
              <a:t>to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160" dirty="0">
                <a:latin typeface="Times New Roman"/>
                <a:cs typeface="Times New Roman"/>
              </a:rPr>
              <a:t>the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130" dirty="0">
                <a:latin typeface="Times New Roman"/>
                <a:cs typeface="Times New Roman"/>
              </a:rPr>
              <a:t>arguments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according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135" dirty="0">
                <a:latin typeface="Times New Roman"/>
                <a:cs typeface="Times New Roman"/>
              </a:rPr>
              <a:t>to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125" dirty="0">
                <a:latin typeface="Times New Roman"/>
                <a:cs typeface="Times New Roman"/>
              </a:rPr>
              <a:t>their  </a:t>
            </a:r>
            <a:r>
              <a:rPr sz="2600" spc="100" dirty="0">
                <a:latin typeface="Times New Roman"/>
                <a:cs typeface="Times New Roman"/>
              </a:rPr>
              <a:t>position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AD0D9"/>
              </a:buClr>
              <a:buFont typeface="Arial"/>
              <a:buChar char=""/>
            </a:pPr>
            <a:endParaRPr sz="38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Keyword </a:t>
            </a:r>
            <a:r>
              <a:rPr sz="2600" spc="-5" dirty="0">
                <a:latin typeface="Times New Roman"/>
                <a:cs typeface="Times New Roman"/>
              </a:rPr>
              <a:t>arguments </a:t>
            </a:r>
            <a:r>
              <a:rPr sz="2600" dirty="0">
                <a:latin typeface="Times New Roman"/>
                <a:cs typeface="Times New Roman"/>
              </a:rPr>
              <a:t>follows positional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argument.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03275" y="265175"/>
            <a:ext cx="8463280" cy="2022475"/>
            <a:chOff x="303275" y="265175"/>
            <a:chExt cx="8463280" cy="2022475"/>
          </a:xfrm>
        </p:grpSpPr>
        <p:sp>
          <p:nvSpPr>
            <p:cNvPr id="9" name="object 9"/>
            <p:cNvSpPr/>
            <p:nvPr/>
          </p:nvSpPr>
          <p:spPr>
            <a:xfrm>
              <a:off x="303275" y="265175"/>
              <a:ext cx="8462772" cy="16992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5443" y="283463"/>
              <a:ext cx="7437120" cy="200406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81761" y="305561"/>
            <a:ext cx="8305800" cy="1542415"/>
          </a:xfrm>
          <a:prstGeom prst="rect">
            <a:avLst/>
          </a:prstGeom>
          <a:solidFill>
            <a:srgbClr val="0E6EC5"/>
          </a:solidFill>
          <a:ln w="38100">
            <a:solidFill>
              <a:srgbClr val="FFFFFF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2559685" marR="902335" indent="-1654175">
              <a:lnSpc>
                <a:spcPct val="100000"/>
              </a:lnSpc>
              <a:spcBef>
                <a:spcPts val="1050"/>
              </a:spcBef>
            </a:pPr>
            <a:r>
              <a:rPr sz="4500" b="0" spc="-135" dirty="0">
                <a:solidFill>
                  <a:srgbClr val="FFFFFF"/>
                </a:solidFill>
                <a:latin typeface="Times New Roman"/>
                <a:cs typeface="Times New Roman"/>
              </a:rPr>
              <a:t>EXAMPLE </a:t>
            </a:r>
            <a:r>
              <a:rPr sz="4500" b="0" spc="14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4500" b="0" spc="-85" dirty="0">
                <a:solidFill>
                  <a:srgbClr val="FFFFFF"/>
                </a:solidFill>
                <a:latin typeface="Times New Roman"/>
                <a:cs typeface="Times New Roman"/>
              </a:rPr>
              <a:t>KEYWORD  </a:t>
            </a:r>
            <a:r>
              <a:rPr sz="4500" b="0" spc="-60" dirty="0">
                <a:solidFill>
                  <a:srgbClr val="FFFFFF"/>
                </a:solidFill>
                <a:latin typeface="Times New Roman"/>
                <a:cs typeface="Times New Roman"/>
              </a:rPr>
              <a:t>ARGUMENT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2324226"/>
            <a:ext cx="7510780" cy="38265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3750"/>
              <a:buFont typeface="Arial"/>
              <a:buChar char="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greet(name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"Bruce",msg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"How </a:t>
            </a:r>
            <a:r>
              <a:rPr sz="2400" dirty="0">
                <a:latin typeface="Times New Roman"/>
                <a:cs typeface="Times New Roman"/>
              </a:rPr>
              <a:t>do you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do?")</a:t>
            </a:r>
            <a:endParaRPr sz="2400">
              <a:latin typeface="Times New Roman"/>
              <a:cs typeface="Times New Roman"/>
            </a:endParaRPr>
          </a:p>
          <a:p>
            <a:pPr marL="2832735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2 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keyword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arguments</a:t>
            </a:r>
            <a:endParaRPr sz="2400">
              <a:latin typeface="Times New Roman"/>
              <a:cs typeface="Times New Roman"/>
            </a:endParaRPr>
          </a:p>
          <a:p>
            <a:pPr marL="363220" indent="-350520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Arial"/>
              <a:buChar char=""/>
              <a:tabLst>
                <a:tab pos="362585" algn="l"/>
                <a:tab pos="363220" algn="l"/>
              </a:tabLst>
            </a:pPr>
            <a:r>
              <a:rPr sz="2400" spc="-5" dirty="0">
                <a:latin typeface="Times New Roman"/>
                <a:cs typeface="Times New Roman"/>
              </a:rPr>
              <a:t>greet(msg </a:t>
            </a:r>
            <a:r>
              <a:rPr sz="2400" dirty="0">
                <a:latin typeface="Times New Roman"/>
                <a:cs typeface="Times New Roman"/>
              </a:rPr>
              <a:t>= "How do you </a:t>
            </a:r>
            <a:r>
              <a:rPr sz="2400" spc="-5" dirty="0">
                <a:latin typeface="Times New Roman"/>
                <a:cs typeface="Times New Roman"/>
              </a:rPr>
              <a:t>do?",name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"Bruce")</a:t>
            </a:r>
            <a:endParaRPr sz="2400">
              <a:latin typeface="Times New Roman"/>
              <a:cs typeface="Times New Roman"/>
            </a:endParaRPr>
          </a:p>
          <a:p>
            <a:pPr marL="2832735">
              <a:lnSpc>
                <a:spcPct val="100000"/>
              </a:lnSpc>
              <a:spcBef>
                <a:spcPts val="580"/>
              </a:spcBef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2 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keyword arguments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(out of</a:t>
            </a:r>
            <a:r>
              <a:rPr sz="24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order)</a:t>
            </a:r>
            <a:endParaRPr sz="2400">
              <a:latin typeface="Times New Roman"/>
              <a:cs typeface="Times New Roman"/>
            </a:endParaRPr>
          </a:p>
          <a:p>
            <a:pPr marL="363220" indent="-350520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Arial"/>
              <a:buChar char=""/>
              <a:tabLst>
                <a:tab pos="362585" algn="l"/>
                <a:tab pos="363220" algn="l"/>
              </a:tabLst>
            </a:pPr>
            <a:r>
              <a:rPr sz="2400" spc="-5" dirty="0">
                <a:latin typeface="Times New Roman"/>
                <a:cs typeface="Times New Roman"/>
              </a:rPr>
              <a:t>greet("Bruce",msg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"How </a:t>
            </a:r>
            <a:r>
              <a:rPr sz="2400" dirty="0">
                <a:latin typeface="Times New Roman"/>
                <a:cs typeface="Times New Roman"/>
              </a:rPr>
              <a:t>do you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do?")</a:t>
            </a:r>
            <a:endParaRPr sz="2400">
              <a:latin typeface="Times New Roman"/>
              <a:cs typeface="Times New Roman"/>
            </a:endParaRPr>
          </a:p>
          <a:p>
            <a:pPr marL="2756535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1 positional, 1 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keyword</a:t>
            </a:r>
            <a:r>
              <a:rPr sz="24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argument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05"/>
              </a:spcBef>
              <a:buClr>
                <a:srgbClr val="0AD0D9"/>
              </a:buClr>
              <a:buSzPct val="93750"/>
              <a:buFont typeface="Arial"/>
              <a:buChar char=""/>
              <a:tabLst>
                <a:tab pos="287020" algn="l"/>
              </a:tabLst>
            </a:pPr>
            <a:r>
              <a:rPr sz="2400" spc="45" dirty="0">
                <a:latin typeface="Times New Roman"/>
                <a:cs typeface="Times New Roman"/>
              </a:rPr>
              <a:t>greet(name="Bruce","How </a:t>
            </a:r>
            <a:r>
              <a:rPr sz="2400" spc="125" dirty="0">
                <a:latin typeface="Times New Roman"/>
                <a:cs typeface="Times New Roman"/>
              </a:rPr>
              <a:t>do</a:t>
            </a:r>
            <a:r>
              <a:rPr sz="2400" spc="-39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you </a:t>
            </a:r>
            <a:r>
              <a:rPr sz="2400" spc="35" dirty="0">
                <a:latin typeface="Times New Roman"/>
                <a:cs typeface="Times New Roman"/>
              </a:rPr>
              <a:t>do?")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000" b="1" spc="15" dirty="0">
                <a:latin typeface="Times New Roman"/>
                <a:cs typeface="Times New Roman"/>
              </a:rPr>
              <a:t>SyntaxError:</a:t>
            </a:r>
            <a:endParaRPr sz="2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95"/>
              </a:spcBef>
            </a:pPr>
            <a:r>
              <a:rPr sz="2000" spc="70" dirty="0">
                <a:latin typeface="Times New Roman"/>
                <a:cs typeface="Times New Roman"/>
              </a:rPr>
              <a:t>non-keyword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arg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after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keyword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arg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35572" y="5114544"/>
            <a:ext cx="1017905" cy="1050290"/>
            <a:chOff x="6235572" y="5114544"/>
            <a:chExt cx="1017905" cy="1050290"/>
          </a:xfrm>
        </p:grpSpPr>
        <p:sp>
          <p:nvSpPr>
            <p:cNvPr id="14" name="object 14"/>
            <p:cNvSpPr/>
            <p:nvPr/>
          </p:nvSpPr>
          <p:spPr>
            <a:xfrm>
              <a:off x="6248526" y="5127498"/>
              <a:ext cx="991869" cy="1024255"/>
            </a:xfrm>
            <a:custGeom>
              <a:avLst/>
              <a:gdLst/>
              <a:ahLst/>
              <a:cxnLst/>
              <a:rect l="l" t="t" r="r" b="b"/>
              <a:pathLst>
                <a:path w="991870" h="1024254">
                  <a:moveTo>
                    <a:pt x="831596" y="0"/>
                  </a:moveTo>
                  <a:lnTo>
                    <a:pt x="495934" y="351535"/>
                  </a:lnTo>
                  <a:lnTo>
                    <a:pt x="160274" y="0"/>
                  </a:lnTo>
                  <a:lnTo>
                    <a:pt x="0" y="153034"/>
                  </a:lnTo>
                  <a:lnTo>
                    <a:pt x="342773" y="512063"/>
                  </a:lnTo>
                  <a:lnTo>
                    <a:pt x="0" y="871118"/>
                  </a:lnTo>
                  <a:lnTo>
                    <a:pt x="160274" y="1024153"/>
                  </a:lnTo>
                  <a:lnTo>
                    <a:pt x="495934" y="672553"/>
                  </a:lnTo>
                  <a:lnTo>
                    <a:pt x="831596" y="1024153"/>
                  </a:lnTo>
                  <a:lnTo>
                    <a:pt x="991870" y="871118"/>
                  </a:lnTo>
                  <a:lnTo>
                    <a:pt x="649097" y="512063"/>
                  </a:lnTo>
                  <a:lnTo>
                    <a:pt x="991870" y="153034"/>
                  </a:lnTo>
                  <a:lnTo>
                    <a:pt x="8315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48526" y="5127498"/>
              <a:ext cx="991869" cy="1024255"/>
            </a:xfrm>
            <a:custGeom>
              <a:avLst/>
              <a:gdLst/>
              <a:ahLst/>
              <a:cxnLst/>
              <a:rect l="l" t="t" r="r" b="b"/>
              <a:pathLst>
                <a:path w="991870" h="1024254">
                  <a:moveTo>
                    <a:pt x="0" y="153034"/>
                  </a:moveTo>
                  <a:lnTo>
                    <a:pt x="160274" y="0"/>
                  </a:lnTo>
                  <a:lnTo>
                    <a:pt x="495934" y="351535"/>
                  </a:lnTo>
                  <a:lnTo>
                    <a:pt x="831596" y="0"/>
                  </a:lnTo>
                  <a:lnTo>
                    <a:pt x="991870" y="153034"/>
                  </a:lnTo>
                  <a:lnTo>
                    <a:pt x="649097" y="512063"/>
                  </a:lnTo>
                  <a:lnTo>
                    <a:pt x="991870" y="871118"/>
                  </a:lnTo>
                  <a:lnTo>
                    <a:pt x="831596" y="1024153"/>
                  </a:lnTo>
                  <a:lnTo>
                    <a:pt x="495934" y="672553"/>
                  </a:lnTo>
                  <a:lnTo>
                    <a:pt x="160274" y="1024153"/>
                  </a:lnTo>
                  <a:lnTo>
                    <a:pt x="0" y="871118"/>
                  </a:lnTo>
                  <a:lnTo>
                    <a:pt x="342773" y="512063"/>
                  </a:lnTo>
                  <a:lnTo>
                    <a:pt x="0" y="153034"/>
                  </a:lnTo>
                  <a:close/>
                </a:path>
              </a:pathLst>
            </a:custGeom>
            <a:ln w="25908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502407" y="2807207"/>
            <a:ext cx="711835" cy="407034"/>
            <a:chOff x="2502407" y="2807207"/>
            <a:chExt cx="711835" cy="407034"/>
          </a:xfrm>
        </p:grpSpPr>
        <p:sp>
          <p:nvSpPr>
            <p:cNvPr id="17" name="object 17"/>
            <p:cNvSpPr/>
            <p:nvPr/>
          </p:nvSpPr>
          <p:spPr>
            <a:xfrm>
              <a:off x="2515361" y="2820161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9525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590550" y="333375"/>
                  </a:lnTo>
                  <a:lnTo>
                    <a:pt x="590550" y="381000"/>
                  </a:lnTo>
                  <a:lnTo>
                    <a:pt x="685800" y="285750"/>
                  </a:lnTo>
                  <a:lnTo>
                    <a:pt x="590550" y="190500"/>
                  </a:lnTo>
                  <a:lnTo>
                    <a:pt x="590550" y="238125"/>
                  </a:lnTo>
                  <a:lnTo>
                    <a:pt x="95250" y="238125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15361" y="2820161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95250" y="0"/>
                  </a:moveTo>
                  <a:lnTo>
                    <a:pt x="95250" y="238125"/>
                  </a:lnTo>
                  <a:lnTo>
                    <a:pt x="590550" y="238125"/>
                  </a:lnTo>
                  <a:lnTo>
                    <a:pt x="590550" y="190500"/>
                  </a:lnTo>
                  <a:lnTo>
                    <a:pt x="685800" y="285750"/>
                  </a:lnTo>
                  <a:lnTo>
                    <a:pt x="590550" y="381000"/>
                  </a:lnTo>
                  <a:lnTo>
                    <a:pt x="590550" y="333375"/>
                  </a:lnTo>
                  <a:lnTo>
                    <a:pt x="0" y="333375"/>
                  </a:ln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ln w="25908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502407" y="3645408"/>
            <a:ext cx="711835" cy="407034"/>
            <a:chOff x="2502407" y="3645408"/>
            <a:chExt cx="711835" cy="407034"/>
          </a:xfrm>
        </p:grpSpPr>
        <p:sp>
          <p:nvSpPr>
            <p:cNvPr id="20" name="object 20"/>
            <p:cNvSpPr/>
            <p:nvPr/>
          </p:nvSpPr>
          <p:spPr>
            <a:xfrm>
              <a:off x="2515361" y="3658362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9525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590550" y="333375"/>
                  </a:lnTo>
                  <a:lnTo>
                    <a:pt x="590550" y="381000"/>
                  </a:lnTo>
                  <a:lnTo>
                    <a:pt x="685800" y="285750"/>
                  </a:lnTo>
                  <a:lnTo>
                    <a:pt x="590550" y="190500"/>
                  </a:lnTo>
                  <a:lnTo>
                    <a:pt x="590550" y="238125"/>
                  </a:lnTo>
                  <a:lnTo>
                    <a:pt x="95250" y="238125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15361" y="3658362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95250" y="0"/>
                  </a:moveTo>
                  <a:lnTo>
                    <a:pt x="95250" y="238125"/>
                  </a:lnTo>
                  <a:lnTo>
                    <a:pt x="590550" y="238125"/>
                  </a:lnTo>
                  <a:lnTo>
                    <a:pt x="590550" y="190500"/>
                  </a:lnTo>
                  <a:lnTo>
                    <a:pt x="685800" y="285750"/>
                  </a:lnTo>
                  <a:lnTo>
                    <a:pt x="590550" y="381000"/>
                  </a:lnTo>
                  <a:lnTo>
                    <a:pt x="590550" y="333375"/>
                  </a:lnTo>
                  <a:lnTo>
                    <a:pt x="0" y="333375"/>
                  </a:ln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ln w="25908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426207" y="4559808"/>
            <a:ext cx="711835" cy="407034"/>
            <a:chOff x="2426207" y="4559808"/>
            <a:chExt cx="711835" cy="407034"/>
          </a:xfrm>
        </p:grpSpPr>
        <p:sp>
          <p:nvSpPr>
            <p:cNvPr id="23" name="object 23"/>
            <p:cNvSpPr/>
            <p:nvPr/>
          </p:nvSpPr>
          <p:spPr>
            <a:xfrm>
              <a:off x="2439161" y="4572762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9525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590550" y="333375"/>
                  </a:lnTo>
                  <a:lnTo>
                    <a:pt x="590550" y="381000"/>
                  </a:lnTo>
                  <a:lnTo>
                    <a:pt x="685800" y="285750"/>
                  </a:lnTo>
                  <a:lnTo>
                    <a:pt x="590550" y="190500"/>
                  </a:lnTo>
                  <a:lnTo>
                    <a:pt x="590550" y="238125"/>
                  </a:lnTo>
                  <a:lnTo>
                    <a:pt x="95250" y="238125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39161" y="4572762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95250" y="0"/>
                  </a:moveTo>
                  <a:lnTo>
                    <a:pt x="95250" y="238125"/>
                  </a:lnTo>
                  <a:lnTo>
                    <a:pt x="590550" y="238125"/>
                  </a:lnTo>
                  <a:lnTo>
                    <a:pt x="590550" y="190500"/>
                  </a:lnTo>
                  <a:lnTo>
                    <a:pt x="685800" y="285750"/>
                  </a:lnTo>
                  <a:lnTo>
                    <a:pt x="590550" y="381000"/>
                  </a:lnTo>
                  <a:lnTo>
                    <a:pt x="590550" y="333375"/>
                  </a:lnTo>
                  <a:lnTo>
                    <a:pt x="0" y="333375"/>
                  </a:ln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ln w="25908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5940" y="2432431"/>
            <a:ext cx="8047355" cy="3664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11379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If number of </a:t>
            </a:r>
            <a:r>
              <a:rPr sz="2600" spc="-5" dirty="0">
                <a:latin typeface="Times New Roman"/>
                <a:cs typeface="Times New Roman"/>
              </a:rPr>
              <a:t>arguments </a:t>
            </a:r>
            <a:r>
              <a:rPr sz="2600" spc="5" dirty="0">
                <a:latin typeface="Times New Roman"/>
                <a:cs typeface="Times New Roman"/>
              </a:rPr>
              <a:t>unknown </a:t>
            </a:r>
            <a:r>
              <a:rPr sz="2600" dirty="0">
                <a:latin typeface="Times New Roman"/>
                <a:cs typeface="Times New Roman"/>
              </a:rPr>
              <a:t>we use </a:t>
            </a:r>
            <a:r>
              <a:rPr sz="2600" spc="-60" dirty="0">
                <a:latin typeface="Times New Roman"/>
                <a:cs typeface="Times New Roman"/>
              </a:rPr>
              <a:t>arbitrary  </a:t>
            </a:r>
            <a:r>
              <a:rPr sz="2600" spc="-5" dirty="0">
                <a:latin typeface="Times New Roman"/>
                <a:cs typeface="Times New Roman"/>
              </a:rPr>
              <a:t>arguments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( * ) </a:t>
            </a:r>
            <a:r>
              <a:rPr sz="2600" spc="-5" dirty="0">
                <a:latin typeface="Times New Roman"/>
                <a:cs typeface="Times New Roman"/>
              </a:rPr>
              <a:t>Asterisk </a:t>
            </a:r>
            <a:r>
              <a:rPr sz="2600" dirty="0">
                <a:latin typeface="Times New Roman"/>
                <a:cs typeface="Times New Roman"/>
              </a:rPr>
              <a:t>before </a:t>
            </a:r>
            <a:r>
              <a:rPr sz="2600" spc="-5" dirty="0">
                <a:latin typeface="Times New Roman"/>
                <a:cs typeface="Times New Roman"/>
              </a:rPr>
              <a:t>arguments </a:t>
            </a:r>
            <a:r>
              <a:rPr sz="2600" dirty="0">
                <a:latin typeface="Times New Roman"/>
                <a:cs typeface="Times New Roman"/>
              </a:rPr>
              <a:t>define </a:t>
            </a:r>
            <a:r>
              <a:rPr sz="2600" spc="-5" dirty="0">
                <a:latin typeface="Times New Roman"/>
                <a:cs typeface="Times New Roman"/>
              </a:rPr>
              <a:t>arbitrary</a:t>
            </a:r>
            <a:r>
              <a:rPr sz="2600" spc="-21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arguments.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dirty="0">
                <a:latin typeface="Times New Roman"/>
                <a:cs typeface="Times New Roman"/>
              </a:rPr>
              <a:t>Example: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600" spc="65" dirty="0">
                <a:solidFill>
                  <a:srgbClr val="FF0000"/>
                </a:solidFill>
                <a:latin typeface="Times New Roman"/>
                <a:cs typeface="Times New Roman"/>
              </a:rPr>
              <a:t>def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80" dirty="0">
                <a:solidFill>
                  <a:srgbClr val="00AF50"/>
                </a:solidFill>
                <a:latin typeface="Times New Roman"/>
                <a:cs typeface="Times New Roman"/>
              </a:rPr>
              <a:t>greet(*names):</a:t>
            </a:r>
            <a:endParaRPr sz="2600">
              <a:latin typeface="Times New Roman"/>
              <a:cs typeface="Times New Roman"/>
            </a:endParaRPr>
          </a:p>
          <a:p>
            <a:pPr marL="1004569" marR="4179570" indent="-78105">
              <a:lnSpc>
                <a:spcPts val="3750"/>
              </a:lnSpc>
              <a:spcBef>
                <a:spcPts val="225"/>
              </a:spcBef>
            </a:pPr>
            <a:r>
              <a:rPr sz="2600" spc="50" dirty="0">
                <a:solidFill>
                  <a:srgbClr val="00AF50"/>
                </a:solidFill>
                <a:latin typeface="Times New Roman"/>
                <a:cs typeface="Times New Roman"/>
              </a:rPr>
              <a:t>for </a:t>
            </a:r>
            <a:r>
              <a:rPr sz="2600" spc="155" dirty="0">
                <a:solidFill>
                  <a:srgbClr val="00AF50"/>
                </a:solidFill>
                <a:latin typeface="Times New Roman"/>
                <a:cs typeface="Times New Roman"/>
              </a:rPr>
              <a:t>name </a:t>
            </a:r>
            <a:r>
              <a:rPr sz="2600" spc="105" dirty="0">
                <a:solidFill>
                  <a:srgbClr val="00AF50"/>
                </a:solidFill>
                <a:latin typeface="Times New Roman"/>
                <a:cs typeface="Times New Roman"/>
              </a:rPr>
              <a:t>in </a:t>
            </a:r>
            <a:r>
              <a:rPr sz="2600" spc="100" dirty="0">
                <a:solidFill>
                  <a:srgbClr val="00AF50"/>
                </a:solidFill>
                <a:latin typeface="Times New Roman"/>
                <a:cs typeface="Times New Roman"/>
              </a:rPr>
              <a:t>names:  </a:t>
            </a:r>
            <a:r>
              <a:rPr sz="2600" spc="110" dirty="0">
                <a:solidFill>
                  <a:srgbClr val="00AF50"/>
                </a:solidFill>
                <a:latin typeface="Times New Roman"/>
                <a:cs typeface="Times New Roman"/>
              </a:rPr>
              <a:t>pr</a:t>
            </a:r>
            <a:r>
              <a:rPr sz="2600" spc="60" dirty="0">
                <a:solidFill>
                  <a:srgbClr val="00AF50"/>
                </a:solidFill>
                <a:latin typeface="Times New Roman"/>
                <a:cs typeface="Times New Roman"/>
              </a:rPr>
              <a:t>i</a:t>
            </a:r>
            <a:r>
              <a:rPr sz="2600" spc="90" dirty="0">
                <a:solidFill>
                  <a:srgbClr val="00AF50"/>
                </a:solidFill>
                <a:latin typeface="Times New Roman"/>
                <a:cs typeface="Times New Roman"/>
              </a:rPr>
              <a:t>nt("</a:t>
            </a:r>
            <a:r>
              <a:rPr sz="2600" spc="135" dirty="0">
                <a:solidFill>
                  <a:srgbClr val="00AF50"/>
                </a:solidFill>
                <a:latin typeface="Times New Roman"/>
                <a:cs typeface="Times New Roman"/>
              </a:rPr>
              <a:t>H</a:t>
            </a:r>
            <a:r>
              <a:rPr sz="2600" spc="70" dirty="0">
                <a:solidFill>
                  <a:srgbClr val="00AF50"/>
                </a:solidFill>
                <a:latin typeface="Times New Roman"/>
                <a:cs typeface="Times New Roman"/>
              </a:rPr>
              <a:t>ello",name</a:t>
            </a:r>
            <a:r>
              <a:rPr sz="2600" spc="90" dirty="0">
                <a:solidFill>
                  <a:srgbClr val="00AF5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600" b="1" spc="-30" dirty="0">
                <a:solidFill>
                  <a:srgbClr val="0E6EC5"/>
                </a:solidFill>
                <a:latin typeface="Times New Roman"/>
                <a:cs typeface="Times New Roman"/>
              </a:rPr>
              <a:t>&gt;&gt;&gt;greet("Monica","Luke","Steve","John")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79475" y="664463"/>
            <a:ext cx="8387080" cy="1661160"/>
            <a:chOff x="379475" y="664463"/>
            <a:chExt cx="8387080" cy="1661160"/>
          </a:xfrm>
        </p:grpSpPr>
        <p:sp>
          <p:nvSpPr>
            <p:cNvPr id="10" name="object 10"/>
            <p:cNvSpPr/>
            <p:nvPr/>
          </p:nvSpPr>
          <p:spPr>
            <a:xfrm>
              <a:off x="379475" y="664463"/>
              <a:ext cx="8386572" cy="12999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4339" y="873252"/>
              <a:ext cx="8275320" cy="14523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57962" y="704850"/>
            <a:ext cx="8229600" cy="1143000"/>
          </a:xfrm>
          <a:prstGeom prst="rect">
            <a:avLst/>
          </a:prstGeom>
          <a:solidFill>
            <a:srgbClr val="0FCF9B"/>
          </a:solidFill>
          <a:ln w="38100">
            <a:solidFill>
              <a:srgbClr val="FFFFFF"/>
            </a:solidFill>
          </a:ln>
        </p:spPr>
        <p:txBody>
          <a:bodyPr vert="horz" wrap="square" lIns="0" tIns="339725" rIns="0" bIns="0" rtlCol="0">
            <a:spAutoFit/>
          </a:bodyPr>
          <a:lstStyle/>
          <a:p>
            <a:pPr marL="416559">
              <a:lnSpc>
                <a:spcPct val="100000"/>
              </a:lnSpc>
              <a:spcBef>
                <a:spcPts val="2675"/>
              </a:spcBef>
            </a:pPr>
            <a:r>
              <a:rPr sz="5000" b="0" spc="-245" dirty="0">
                <a:solidFill>
                  <a:srgbClr val="FFFFFF"/>
                </a:solidFill>
                <a:latin typeface="Times New Roman"/>
                <a:cs typeface="Times New Roman"/>
              </a:rPr>
              <a:t>ARBITRARY</a:t>
            </a:r>
            <a:r>
              <a:rPr sz="5000" b="0" spc="-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000" b="0" spc="-80" dirty="0">
                <a:solidFill>
                  <a:srgbClr val="FFFFFF"/>
                </a:solidFill>
                <a:latin typeface="Times New Roman"/>
                <a:cs typeface="Times New Roman"/>
              </a:rPr>
              <a:t>ARGUMENTS</a:t>
            </a:r>
            <a:endParaRPr sz="5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5940" y="2423287"/>
            <a:ext cx="796163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</a:pPr>
            <a:r>
              <a:rPr sz="2450" b="0" spc="-625" dirty="0">
                <a:solidFill>
                  <a:srgbClr val="0AD0D9"/>
                </a:solidFill>
                <a:latin typeface="Arial"/>
                <a:cs typeface="Arial"/>
              </a:rPr>
              <a:t></a:t>
            </a:r>
            <a:r>
              <a:rPr sz="2450" b="0" spc="-610" dirty="0">
                <a:solidFill>
                  <a:srgbClr val="0AD0D9"/>
                </a:solidFill>
                <a:latin typeface="Arial"/>
                <a:cs typeface="Arial"/>
              </a:rPr>
              <a:t> </a:t>
            </a:r>
            <a:r>
              <a:rPr sz="26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Like</a:t>
            </a:r>
            <a:r>
              <a:rPr sz="2600" b="0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b="0" spc="145" dirty="0">
                <a:solidFill>
                  <a:srgbClr val="000000"/>
                </a:solidFill>
                <a:latin typeface="Times New Roman"/>
                <a:cs typeface="Times New Roman"/>
              </a:rPr>
              <a:t>other</a:t>
            </a:r>
            <a:r>
              <a:rPr sz="2600" b="0" spc="-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b="0" spc="110" dirty="0">
                <a:solidFill>
                  <a:srgbClr val="000000"/>
                </a:solidFill>
                <a:latin typeface="Times New Roman"/>
                <a:cs typeface="Times New Roman"/>
              </a:rPr>
              <a:t>programming</a:t>
            </a:r>
            <a:r>
              <a:rPr sz="26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b="0" spc="80" dirty="0">
                <a:solidFill>
                  <a:srgbClr val="000000"/>
                </a:solidFill>
                <a:latin typeface="Times New Roman"/>
                <a:cs typeface="Times New Roman"/>
              </a:rPr>
              <a:t>language</a:t>
            </a:r>
            <a:r>
              <a:rPr sz="2600" b="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b="0" spc="11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26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b="0" spc="110" dirty="0">
                <a:solidFill>
                  <a:srgbClr val="000000"/>
                </a:solidFill>
                <a:latin typeface="Times New Roman"/>
                <a:cs typeface="Times New Roman"/>
              </a:rPr>
              <a:t>python,</a:t>
            </a:r>
            <a:r>
              <a:rPr sz="26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b="0" spc="60" dirty="0">
                <a:solidFill>
                  <a:srgbClr val="000000"/>
                </a:solidFill>
                <a:latin typeface="Times New Roman"/>
                <a:cs typeface="Times New Roman"/>
              </a:rPr>
              <a:t>function  </a:t>
            </a:r>
            <a:r>
              <a:rPr sz="2600" b="0" spc="114" dirty="0">
                <a:solidFill>
                  <a:srgbClr val="000000"/>
                </a:solidFill>
                <a:latin typeface="Times New Roman"/>
                <a:cs typeface="Times New Roman"/>
              </a:rPr>
              <a:t>can </a:t>
            </a:r>
            <a:r>
              <a:rPr sz="2600" b="0" spc="35" dirty="0">
                <a:solidFill>
                  <a:srgbClr val="000000"/>
                </a:solidFill>
                <a:latin typeface="Times New Roman"/>
                <a:cs typeface="Times New Roman"/>
              </a:rPr>
              <a:t>call</a:t>
            </a:r>
            <a:r>
              <a:rPr sz="2600" b="0" spc="-2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b="0" spc="30" dirty="0">
                <a:solidFill>
                  <a:srgbClr val="000000"/>
                </a:solidFill>
                <a:latin typeface="Times New Roman"/>
                <a:cs typeface="Times New Roman"/>
              </a:rPr>
              <a:t>itself.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3770757"/>
            <a:ext cx="7319009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</a:pPr>
            <a:r>
              <a:rPr sz="2450" spc="-625" dirty="0">
                <a:solidFill>
                  <a:srgbClr val="0AD0D9"/>
                </a:solidFill>
                <a:latin typeface="Arial"/>
                <a:cs typeface="Arial"/>
              </a:rPr>
              <a:t></a:t>
            </a:r>
            <a:r>
              <a:rPr sz="2450" spc="-620" dirty="0">
                <a:solidFill>
                  <a:srgbClr val="0AD0D9"/>
                </a:solidFill>
                <a:latin typeface="Arial"/>
                <a:cs typeface="Arial"/>
              </a:rPr>
              <a:t> </a:t>
            </a:r>
            <a:r>
              <a:rPr sz="2600" spc="90" dirty="0">
                <a:latin typeface="Times New Roman"/>
                <a:cs typeface="Times New Roman"/>
              </a:rPr>
              <a:t>Definition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of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recursion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110" dirty="0">
                <a:latin typeface="Times New Roman"/>
                <a:cs typeface="Times New Roman"/>
              </a:rPr>
              <a:t>in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30" dirty="0">
                <a:latin typeface="Times New Roman"/>
                <a:cs typeface="Times New Roman"/>
              </a:rPr>
              <a:t>python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is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114" dirty="0">
                <a:latin typeface="Times New Roman"/>
                <a:cs typeface="Times New Roman"/>
              </a:rPr>
              <a:t>same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as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other  </a:t>
            </a:r>
            <a:r>
              <a:rPr sz="2600" spc="110" dirty="0">
                <a:latin typeface="Times New Roman"/>
                <a:cs typeface="Times New Roman"/>
              </a:rPr>
              <a:t>programming </a:t>
            </a:r>
            <a:r>
              <a:rPr sz="2600" spc="55" dirty="0">
                <a:latin typeface="Times New Roman"/>
                <a:cs typeface="Times New Roman"/>
              </a:rPr>
              <a:t>lang. </a:t>
            </a:r>
            <a:r>
              <a:rPr sz="2600" spc="20" dirty="0">
                <a:latin typeface="Times New Roman"/>
                <a:cs typeface="Times New Roman"/>
              </a:rPr>
              <a:t>-&gt; </a:t>
            </a:r>
            <a:r>
              <a:rPr sz="2600" spc="-15" dirty="0">
                <a:latin typeface="Times New Roman"/>
                <a:cs typeface="Times New Roman"/>
              </a:rPr>
              <a:t>C, </a:t>
            </a:r>
            <a:r>
              <a:rPr sz="2600" spc="-25" dirty="0">
                <a:latin typeface="Times New Roman"/>
                <a:cs typeface="Times New Roman"/>
              </a:rPr>
              <a:t>C++, </a:t>
            </a:r>
            <a:r>
              <a:rPr sz="2600" spc="35" dirty="0">
                <a:latin typeface="Times New Roman"/>
                <a:cs typeface="Times New Roman"/>
              </a:rPr>
              <a:t>C#, </a:t>
            </a:r>
            <a:r>
              <a:rPr sz="2600" spc="-45" dirty="0">
                <a:latin typeface="Times New Roman"/>
                <a:cs typeface="Times New Roman"/>
              </a:rPr>
              <a:t>Java</a:t>
            </a:r>
            <a:r>
              <a:rPr sz="2600" spc="-400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etc.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9475" y="722376"/>
            <a:ext cx="8387080" cy="1243965"/>
            <a:chOff x="379475" y="722376"/>
            <a:chExt cx="8387080" cy="1243965"/>
          </a:xfrm>
        </p:grpSpPr>
        <p:sp>
          <p:nvSpPr>
            <p:cNvPr id="11" name="object 11"/>
            <p:cNvSpPr/>
            <p:nvPr/>
          </p:nvSpPr>
          <p:spPr>
            <a:xfrm>
              <a:off x="379475" y="722376"/>
              <a:ext cx="8386572" cy="124358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961" y="762762"/>
              <a:ext cx="8229600" cy="1087120"/>
            </a:xfrm>
            <a:custGeom>
              <a:avLst/>
              <a:gdLst/>
              <a:ahLst/>
              <a:cxnLst/>
              <a:rect l="l" t="t" r="r" b="b"/>
              <a:pathLst>
                <a:path w="8229600" h="1087120">
                  <a:moveTo>
                    <a:pt x="8229600" y="0"/>
                  </a:moveTo>
                  <a:lnTo>
                    <a:pt x="0" y="0"/>
                  </a:lnTo>
                  <a:lnTo>
                    <a:pt x="0" y="1086612"/>
                  </a:lnTo>
                  <a:lnTo>
                    <a:pt x="8229600" y="1086612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0AD0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961" y="762762"/>
              <a:ext cx="8229600" cy="1087120"/>
            </a:xfrm>
            <a:custGeom>
              <a:avLst/>
              <a:gdLst/>
              <a:ahLst/>
              <a:cxnLst/>
              <a:rect l="l" t="t" r="r" b="b"/>
              <a:pathLst>
                <a:path w="8229600" h="1087120">
                  <a:moveTo>
                    <a:pt x="0" y="1086612"/>
                  </a:moveTo>
                  <a:lnTo>
                    <a:pt x="8229600" y="1086612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1086612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06779" y="1220724"/>
              <a:ext cx="7327392" cy="51816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6853" y="1226438"/>
              <a:ext cx="7283094" cy="47536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5940" y="1869160"/>
            <a:ext cx="7357745" cy="430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4869815" indent="-274320">
              <a:lnSpc>
                <a:spcPct val="120000"/>
              </a:lnSpc>
              <a:spcBef>
                <a:spcPts val="100"/>
              </a:spcBef>
            </a:pPr>
            <a:r>
              <a:rPr sz="2600" spc="65" dirty="0">
                <a:solidFill>
                  <a:srgbClr val="FF0000"/>
                </a:solidFill>
                <a:latin typeface="Times New Roman"/>
                <a:cs typeface="Times New Roman"/>
              </a:rPr>
              <a:t>def</a:t>
            </a:r>
            <a:r>
              <a:rPr sz="26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recur_fact(x):  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if </a:t>
            </a:r>
            <a:r>
              <a:rPr sz="2600" spc="-50" dirty="0">
                <a:latin typeface="Times New Roman"/>
                <a:cs typeface="Times New Roman"/>
              </a:rPr>
              <a:t>x </a:t>
            </a:r>
            <a:r>
              <a:rPr sz="2600" spc="-30" dirty="0">
                <a:latin typeface="Times New Roman"/>
                <a:cs typeface="Times New Roman"/>
              </a:rPr>
              <a:t>==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75" dirty="0">
                <a:latin typeface="Times New Roman"/>
                <a:cs typeface="Times New Roman"/>
              </a:rPr>
              <a:t>1:</a:t>
            </a:r>
            <a:endParaRPr sz="2600">
              <a:latin typeface="Times New Roman"/>
              <a:cs typeface="Times New Roman"/>
            </a:endParaRPr>
          </a:p>
          <a:p>
            <a:pPr marL="1918970">
              <a:lnSpc>
                <a:spcPct val="100000"/>
              </a:lnSpc>
              <a:spcBef>
                <a:spcPts val="620"/>
              </a:spcBef>
            </a:pPr>
            <a:r>
              <a:rPr sz="2600" spc="150" dirty="0">
                <a:solidFill>
                  <a:srgbClr val="FF0000"/>
                </a:solidFill>
                <a:latin typeface="Times New Roman"/>
                <a:cs typeface="Times New Roman"/>
              </a:rPr>
              <a:t>return</a:t>
            </a:r>
            <a:r>
              <a:rPr sz="26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484" dirty="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30" dirty="0">
                <a:solidFill>
                  <a:srgbClr val="FF0000"/>
                </a:solidFill>
                <a:latin typeface="Times New Roman"/>
                <a:cs typeface="Times New Roman"/>
              </a:rPr>
              <a:t>else:</a:t>
            </a:r>
            <a:endParaRPr sz="2600">
              <a:latin typeface="Times New Roman"/>
              <a:cs typeface="Times New Roman"/>
            </a:endParaRPr>
          </a:p>
          <a:p>
            <a:pPr marL="1918970">
              <a:lnSpc>
                <a:spcPct val="100000"/>
              </a:lnSpc>
              <a:spcBef>
                <a:spcPts val="625"/>
              </a:spcBef>
            </a:pPr>
            <a:r>
              <a:rPr sz="2600" spc="150" dirty="0">
                <a:solidFill>
                  <a:srgbClr val="FF0000"/>
                </a:solidFill>
                <a:latin typeface="Times New Roman"/>
                <a:cs typeface="Times New Roman"/>
              </a:rPr>
              <a:t>return </a:t>
            </a:r>
            <a:r>
              <a:rPr sz="2600" spc="20" dirty="0">
                <a:latin typeface="Times New Roman"/>
                <a:cs typeface="Times New Roman"/>
              </a:rPr>
              <a:t>(x </a:t>
            </a:r>
            <a:r>
              <a:rPr sz="2600" spc="-175" dirty="0">
                <a:latin typeface="Times New Roman"/>
                <a:cs typeface="Times New Roman"/>
              </a:rPr>
              <a:t>*</a:t>
            </a:r>
            <a:r>
              <a:rPr sz="2600" spc="-330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recur_fact(x-1))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50">
              <a:latin typeface="Times New Roman"/>
              <a:cs typeface="Times New Roman"/>
            </a:endParaRPr>
          </a:p>
          <a:p>
            <a:pPr marL="94615" marR="1959610">
              <a:lnSpc>
                <a:spcPct val="120100"/>
              </a:lnSpc>
            </a:pPr>
            <a:r>
              <a:rPr sz="2600" spc="204" dirty="0">
                <a:latin typeface="Times New Roman"/>
                <a:cs typeface="Times New Roman"/>
              </a:rPr>
              <a:t>num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=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10" dirty="0">
                <a:solidFill>
                  <a:srgbClr val="FF0000"/>
                </a:solidFill>
                <a:latin typeface="Times New Roman"/>
                <a:cs typeface="Times New Roman"/>
              </a:rPr>
              <a:t>int</a:t>
            </a:r>
            <a:r>
              <a:rPr sz="2600" spc="110" dirty="0">
                <a:latin typeface="Times New Roman"/>
                <a:cs typeface="Times New Roman"/>
              </a:rPr>
              <a:t>(</a:t>
            </a:r>
            <a:r>
              <a:rPr sz="2600" spc="110" dirty="0">
                <a:solidFill>
                  <a:srgbClr val="FF0000"/>
                </a:solidFill>
                <a:latin typeface="Times New Roman"/>
                <a:cs typeface="Times New Roman"/>
              </a:rPr>
              <a:t>input</a:t>
            </a:r>
            <a:r>
              <a:rPr sz="2600" spc="110" dirty="0">
                <a:latin typeface="Times New Roman"/>
                <a:cs typeface="Times New Roman"/>
              </a:rPr>
              <a:t>("Enter</a:t>
            </a:r>
            <a:r>
              <a:rPr sz="2600" spc="-190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a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30" dirty="0">
                <a:latin typeface="Times New Roman"/>
                <a:cs typeface="Times New Roman"/>
              </a:rPr>
              <a:t>number: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"))  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if </a:t>
            </a:r>
            <a:r>
              <a:rPr sz="2600" spc="204" dirty="0">
                <a:latin typeface="Times New Roman"/>
                <a:cs typeface="Times New Roman"/>
              </a:rPr>
              <a:t>num </a:t>
            </a:r>
            <a:r>
              <a:rPr sz="2600" spc="-30" dirty="0">
                <a:latin typeface="Times New Roman"/>
                <a:cs typeface="Times New Roman"/>
              </a:rPr>
              <a:t>&gt;=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275" dirty="0">
                <a:latin typeface="Times New Roman"/>
                <a:cs typeface="Times New Roman"/>
              </a:rPr>
              <a:t>1: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95" dirty="0">
                <a:solidFill>
                  <a:srgbClr val="FF0000"/>
                </a:solidFill>
                <a:latin typeface="Times New Roman"/>
                <a:cs typeface="Times New Roman"/>
              </a:rPr>
              <a:t>print</a:t>
            </a:r>
            <a:r>
              <a:rPr sz="2600" spc="95" dirty="0">
                <a:latin typeface="Times New Roman"/>
                <a:cs typeface="Times New Roman"/>
              </a:rPr>
              <a:t>("The </a:t>
            </a:r>
            <a:r>
              <a:rPr sz="2600" spc="65" dirty="0">
                <a:latin typeface="Times New Roman"/>
                <a:cs typeface="Times New Roman"/>
              </a:rPr>
              <a:t>factorial </a:t>
            </a:r>
            <a:r>
              <a:rPr sz="2600" spc="-20" dirty="0">
                <a:latin typeface="Times New Roman"/>
                <a:cs typeface="Times New Roman"/>
              </a:rPr>
              <a:t>of", </a:t>
            </a:r>
            <a:r>
              <a:rPr sz="2600" spc="155" dirty="0">
                <a:latin typeface="Times New Roman"/>
                <a:cs typeface="Times New Roman"/>
              </a:rPr>
              <a:t>num,</a:t>
            </a:r>
            <a:r>
              <a:rPr sz="2600" spc="-31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"is", </a:t>
            </a:r>
            <a:r>
              <a:rPr sz="2600" spc="105" dirty="0">
                <a:latin typeface="Times New Roman"/>
                <a:cs typeface="Times New Roman"/>
              </a:rPr>
              <a:t>recur_fact(num))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6136" y="664463"/>
            <a:ext cx="8491855" cy="1661160"/>
            <a:chOff x="326136" y="664463"/>
            <a:chExt cx="8491855" cy="1661160"/>
          </a:xfrm>
        </p:grpSpPr>
        <p:sp>
          <p:nvSpPr>
            <p:cNvPr id="10" name="object 10"/>
            <p:cNvSpPr/>
            <p:nvPr/>
          </p:nvSpPr>
          <p:spPr>
            <a:xfrm>
              <a:off x="379476" y="664463"/>
              <a:ext cx="8386572" cy="12999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6136" y="873252"/>
              <a:ext cx="8491728" cy="14523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57962" y="704850"/>
            <a:ext cx="8229600" cy="1143000"/>
          </a:xfrm>
          <a:prstGeom prst="rect">
            <a:avLst/>
          </a:prstGeom>
          <a:solidFill>
            <a:srgbClr val="0E6EC5"/>
          </a:solidFill>
          <a:ln w="38100">
            <a:solidFill>
              <a:srgbClr val="FFFFFF"/>
            </a:solidFill>
          </a:ln>
        </p:spPr>
        <p:txBody>
          <a:bodyPr vert="horz" wrap="square" lIns="0" tIns="339725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2675"/>
              </a:spcBef>
            </a:pPr>
            <a:r>
              <a:rPr sz="5000" b="0" spc="-145" dirty="0">
                <a:solidFill>
                  <a:srgbClr val="FFFFFF"/>
                </a:solidFill>
                <a:latin typeface="Times New Roman"/>
                <a:cs typeface="Times New Roman"/>
              </a:rPr>
              <a:t>EXAMPLE </a:t>
            </a:r>
            <a:r>
              <a:rPr sz="5000" b="0" spc="16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5000" b="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0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RECURSION</a:t>
            </a:r>
            <a:endParaRPr sz="5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5940" y="2344648"/>
            <a:ext cx="7473950" cy="359219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105" dirty="0">
                <a:latin typeface="Times New Roman"/>
                <a:cs typeface="Times New Roman"/>
              </a:rPr>
              <a:t>Function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130" dirty="0">
                <a:latin typeface="Times New Roman"/>
                <a:cs typeface="Times New Roman"/>
              </a:rPr>
              <a:t>without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114" dirty="0">
                <a:latin typeface="Times New Roman"/>
                <a:cs typeface="Times New Roman"/>
              </a:rPr>
              <a:t>function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25" dirty="0">
                <a:latin typeface="Times New Roman"/>
                <a:cs typeface="Times New Roman"/>
              </a:rPr>
              <a:t>name.</a:t>
            </a:r>
            <a:endParaRPr sz="2600">
              <a:latin typeface="Times New Roman"/>
              <a:cs typeface="Times New Roman"/>
            </a:endParaRPr>
          </a:p>
          <a:p>
            <a:pPr marL="286385" marR="127635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105" dirty="0">
                <a:latin typeface="Times New Roman"/>
                <a:cs typeface="Times New Roman"/>
              </a:rPr>
              <a:t>Function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is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105" dirty="0">
                <a:latin typeface="Times New Roman"/>
                <a:cs typeface="Times New Roman"/>
              </a:rPr>
              <a:t>defined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90" dirty="0">
                <a:latin typeface="Times New Roman"/>
                <a:cs typeface="Times New Roman"/>
              </a:rPr>
              <a:t>using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25" dirty="0">
                <a:solidFill>
                  <a:srgbClr val="FF0000"/>
                </a:solidFill>
                <a:latin typeface="Times New Roman"/>
                <a:cs typeface="Times New Roman"/>
              </a:rPr>
              <a:t>lambda</a:t>
            </a:r>
            <a:r>
              <a:rPr sz="26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keyword,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hence  </a:t>
            </a:r>
            <a:r>
              <a:rPr sz="2600" spc="110" dirty="0">
                <a:latin typeface="Times New Roman"/>
                <a:cs typeface="Times New Roman"/>
              </a:rPr>
              <a:t>function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is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also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called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110" dirty="0">
                <a:latin typeface="Times New Roman"/>
                <a:cs typeface="Times New Roman"/>
              </a:rPr>
              <a:t>Lambda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function.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75" dirty="0">
                <a:latin typeface="Times New Roman"/>
                <a:cs typeface="Times New Roman"/>
              </a:rPr>
              <a:t>Used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for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135" dirty="0">
                <a:latin typeface="Times New Roman"/>
                <a:cs typeface="Times New Roman"/>
              </a:rPr>
              <a:t>short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110" dirty="0">
                <a:latin typeface="Times New Roman"/>
                <a:cs typeface="Times New Roman"/>
              </a:rPr>
              <a:t>period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10" dirty="0">
                <a:latin typeface="Times New Roman"/>
                <a:cs typeface="Times New Roman"/>
              </a:rPr>
              <a:t>in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10" dirty="0">
                <a:latin typeface="Times New Roman"/>
                <a:cs typeface="Times New Roman"/>
              </a:rPr>
              <a:t>python.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85" dirty="0">
                <a:latin typeface="Times New Roman"/>
                <a:cs typeface="Times New Roman"/>
              </a:rPr>
              <a:t>Can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have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70" dirty="0">
                <a:latin typeface="Times New Roman"/>
                <a:cs typeface="Times New Roman"/>
              </a:rPr>
              <a:t>any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160" dirty="0">
                <a:latin typeface="Times New Roman"/>
                <a:cs typeface="Times New Roman"/>
              </a:rPr>
              <a:t>number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130" dirty="0">
                <a:latin typeface="Times New Roman"/>
                <a:cs typeface="Times New Roman"/>
              </a:rPr>
              <a:t>arguments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175" dirty="0">
                <a:latin typeface="Times New Roman"/>
                <a:cs typeface="Times New Roman"/>
              </a:rPr>
              <a:t>but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only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single  </a:t>
            </a:r>
            <a:r>
              <a:rPr sz="2600" spc="70" dirty="0">
                <a:latin typeface="Times New Roman"/>
                <a:cs typeface="Times New Roman"/>
              </a:rPr>
              <a:t>expression.</a:t>
            </a:r>
            <a:endParaRPr sz="2600">
              <a:latin typeface="Times New Roman"/>
              <a:cs typeface="Times New Roman"/>
            </a:endParaRPr>
          </a:p>
          <a:p>
            <a:pPr marL="286385" marR="205740" indent="-274320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25" dirty="0">
                <a:latin typeface="Times New Roman"/>
                <a:cs typeface="Times New Roman"/>
              </a:rPr>
              <a:t>Specially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120" dirty="0">
                <a:latin typeface="Times New Roman"/>
                <a:cs typeface="Times New Roman"/>
              </a:rPr>
              <a:t>used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110" dirty="0">
                <a:latin typeface="Times New Roman"/>
                <a:cs typeface="Times New Roman"/>
              </a:rPr>
              <a:t>with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105" dirty="0">
                <a:latin typeface="Times New Roman"/>
                <a:cs typeface="Times New Roman"/>
              </a:rPr>
              <a:t>built-in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105" dirty="0">
                <a:latin typeface="Times New Roman"/>
                <a:cs typeface="Times New Roman"/>
              </a:rPr>
              <a:t>functions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like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filter(),  </a:t>
            </a:r>
            <a:r>
              <a:rPr sz="2600" spc="130" dirty="0">
                <a:latin typeface="Times New Roman"/>
                <a:cs typeface="Times New Roman"/>
              </a:rPr>
              <a:t>map()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etc.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7075" y="646176"/>
            <a:ext cx="8539480" cy="1710055"/>
            <a:chOff x="227075" y="646176"/>
            <a:chExt cx="8539480" cy="1710055"/>
          </a:xfrm>
        </p:grpSpPr>
        <p:sp>
          <p:nvSpPr>
            <p:cNvPr id="10" name="object 10"/>
            <p:cNvSpPr/>
            <p:nvPr/>
          </p:nvSpPr>
          <p:spPr>
            <a:xfrm>
              <a:off x="379475" y="646176"/>
              <a:ext cx="8386572" cy="12999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7075" y="845820"/>
              <a:ext cx="8307324" cy="15102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961" y="686562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82296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8229600" y="1143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0AD0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4987" y="865632"/>
              <a:ext cx="5070348" cy="13944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57962" y="686562"/>
            <a:ext cx="8229600" cy="1143000"/>
          </a:xfrm>
          <a:prstGeom prst="rect">
            <a:avLst/>
          </a:prstGeom>
          <a:ln w="38100">
            <a:solidFill>
              <a:srgbClr val="FFFFFF"/>
            </a:solidFill>
          </a:ln>
        </p:spPr>
        <p:txBody>
          <a:bodyPr vert="horz" wrap="square" lIns="0" tIns="339725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2675"/>
              </a:spcBef>
            </a:pPr>
            <a:r>
              <a:rPr sz="5000" spc="5" dirty="0"/>
              <a:t>ANONYMOUS</a:t>
            </a:r>
            <a:endParaRPr sz="5000"/>
          </a:p>
        </p:txBody>
      </p:sp>
      <p:grpSp>
        <p:nvGrpSpPr>
          <p:cNvPr id="15" name="object 15"/>
          <p:cNvGrpSpPr/>
          <p:nvPr/>
        </p:nvGrpSpPr>
        <p:grpSpPr>
          <a:xfrm>
            <a:off x="5059679" y="1200911"/>
            <a:ext cx="3416935" cy="518159"/>
            <a:chOff x="5059679" y="1200911"/>
            <a:chExt cx="3416935" cy="518159"/>
          </a:xfrm>
        </p:grpSpPr>
        <p:sp>
          <p:nvSpPr>
            <p:cNvPr id="16" name="object 16"/>
            <p:cNvSpPr/>
            <p:nvPr/>
          </p:nvSpPr>
          <p:spPr>
            <a:xfrm>
              <a:off x="5059679" y="1200911"/>
              <a:ext cx="3416808" cy="5181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89778" y="1207388"/>
              <a:ext cx="3372358" cy="47536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5940" y="2423287"/>
            <a:ext cx="7552690" cy="2324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50" spc="-625" dirty="0">
                <a:solidFill>
                  <a:srgbClr val="0AD0D9"/>
                </a:solidFill>
                <a:latin typeface="Arial"/>
                <a:cs typeface="Arial"/>
              </a:rPr>
              <a:t> </a:t>
            </a:r>
            <a:r>
              <a:rPr sz="2600" spc="114" dirty="0">
                <a:solidFill>
                  <a:srgbClr val="FF0000"/>
                </a:solidFill>
                <a:latin typeface="Times New Roman"/>
                <a:cs typeface="Times New Roman"/>
              </a:rPr>
              <a:t>double </a:t>
            </a:r>
            <a:r>
              <a:rPr sz="2600" spc="-30" dirty="0">
                <a:latin typeface="Times New Roman"/>
                <a:cs typeface="Times New Roman"/>
              </a:rPr>
              <a:t>= </a:t>
            </a:r>
            <a:r>
              <a:rPr sz="2600" spc="125" dirty="0">
                <a:solidFill>
                  <a:srgbClr val="00AF50"/>
                </a:solidFill>
                <a:latin typeface="Times New Roman"/>
                <a:cs typeface="Times New Roman"/>
              </a:rPr>
              <a:t>lambda </a:t>
            </a:r>
            <a:r>
              <a:rPr sz="2600" spc="-55" dirty="0">
                <a:latin typeface="Times New Roman"/>
                <a:cs typeface="Times New Roman"/>
              </a:rPr>
              <a:t>x: </a:t>
            </a:r>
            <a:r>
              <a:rPr sz="2600" spc="-50" dirty="0">
                <a:latin typeface="Times New Roman"/>
                <a:cs typeface="Times New Roman"/>
              </a:rPr>
              <a:t>x </a:t>
            </a:r>
            <a:r>
              <a:rPr sz="2600" spc="-175" dirty="0">
                <a:latin typeface="Times New Roman"/>
                <a:cs typeface="Times New Roman"/>
              </a:rPr>
              <a:t>* </a:t>
            </a:r>
            <a:r>
              <a:rPr sz="2600" spc="-40" dirty="0">
                <a:latin typeface="Times New Roman"/>
                <a:cs typeface="Times New Roman"/>
              </a:rPr>
              <a:t>2</a:t>
            </a:r>
            <a:r>
              <a:rPr sz="2600" spc="-330" dirty="0">
                <a:latin typeface="Times New Roman"/>
                <a:cs typeface="Times New Roman"/>
              </a:rPr>
              <a:t> </a:t>
            </a:r>
            <a:r>
              <a:rPr sz="2600" spc="105" dirty="0">
                <a:latin typeface="Times New Roman"/>
                <a:cs typeface="Times New Roman"/>
              </a:rPr>
              <a:t>print(double(5))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50" spc="-625" dirty="0">
                <a:solidFill>
                  <a:srgbClr val="0AD0D9"/>
                </a:solidFill>
                <a:latin typeface="Arial"/>
                <a:cs typeface="Arial"/>
              </a:rPr>
              <a:t> </a:t>
            </a:r>
            <a:r>
              <a:rPr sz="2600" spc="55" dirty="0">
                <a:latin typeface="Times New Roman"/>
                <a:cs typeface="Times New Roman"/>
              </a:rPr>
              <a:t>my_list </a:t>
            </a:r>
            <a:r>
              <a:rPr sz="2600" spc="-30" dirty="0">
                <a:latin typeface="Times New Roman"/>
                <a:cs typeface="Times New Roman"/>
              </a:rPr>
              <a:t>= </a:t>
            </a:r>
            <a:r>
              <a:rPr sz="2600" spc="-150" dirty="0">
                <a:latin typeface="Times New Roman"/>
                <a:cs typeface="Times New Roman"/>
              </a:rPr>
              <a:t>[1, </a:t>
            </a:r>
            <a:r>
              <a:rPr sz="2600" spc="-25" dirty="0">
                <a:latin typeface="Times New Roman"/>
                <a:cs typeface="Times New Roman"/>
              </a:rPr>
              <a:t>5, </a:t>
            </a:r>
            <a:r>
              <a:rPr sz="2600" spc="45" dirty="0">
                <a:latin typeface="Times New Roman"/>
                <a:cs typeface="Times New Roman"/>
              </a:rPr>
              <a:t>4, </a:t>
            </a:r>
            <a:r>
              <a:rPr sz="2600" spc="60" dirty="0">
                <a:latin typeface="Times New Roman"/>
                <a:cs typeface="Times New Roman"/>
              </a:rPr>
              <a:t>6, </a:t>
            </a:r>
            <a:r>
              <a:rPr sz="2600" spc="50" dirty="0">
                <a:latin typeface="Times New Roman"/>
                <a:cs typeface="Times New Roman"/>
              </a:rPr>
              <a:t>8, </a:t>
            </a:r>
            <a:r>
              <a:rPr sz="2600" spc="-320" dirty="0">
                <a:latin typeface="Times New Roman"/>
                <a:cs typeface="Times New Roman"/>
              </a:rPr>
              <a:t>11, </a:t>
            </a:r>
            <a:r>
              <a:rPr sz="2600" spc="-50" dirty="0">
                <a:latin typeface="Times New Roman"/>
                <a:cs typeface="Times New Roman"/>
              </a:rPr>
              <a:t>3,</a:t>
            </a:r>
            <a:r>
              <a:rPr sz="2600" spc="-165" dirty="0">
                <a:latin typeface="Times New Roman"/>
                <a:cs typeface="Times New Roman"/>
              </a:rPr>
              <a:t> 12]</a:t>
            </a:r>
            <a:endParaRPr sz="2600">
              <a:latin typeface="Times New Roman"/>
              <a:cs typeface="Times New Roman"/>
            </a:endParaRPr>
          </a:p>
          <a:p>
            <a:pPr marL="927100" marR="5080" indent="-832485">
              <a:lnSpc>
                <a:spcPct val="120000"/>
              </a:lnSpc>
            </a:pPr>
            <a:r>
              <a:rPr sz="2600" spc="70" dirty="0">
                <a:latin typeface="Times New Roman"/>
                <a:cs typeface="Times New Roman"/>
              </a:rPr>
              <a:t>new_list </a:t>
            </a:r>
            <a:r>
              <a:rPr sz="2600" spc="-30" dirty="0">
                <a:latin typeface="Times New Roman"/>
                <a:cs typeface="Times New Roman"/>
              </a:rPr>
              <a:t>= </a:t>
            </a:r>
            <a:r>
              <a:rPr sz="2600" spc="85" dirty="0">
                <a:solidFill>
                  <a:srgbClr val="FF0000"/>
                </a:solidFill>
                <a:latin typeface="Times New Roman"/>
                <a:cs typeface="Times New Roman"/>
              </a:rPr>
              <a:t>list</a:t>
            </a:r>
            <a:r>
              <a:rPr sz="2600" spc="85" dirty="0">
                <a:latin typeface="Times New Roman"/>
                <a:cs typeface="Times New Roman"/>
              </a:rPr>
              <a:t>(</a:t>
            </a:r>
            <a:r>
              <a:rPr sz="2600" spc="85" dirty="0">
                <a:solidFill>
                  <a:srgbClr val="FF0000"/>
                </a:solidFill>
                <a:latin typeface="Times New Roman"/>
                <a:cs typeface="Times New Roman"/>
              </a:rPr>
              <a:t>filter</a:t>
            </a:r>
            <a:r>
              <a:rPr sz="2600" spc="85" dirty="0">
                <a:latin typeface="Times New Roman"/>
                <a:cs typeface="Times New Roman"/>
              </a:rPr>
              <a:t>(</a:t>
            </a:r>
            <a:r>
              <a:rPr sz="2600" spc="85" dirty="0">
                <a:solidFill>
                  <a:srgbClr val="00AF50"/>
                </a:solidFill>
                <a:latin typeface="Times New Roman"/>
                <a:cs typeface="Times New Roman"/>
              </a:rPr>
              <a:t>lambda </a:t>
            </a:r>
            <a:r>
              <a:rPr sz="2600" spc="-55" dirty="0">
                <a:latin typeface="Times New Roman"/>
                <a:cs typeface="Times New Roman"/>
              </a:rPr>
              <a:t>x: </a:t>
            </a:r>
            <a:r>
              <a:rPr sz="2600" spc="-10" dirty="0">
                <a:latin typeface="Times New Roman"/>
                <a:cs typeface="Times New Roman"/>
              </a:rPr>
              <a:t>(x%2 </a:t>
            </a:r>
            <a:r>
              <a:rPr sz="2600" spc="-30" dirty="0">
                <a:latin typeface="Times New Roman"/>
                <a:cs typeface="Times New Roman"/>
              </a:rPr>
              <a:t>== </a:t>
            </a:r>
            <a:r>
              <a:rPr sz="2600" spc="95" dirty="0">
                <a:latin typeface="Times New Roman"/>
                <a:cs typeface="Times New Roman"/>
              </a:rPr>
              <a:t>0) </a:t>
            </a:r>
            <a:r>
              <a:rPr sz="2600" spc="15" dirty="0">
                <a:latin typeface="Times New Roman"/>
                <a:cs typeface="Times New Roman"/>
              </a:rPr>
              <a:t>,</a:t>
            </a:r>
            <a:r>
              <a:rPr sz="2600" spc="-375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my_list))  </a:t>
            </a:r>
            <a:r>
              <a:rPr sz="2600" spc="95" dirty="0">
                <a:solidFill>
                  <a:srgbClr val="FF0000"/>
                </a:solidFill>
                <a:latin typeface="Times New Roman"/>
                <a:cs typeface="Times New Roman"/>
              </a:rPr>
              <a:t>print</a:t>
            </a:r>
            <a:r>
              <a:rPr sz="2600" spc="95" dirty="0">
                <a:latin typeface="Times New Roman"/>
                <a:cs typeface="Times New Roman"/>
              </a:rPr>
              <a:t>(new_list)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3275" y="265175"/>
            <a:ext cx="8463280" cy="2022475"/>
            <a:chOff x="303275" y="265175"/>
            <a:chExt cx="8463280" cy="2022475"/>
          </a:xfrm>
        </p:grpSpPr>
        <p:sp>
          <p:nvSpPr>
            <p:cNvPr id="10" name="object 10"/>
            <p:cNvSpPr/>
            <p:nvPr/>
          </p:nvSpPr>
          <p:spPr>
            <a:xfrm>
              <a:off x="303275" y="265175"/>
              <a:ext cx="8462772" cy="16992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2331" y="283463"/>
              <a:ext cx="6944868" cy="200406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81761" y="305561"/>
            <a:ext cx="8305800" cy="1542415"/>
          </a:xfrm>
          <a:prstGeom prst="rect">
            <a:avLst/>
          </a:prstGeom>
          <a:solidFill>
            <a:srgbClr val="0E6EC5"/>
          </a:solidFill>
          <a:ln w="38100">
            <a:solidFill>
              <a:srgbClr val="FFFFFF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2669540" marR="1139825" indent="-1517015">
              <a:lnSpc>
                <a:spcPct val="100000"/>
              </a:lnSpc>
              <a:spcBef>
                <a:spcPts val="1050"/>
              </a:spcBef>
            </a:pPr>
            <a:r>
              <a:rPr sz="4500" b="0" spc="-135" dirty="0">
                <a:solidFill>
                  <a:srgbClr val="FFFFFF"/>
                </a:solidFill>
                <a:latin typeface="Times New Roman"/>
                <a:cs typeface="Times New Roman"/>
              </a:rPr>
              <a:t>EXAMPLE </a:t>
            </a:r>
            <a:r>
              <a:rPr sz="4500" b="0" spc="14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4500" b="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500" b="0" spc="-145" dirty="0">
                <a:solidFill>
                  <a:srgbClr val="FFFFFF"/>
                </a:solidFill>
                <a:latin typeface="Times New Roman"/>
                <a:cs typeface="Times New Roman"/>
              </a:rPr>
              <a:t>LAMBDA  </a:t>
            </a:r>
            <a:r>
              <a:rPr sz="4500" b="0" spc="70" dirty="0">
                <a:solidFill>
                  <a:srgbClr val="FFFFFF"/>
                </a:solidFill>
                <a:latin typeface="Times New Roman"/>
                <a:cs typeface="Times New Roman"/>
              </a:rPr>
              <a:t>FUNCTION</a:t>
            </a:r>
            <a:endParaRPr sz="4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1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5008" y="691895"/>
            <a:ext cx="8255634" cy="116903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917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b="0" spc="-114" dirty="0">
                <a:solidFill>
                  <a:srgbClr val="FFFFFF"/>
                </a:solidFill>
                <a:latin typeface="Times New Roman"/>
                <a:cs typeface="Times New Roman"/>
              </a:rPr>
              <a:t>RESOURCES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2898775"/>
            <a:ext cx="8018145" cy="1769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100" dirty="0">
                <a:latin typeface="Times New Roman"/>
                <a:cs typeface="Times New Roman"/>
                <a:hlinkClick r:id="rId7"/>
              </a:rPr>
              <a:t>www.programiz.com/python-programming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AD0D9"/>
              </a:buClr>
              <a:buFont typeface="Arial"/>
              <a:buChar char=""/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Clr>
                <a:srgbClr val="0AD0D9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95" dirty="0">
                <a:latin typeface="Times New Roman"/>
                <a:cs typeface="Times New Roman"/>
              </a:rPr>
              <a:t>https://wiki.python.org/moin/BeginnersGuide/Progra  </a:t>
            </a:r>
            <a:r>
              <a:rPr sz="2600" spc="140" dirty="0">
                <a:latin typeface="Times New Roman"/>
                <a:cs typeface="Times New Roman"/>
              </a:rPr>
              <a:t>mmers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685</Words>
  <Application>Microsoft Office PowerPoint</Application>
  <PresentationFormat>On-screen Show (4:3)</PresentationFormat>
  <Paragraphs>114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OBJECTIVE</vt:lpstr>
      <vt:lpstr>FUNCTION</vt:lpstr>
      <vt:lpstr>DEFINING FUNCTION</vt:lpstr>
      <vt:lpstr>EXAMPLE OF FUNCTION</vt:lpstr>
      <vt:lpstr>CALLING A FUNCTION</vt:lpstr>
      <vt:lpstr>EXAMPLE</vt:lpstr>
      <vt:lpstr>PowerPoint Presentation</vt:lpstr>
      <vt:lpstr>PowerPoint Presentation</vt:lpstr>
      <vt:lpstr>DEFAULT  ARGUMENT</vt:lpstr>
      <vt:lpstr>DEFAULT ARGUMENTS</vt:lpstr>
      <vt:lpstr>KEYWORD ARGUMENTS</vt:lpstr>
      <vt:lpstr>EXAMPLE OF KEYWORD  ARGUMENT</vt:lpstr>
      <vt:lpstr>ARBITRARY ARGUMENTS</vt:lpstr>
      <vt:lpstr> Like other programming language in python, function  can call itself.</vt:lpstr>
      <vt:lpstr>EXAMPLE OF RECURSION</vt:lpstr>
      <vt:lpstr>ANONYMOUS</vt:lpstr>
      <vt:lpstr>EXAMPLE OF LAMBDA  FUNCTION</vt:lpstr>
      <vt:lpstr>RESOURCES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2</cp:revision>
  <dcterms:created xsi:type="dcterms:W3CDTF">2023-12-03T10:12:09Z</dcterms:created>
  <dcterms:modified xsi:type="dcterms:W3CDTF">2023-12-03T10:18:43Z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2016-05-23T00:00:00Z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2023-12-03T00:00:00Z</vt:filetime>
  </property>
</Properties>
</file>