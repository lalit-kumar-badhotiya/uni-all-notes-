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diagrams/colors2.xml" ContentType="application/vnd.openxmlformats-officedocument.drawingml.diagramColors+xml"/>
  <Override PartName="/ppt/diagrams/drawing3.xml" ContentType="application/vnd.ms-office.drawingml.diagramDrawing+xml"/>
  <Default Extension="png" ContentType="image/png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8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75" r:id="rId11"/>
    <p:sldId id="264" r:id="rId12"/>
    <p:sldId id="298" r:id="rId13"/>
    <p:sldId id="267" r:id="rId14"/>
    <p:sldId id="268" r:id="rId15"/>
    <p:sldId id="269" r:id="rId16"/>
    <p:sldId id="270" r:id="rId17"/>
    <p:sldId id="273" r:id="rId18"/>
    <p:sldId id="271" r:id="rId19"/>
    <p:sldId id="272" r:id="rId20"/>
    <p:sldId id="265" r:id="rId21"/>
    <p:sldId id="266" r:id="rId22"/>
    <p:sldId id="277" r:id="rId23"/>
    <p:sldId id="278" r:id="rId24"/>
    <p:sldId id="276" r:id="rId25"/>
    <p:sldId id="279" r:id="rId26"/>
    <p:sldId id="280" r:id="rId27"/>
    <p:sldId id="294" r:id="rId28"/>
    <p:sldId id="281" r:id="rId29"/>
    <p:sldId id="282" r:id="rId30"/>
    <p:sldId id="295" r:id="rId31"/>
    <p:sldId id="296" r:id="rId32"/>
    <p:sldId id="297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2" r:id="rId41"/>
    <p:sldId id="290" r:id="rId42"/>
    <p:sldId id="293" r:id="rId43"/>
    <p:sldId id="291" r:id="rId44"/>
    <p:sldId id="299" r:id="rId45"/>
    <p:sldId id="301" r:id="rId46"/>
    <p:sldId id="302" r:id="rId47"/>
    <p:sldId id="303" r:id="rId48"/>
    <p:sldId id="304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-7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99C1A4-1131-4AFA-B57C-AA1192C8F447}" type="doc">
      <dgm:prSet loTypeId="urn:microsoft.com/office/officeart/2005/8/layout/gear1" loCatId="process" qsTypeId="urn:microsoft.com/office/officeart/2005/8/quickstyle/simple1" qsCatId="simple" csTypeId="urn:microsoft.com/office/officeart/2005/8/colors/accent1_2" csCatId="accent1" phldr="1"/>
      <dgm:spPr/>
    </dgm:pt>
    <dgm:pt modelId="{06170057-5143-4E3E-B2E0-F8FACD1793E6}">
      <dgm:prSet phldrT="[Text]"/>
      <dgm:spPr/>
      <dgm:t>
        <a:bodyPr/>
        <a:lstStyle/>
        <a:p>
          <a:r>
            <a:rPr lang="en-US" dirty="0" smtClean="0"/>
            <a:t>Technology</a:t>
          </a:r>
          <a:endParaRPr lang="en-US" dirty="0"/>
        </a:p>
      </dgm:t>
    </dgm:pt>
    <dgm:pt modelId="{EA68B499-9228-4EC6-9209-00A851121D18}" type="parTrans" cxnId="{9C5D3DCF-DBA1-4D38-B5A6-A09A12376E9F}">
      <dgm:prSet/>
      <dgm:spPr/>
      <dgm:t>
        <a:bodyPr/>
        <a:lstStyle/>
        <a:p>
          <a:endParaRPr lang="en-US"/>
        </a:p>
      </dgm:t>
    </dgm:pt>
    <dgm:pt modelId="{6F25875E-5199-4F6A-858C-9E37E3CFCDE7}" type="sibTrans" cxnId="{9C5D3DCF-DBA1-4D38-B5A6-A09A12376E9F}">
      <dgm:prSet/>
      <dgm:spPr/>
      <dgm:t>
        <a:bodyPr/>
        <a:lstStyle/>
        <a:p>
          <a:endParaRPr lang="en-US"/>
        </a:p>
      </dgm:t>
    </dgm:pt>
    <dgm:pt modelId="{A4F20981-ABA5-40F6-9128-5C6F8C4714EC}">
      <dgm:prSet phldrT="[Text]"/>
      <dgm:spPr/>
      <dgm:t>
        <a:bodyPr/>
        <a:lstStyle/>
        <a:p>
          <a:r>
            <a:rPr lang="en-US" dirty="0" smtClean="0"/>
            <a:t>Web</a:t>
          </a:r>
          <a:endParaRPr lang="en-US" dirty="0"/>
        </a:p>
      </dgm:t>
    </dgm:pt>
    <dgm:pt modelId="{D4C9426D-34F5-4836-9A50-78F534002702}" type="parTrans" cxnId="{2EDDC4FF-6108-4AF4-BBA1-D20569106DF0}">
      <dgm:prSet/>
      <dgm:spPr/>
      <dgm:t>
        <a:bodyPr/>
        <a:lstStyle/>
        <a:p>
          <a:endParaRPr lang="en-US"/>
        </a:p>
      </dgm:t>
    </dgm:pt>
    <dgm:pt modelId="{ADEFA75C-3F1C-4E61-A04F-51360B4E39E2}" type="sibTrans" cxnId="{2EDDC4FF-6108-4AF4-BBA1-D20569106DF0}">
      <dgm:prSet/>
      <dgm:spPr/>
      <dgm:t>
        <a:bodyPr/>
        <a:lstStyle/>
        <a:p>
          <a:endParaRPr lang="en-US"/>
        </a:p>
      </dgm:t>
    </dgm:pt>
    <dgm:pt modelId="{A5A49878-2544-4A09-A3E3-609D125539D1}" type="pres">
      <dgm:prSet presAssocID="{7299C1A4-1131-4AFA-B57C-AA1192C8F447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A63167F5-F10C-4794-AB97-F9BD2F8C6D41}" type="pres">
      <dgm:prSet presAssocID="{06170057-5143-4E3E-B2E0-F8FACD1793E6}" presName="gear1" presStyleLbl="node1" presStyleIdx="0" presStyleCnt="2" custScaleX="121000" custScaleY="90909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5E09C5-9C72-4F63-947C-964F707E9E3D}" type="pres">
      <dgm:prSet presAssocID="{06170057-5143-4E3E-B2E0-F8FACD1793E6}" presName="gear1srcNode" presStyleLbl="node1" presStyleIdx="0" presStyleCnt="2"/>
      <dgm:spPr/>
      <dgm:t>
        <a:bodyPr/>
        <a:lstStyle/>
        <a:p>
          <a:endParaRPr lang="en-US"/>
        </a:p>
      </dgm:t>
    </dgm:pt>
    <dgm:pt modelId="{0C92A020-D85F-4BCE-9217-303C502BA11C}" type="pres">
      <dgm:prSet presAssocID="{06170057-5143-4E3E-B2E0-F8FACD1793E6}" presName="gear1dstNode" presStyleLbl="node1" presStyleIdx="0" presStyleCnt="2"/>
      <dgm:spPr/>
      <dgm:t>
        <a:bodyPr/>
        <a:lstStyle/>
        <a:p>
          <a:endParaRPr lang="en-US"/>
        </a:p>
      </dgm:t>
    </dgm:pt>
    <dgm:pt modelId="{61962180-449B-44D4-BE00-824F68F80734}" type="pres">
      <dgm:prSet presAssocID="{A4F20981-ABA5-40F6-9128-5C6F8C4714EC}" presName="gear2" presStyleLbl="node1" presStyleIdx="1" presStyleCnt="2" custScaleX="144295" custScaleY="11686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7BB729-4FCE-4668-9AC8-EBF075641F62}" type="pres">
      <dgm:prSet presAssocID="{A4F20981-ABA5-40F6-9128-5C6F8C4714EC}" presName="gear2srcNode" presStyleLbl="node1" presStyleIdx="1" presStyleCnt="2"/>
      <dgm:spPr/>
      <dgm:t>
        <a:bodyPr/>
        <a:lstStyle/>
        <a:p>
          <a:endParaRPr lang="en-US"/>
        </a:p>
      </dgm:t>
    </dgm:pt>
    <dgm:pt modelId="{ECD07A0E-44BB-4D50-9E9D-A07F4DC05323}" type="pres">
      <dgm:prSet presAssocID="{A4F20981-ABA5-40F6-9128-5C6F8C4714EC}" presName="gear2dstNode" presStyleLbl="node1" presStyleIdx="1" presStyleCnt="2"/>
      <dgm:spPr/>
      <dgm:t>
        <a:bodyPr/>
        <a:lstStyle/>
        <a:p>
          <a:endParaRPr lang="en-US"/>
        </a:p>
      </dgm:t>
    </dgm:pt>
    <dgm:pt modelId="{EDE36188-F306-4C77-91F7-2495B3C4BE06}" type="pres">
      <dgm:prSet presAssocID="{6F25875E-5199-4F6A-858C-9E37E3CFCDE7}" presName="connector1" presStyleLbl="sibTrans2D1" presStyleIdx="0" presStyleCnt="2"/>
      <dgm:spPr/>
      <dgm:t>
        <a:bodyPr/>
        <a:lstStyle/>
        <a:p>
          <a:endParaRPr lang="en-US"/>
        </a:p>
      </dgm:t>
    </dgm:pt>
    <dgm:pt modelId="{47F799EA-F65E-4816-91F7-B8552C135250}" type="pres">
      <dgm:prSet presAssocID="{ADEFA75C-3F1C-4E61-A04F-51360B4E39E2}" presName="connector2" presStyleLbl="sibTrans2D1" presStyleIdx="1" presStyleCnt="2" custLinFactNeighborX="-20864" custLinFactNeighborY="-5216"/>
      <dgm:spPr/>
      <dgm:t>
        <a:bodyPr/>
        <a:lstStyle/>
        <a:p>
          <a:endParaRPr lang="en-US"/>
        </a:p>
      </dgm:t>
    </dgm:pt>
  </dgm:ptLst>
  <dgm:cxnLst>
    <dgm:cxn modelId="{CE87FDF1-2934-452C-A9A7-16E04D207EAE}" type="presOf" srcId="{A4F20981-ABA5-40F6-9128-5C6F8C4714EC}" destId="{A97BB729-4FCE-4668-9AC8-EBF075641F62}" srcOrd="1" destOrd="0" presId="urn:microsoft.com/office/officeart/2005/8/layout/gear1"/>
    <dgm:cxn modelId="{FAA14E39-5865-4EB4-9A96-BD89CF54D60C}" type="presOf" srcId="{A4F20981-ABA5-40F6-9128-5C6F8C4714EC}" destId="{ECD07A0E-44BB-4D50-9E9D-A07F4DC05323}" srcOrd="2" destOrd="0" presId="urn:microsoft.com/office/officeart/2005/8/layout/gear1"/>
    <dgm:cxn modelId="{2EDDC4FF-6108-4AF4-BBA1-D20569106DF0}" srcId="{7299C1A4-1131-4AFA-B57C-AA1192C8F447}" destId="{A4F20981-ABA5-40F6-9128-5C6F8C4714EC}" srcOrd="1" destOrd="0" parTransId="{D4C9426D-34F5-4836-9A50-78F534002702}" sibTransId="{ADEFA75C-3F1C-4E61-A04F-51360B4E39E2}"/>
    <dgm:cxn modelId="{4FA8CF9B-9A3D-4583-9E5D-BCDD3FCBAEA2}" type="presOf" srcId="{A4F20981-ABA5-40F6-9128-5C6F8C4714EC}" destId="{61962180-449B-44D4-BE00-824F68F80734}" srcOrd="0" destOrd="0" presId="urn:microsoft.com/office/officeart/2005/8/layout/gear1"/>
    <dgm:cxn modelId="{63D9E396-A1CA-45F8-9FE9-C1A0B174825E}" type="presOf" srcId="{ADEFA75C-3F1C-4E61-A04F-51360B4E39E2}" destId="{47F799EA-F65E-4816-91F7-B8552C135250}" srcOrd="0" destOrd="0" presId="urn:microsoft.com/office/officeart/2005/8/layout/gear1"/>
    <dgm:cxn modelId="{AC3B55A6-B6EA-48F2-BFDD-CFD9BA037933}" type="presOf" srcId="{6F25875E-5199-4F6A-858C-9E37E3CFCDE7}" destId="{EDE36188-F306-4C77-91F7-2495B3C4BE06}" srcOrd="0" destOrd="0" presId="urn:microsoft.com/office/officeart/2005/8/layout/gear1"/>
    <dgm:cxn modelId="{2A6E4ECA-7205-4448-BBC2-33025D91C240}" type="presOf" srcId="{06170057-5143-4E3E-B2E0-F8FACD1793E6}" destId="{0C92A020-D85F-4BCE-9217-303C502BA11C}" srcOrd="2" destOrd="0" presId="urn:microsoft.com/office/officeart/2005/8/layout/gear1"/>
    <dgm:cxn modelId="{F9239DE6-F54E-4300-8757-09B40C9F1C53}" type="presOf" srcId="{06170057-5143-4E3E-B2E0-F8FACD1793E6}" destId="{A63167F5-F10C-4794-AB97-F9BD2F8C6D41}" srcOrd="0" destOrd="0" presId="urn:microsoft.com/office/officeart/2005/8/layout/gear1"/>
    <dgm:cxn modelId="{9C5D3DCF-DBA1-4D38-B5A6-A09A12376E9F}" srcId="{7299C1A4-1131-4AFA-B57C-AA1192C8F447}" destId="{06170057-5143-4E3E-B2E0-F8FACD1793E6}" srcOrd="0" destOrd="0" parTransId="{EA68B499-9228-4EC6-9209-00A851121D18}" sibTransId="{6F25875E-5199-4F6A-858C-9E37E3CFCDE7}"/>
    <dgm:cxn modelId="{1ED9FC51-5976-4439-8CFE-47C079E52348}" type="presOf" srcId="{06170057-5143-4E3E-B2E0-F8FACD1793E6}" destId="{D35E09C5-9C72-4F63-947C-964F707E9E3D}" srcOrd="1" destOrd="0" presId="urn:microsoft.com/office/officeart/2005/8/layout/gear1"/>
    <dgm:cxn modelId="{14C0773B-5A58-4077-AFA8-6654551472C9}" type="presOf" srcId="{7299C1A4-1131-4AFA-B57C-AA1192C8F447}" destId="{A5A49878-2544-4A09-A3E3-609D125539D1}" srcOrd="0" destOrd="0" presId="urn:microsoft.com/office/officeart/2005/8/layout/gear1"/>
    <dgm:cxn modelId="{6DF45D2E-CBF9-4E05-BAA0-9A227C326D35}" type="presParOf" srcId="{A5A49878-2544-4A09-A3E3-609D125539D1}" destId="{A63167F5-F10C-4794-AB97-F9BD2F8C6D41}" srcOrd="0" destOrd="0" presId="urn:microsoft.com/office/officeart/2005/8/layout/gear1"/>
    <dgm:cxn modelId="{A92D086B-00E2-4572-9A5E-92512CCE4CA6}" type="presParOf" srcId="{A5A49878-2544-4A09-A3E3-609D125539D1}" destId="{D35E09C5-9C72-4F63-947C-964F707E9E3D}" srcOrd="1" destOrd="0" presId="urn:microsoft.com/office/officeart/2005/8/layout/gear1"/>
    <dgm:cxn modelId="{E10462E2-9684-439C-816D-55BB3BC2B834}" type="presParOf" srcId="{A5A49878-2544-4A09-A3E3-609D125539D1}" destId="{0C92A020-D85F-4BCE-9217-303C502BA11C}" srcOrd="2" destOrd="0" presId="urn:microsoft.com/office/officeart/2005/8/layout/gear1"/>
    <dgm:cxn modelId="{DD039597-DC92-4B2B-A41A-4EA620F77D87}" type="presParOf" srcId="{A5A49878-2544-4A09-A3E3-609D125539D1}" destId="{61962180-449B-44D4-BE00-824F68F80734}" srcOrd="3" destOrd="0" presId="urn:microsoft.com/office/officeart/2005/8/layout/gear1"/>
    <dgm:cxn modelId="{86D9F6E0-40AD-460C-874E-C92B09E4FCDF}" type="presParOf" srcId="{A5A49878-2544-4A09-A3E3-609D125539D1}" destId="{A97BB729-4FCE-4668-9AC8-EBF075641F62}" srcOrd="4" destOrd="0" presId="urn:microsoft.com/office/officeart/2005/8/layout/gear1"/>
    <dgm:cxn modelId="{423B91DD-BE69-4003-9831-7FE092D8E36C}" type="presParOf" srcId="{A5A49878-2544-4A09-A3E3-609D125539D1}" destId="{ECD07A0E-44BB-4D50-9E9D-A07F4DC05323}" srcOrd="5" destOrd="0" presId="urn:microsoft.com/office/officeart/2005/8/layout/gear1"/>
    <dgm:cxn modelId="{7300347D-A09C-41CD-813B-BDD7C9792C2F}" type="presParOf" srcId="{A5A49878-2544-4A09-A3E3-609D125539D1}" destId="{EDE36188-F306-4C77-91F7-2495B3C4BE06}" srcOrd="6" destOrd="0" presId="urn:microsoft.com/office/officeart/2005/8/layout/gear1"/>
    <dgm:cxn modelId="{55B5A4B3-B8DA-4A07-B874-ED9492EE1F30}" type="presParOf" srcId="{A5A49878-2544-4A09-A3E3-609D125539D1}" destId="{47F799EA-F65E-4816-91F7-B8552C135250}" srcOrd="7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F41EF7-63B7-4ED9-8555-1B53C3E24B9B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43FD71-CC7F-482A-B31B-2EAA4CC2C5E0}">
      <dgm:prSet phldrT="[Text]"/>
      <dgm:spPr/>
      <dgm:t>
        <a:bodyPr/>
        <a:lstStyle/>
        <a:p>
          <a:r>
            <a:rPr lang="en-US" dirty="0" smtClean="0"/>
            <a:t>Server</a:t>
          </a:r>
          <a:endParaRPr lang="en-US" dirty="0"/>
        </a:p>
      </dgm:t>
    </dgm:pt>
    <dgm:pt modelId="{933BA7C9-1DF6-49E2-9985-F5CABD280643}" type="parTrans" cxnId="{D08DDA6E-6123-4D66-94F0-CC19F8B6FB3F}">
      <dgm:prSet/>
      <dgm:spPr/>
      <dgm:t>
        <a:bodyPr/>
        <a:lstStyle/>
        <a:p>
          <a:endParaRPr lang="en-US"/>
        </a:p>
      </dgm:t>
    </dgm:pt>
    <dgm:pt modelId="{69CB19B5-1D70-46A3-9A67-F94D7DF9547F}" type="sibTrans" cxnId="{D08DDA6E-6123-4D66-94F0-CC19F8B6FB3F}">
      <dgm:prSet/>
      <dgm:spPr/>
      <dgm:t>
        <a:bodyPr/>
        <a:lstStyle/>
        <a:p>
          <a:endParaRPr lang="en-US"/>
        </a:p>
      </dgm:t>
    </dgm:pt>
    <dgm:pt modelId="{F962677F-237D-4E96-A35B-6B4DC15A9339}">
      <dgm:prSet phldrT="[Text]"/>
      <dgm:spPr/>
      <dgm:t>
        <a:bodyPr/>
        <a:lstStyle/>
        <a:p>
          <a:r>
            <a:rPr lang="en-US" dirty="0" smtClean="0"/>
            <a:t>Server     </a:t>
          </a:r>
          <a:r>
            <a:rPr lang="en-US" dirty="0" smtClean="0">
              <a:sym typeface="Wingdings" pitchFamily="2" charset="2"/>
            </a:rPr>
            <a:t> provide service</a:t>
          </a:r>
          <a:endParaRPr lang="en-US" dirty="0"/>
        </a:p>
      </dgm:t>
    </dgm:pt>
    <dgm:pt modelId="{2E66F21F-B936-48EF-B59B-41488642C1F8}" type="parTrans" cxnId="{DF9458CA-E76B-485F-A67D-E10FC66026EE}">
      <dgm:prSet/>
      <dgm:spPr/>
      <dgm:t>
        <a:bodyPr/>
        <a:lstStyle/>
        <a:p>
          <a:endParaRPr lang="en-US"/>
        </a:p>
      </dgm:t>
    </dgm:pt>
    <dgm:pt modelId="{EF51FDDA-1697-4F8B-9ACE-11C6E64AC66C}" type="sibTrans" cxnId="{DF9458CA-E76B-485F-A67D-E10FC66026EE}">
      <dgm:prSet/>
      <dgm:spPr/>
      <dgm:t>
        <a:bodyPr/>
        <a:lstStyle/>
        <a:p>
          <a:endParaRPr lang="en-US"/>
        </a:p>
      </dgm:t>
    </dgm:pt>
    <dgm:pt modelId="{1168C5F7-552B-4E09-A9FF-4018354829F2}">
      <dgm:prSet phldrT="[Text]"/>
      <dgm:spPr/>
      <dgm:t>
        <a:bodyPr/>
        <a:lstStyle/>
        <a:p>
          <a:r>
            <a:rPr lang="en-US" dirty="0" smtClean="0"/>
            <a:t>Service    </a:t>
          </a:r>
          <a:r>
            <a:rPr lang="en-US" dirty="0" smtClean="0">
              <a:sym typeface="Wingdings" pitchFamily="2" charset="2"/>
            </a:rPr>
            <a:t> Communication Service </a:t>
          </a:r>
          <a:endParaRPr lang="en-US" dirty="0"/>
        </a:p>
      </dgm:t>
    </dgm:pt>
    <dgm:pt modelId="{6F659CBD-2507-4B5B-9F42-D79CCDD8DB5A}" type="parTrans" cxnId="{9A1E9914-3069-4217-9766-300FD195DF69}">
      <dgm:prSet/>
      <dgm:spPr/>
      <dgm:t>
        <a:bodyPr/>
        <a:lstStyle/>
        <a:p>
          <a:endParaRPr lang="en-US"/>
        </a:p>
      </dgm:t>
    </dgm:pt>
    <dgm:pt modelId="{3161055E-5079-4629-B898-684100618720}" type="sibTrans" cxnId="{9A1E9914-3069-4217-9766-300FD195DF69}">
      <dgm:prSet/>
      <dgm:spPr/>
      <dgm:t>
        <a:bodyPr/>
        <a:lstStyle/>
        <a:p>
          <a:endParaRPr lang="en-US"/>
        </a:p>
      </dgm:t>
    </dgm:pt>
    <dgm:pt modelId="{9B219BF5-A2BF-4633-8A2D-10395B3A9DD1}">
      <dgm:prSet phldrT="[Text]"/>
      <dgm:spPr/>
      <dgm:t>
        <a:bodyPr/>
        <a:lstStyle/>
        <a:p>
          <a:r>
            <a:rPr lang="en-US" dirty="0" smtClean="0"/>
            <a:t>Web Browser</a:t>
          </a:r>
          <a:endParaRPr lang="en-US" dirty="0"/>
        </a:p>
      </dgm:t>
    </dgm:pt>
    <dgm:pt modelId="{82D8308A-6072-4883-865F-47EB5F360F92}" type="parTrans" cxnId="{F5B366CA-43FC-42E1-B279-BAA613800DE0}">
      <dgm:prSet/>
      <dgm:spPr/>
      <dgm:t>
        <a:bodyPr/>
        <a:lstStyle/>
        <a:p>
          <a:endParaRPr lang="en-US"/>
        </a:p>
      </dgm:t>
    </dgm:pt>
    <dgm:pt modelId="{6F7B9ED8-C583-4E9A-A258-0999F8754239}" type="sibTrans" cxnId="{F5B366CA-43FC-42E1-B279-BAA613800DE0}">
      <dgm:prSet/>
      <dgm:spPr/>
      <dgm:t>
        <a:bodyPr/>
        <a:lstStyle/>
        <a:p>
          <a:endParaRPr lang="en-US"/>
        </a:p>
      </dgm:t>
    </dgm:pt>
    <dgm:pt modelId="{D5A821CC-1948-4FA7-A79A-F24E0F5D960C}">
      <dgm:prSet phldrT="[Text]"/>
      <dgm:spPr/>
      <dgm:t>
        <a:bodyPr/>
        <a:lstStyle/>
        <a:p>
          <a:r>
            <a:rPr lang="en-US" dirty="0" smtClean="0"/>
            <a:t>Used to Browse the   </a:t>
          </a:r>
          <a:r>
            <a:rPr lang="en-US" dirty="0" smtClean="0">
              <a:sym typeface="Wingdings" pitchFamily="2" charset="2"/>
            </a:rPr>
            <a:t>  ???</a:t>
          </a:r>
          <a:endParaRPr lang="en-US" dirty="0"/>
        </a:p>
      </dgm:t>
    </dgm:pt>
    <dgm:pt modelId="{F0E17730-788D-4AD4-861D-729E5981B529}" type="parTrans" cxnId="{C63D7BC9-6839-4C5E-BBE2-8357A7F616C0}">
      <dgm:prSet/>
      <dgm:spPr/>
      <dgm:t>
        <a:bodyPr/>
        <a:lstStyle/>
        <a:p>
          <a:endParaRPr lang="en-US"/>
        </a:p>
      </dgm:t>
    </dgm:pt>
    <dgm:pt modelId="{8BA01979-7CA1-47FD-B533-AD3C972CD3F1}" type="sibTrans" cxnId="{C63D7BC9-6839-4C5E-BBE2-8357A7F616C0}">
      <dgm:prSet/>
      <dgm:spPr/>
      <dgm:t>
        <a:bodyPr/>
        <a:lstStyle/>
        <a:p>
          <a:endParaRPr lang="en-US"/>
        </a:p>
      </dgm:t>
    </dgm:pt>
    <dgm:pt modelId="{626BDDCE-FEE0-404A-B776-7E4437D7BA20}">
      <dgm:prSet phldrT="[Text]"/>
      <dgm:spPr/>
      <dgm:t>
        <a:bodyPr/>
        <a:lstStyle/>
        <a:p>
          <a:r>
            <a:rPr lang="en-US" dirty="0" smtClean="0"/>
            <a:t>Why need to browse </a:t>
          </a:r>
          <a:r>
            <a:rPr lang="en-US" dirty="0" smtClean="0">
              <a:sym typeface="Wingdings" pitchFamily="2" charset="2"/>
            </a:rPr>
            <a:t>  ??? </a:t>
          </a:r>
          <a:endParaRPr lang="en-US" dirty="0"/>
        </a:p>
      </dgm:t>
    </dgm:pt>
    <dgm:pt modelId="{845136C3-A1D5-4512-B420-D04083EC40C9}" type="parTrans" cxnId="{5BD29533-7A61-4129-8C39-95CE921598CE}">
      <dgm:prSet/>
      <dgm:spPr/>
      <dgm:t>
        <a:bodyPr/>
        <a:lstStyle/>
        <a:p>
          <a:endParaRPr lang="en-US"/>
        </a:p>
      </dgm:t>
    </dgm:pt>
    <dgm:pt modelId="{36A41112-84DD-4150-A6B0-2D0FDE6EE210}" type="sibTrans" cxnId="{5BD29533-7A61-4129-8C39-95CE921598CE}">
      <dgm:prSet/>
      <dgm:spPr/>
      <dgm:t>
        <a:bodyPr/>
        <a:lstStyle/>
        <a:p>
          <a:endParaRPr lang="en-US"/>
        </a:p>
      </dgm:t>
    </dgm:pt>
    <dgm:pt modelId="{CFFBCAA7-1E65-4E81-880A-B8DE9BE40BB1}">
      <dgm:prSet phldrT="[Text]"/>
      <dgm:spPr/>
      <dgm:t>
        <a:bodyPr/>
        <a:lstStyle/>
        <a:p>
          <a:r>
            <a:rPr lang="en-US" dirty="0" smtClean="0"/>
            <a:t>Web Page</a:t>
          </a:r>
          <a:endParaRPr lang="en-US" dirty="0"/>
        </a:p>
      </dgm:t>
    </dgm:pt>
    <dgm:pt modelId="{EE55E1F9-1C8D-4D9C-B839-F6EBE0C0D885}" type="parTrans" cxnId="{C45FC207-1D17-46D0-80C4-B8E37E2104EF}">
      <dgm:prSet/>
      <dgm:spPr/>
      <dgm:t>
        <a:bodyPr/>
        <a:lstStyle/>
        <a:p>
          <a:endParaRPr lang="en-US"/>
        </a:p>
      </dgm:t>
    </dgm:pt>
    <dgm:pt modelId="{87A8527E-1DF6-48D1-8C94-6D4AD7C01A8C}" type="sibTrans" cxnId="{C45FC207-1D17-46D0-80C4-B8E37E2104EF}">
      <dgm:prSet/>
      <dgm:spPr/>
      <dgm:t>
        <a:bodyPr/>
        <a:lstStyle/>
        <a:p>
          <a:endParaRPr lang="en-US"/>
        </a:p>
      </dgm:t>
    </dgm:pt>
    <dgm:pt modelId="{69AB6C93-FFC3-448E-A0D9-D15DD269704A}">
      <dgm:prSet phldrT="[Text]"/>
      <dgm:spPr/>
      <dgm:t>
        <a:bodyPr/>
        <a:lstStyle/>
        <a:p>
          <a:r>
            <a:rPr lang="en-US" dirty="0" smtClean="0"/>
            <a:t>Collection of data elements for display the output</a:t>
          </a:r>
          <a:endParaRPr lang="en-US" dirty="0"/>
        </a:p>
      </dgm:t>
    </dgm:pt>
    <dgm:pt modelId="{F01C554E-66BC-4F4F-A66F-C15FF1393182}" type="parTrans" cxnId="{B1CFB053-B4D5-491A-8A7A-743A56A95808}">
      <dgm:prSet/>
      <dgm:spPr/>
      <dgm:t>
        <a:bodyPr/>
        <a:lstStyle/>
        <a:p>
          <a:endParaRPr lang="en-US"/>
        </a:p>
      </dgm:t>
    </dgm:pt>
    <dgm:pt modelId="{C7F46DF7-2C21-4AAF-A1AA-FDE4549F7610}" type="sibTrans" cxnId="{B1CFB053-B4D5-491A-8A7A-743A56A95808}">
      <dgm:prSet/>
      <dgm:spPr/>
      <dgm:t>
        <a:bodyPr/>
        <a:lstStyle/>
        <a:p>
          <a:endParaRPr lang="en-US"/>
        </a:p>
      </dgm:t>
    </dgm:pt>
    <dgm:pt modelId="{B9303C9B-483D-4412-B129-184B152158BB}">
      <dgm:prSet phldrT="[Text]"/>
      <dgm:spPr/>
      <dgm:t>
        <a:bodyPr/>
        <a:lstStyle/>
        <a:p>
          <a:r>
            <a:rPr lang="en-US" dirty="0" smtClean="0"/>
            <a:t>Static &amp; Dynamic </a:t>
          </a:r>
          <a:r>
            <a:rPr lang="en-US" dirty="0" smtClean="0">
              <a:sym typeface="Wingdings" pitchFamily="2" charset="2"/>
            </a:rPr>
            <a:t> [ .html    / .asp / .com etc ]</a:t>
          </a:r>
          <a:endParaRPr lang="en-US" dirty="0"/>
        </a:p>
      </dgm:t>
    </dgm:pt>
    <dgm:pt modelId="{75B65217-D58A-4B2E-8949-2E5969B09BA6}" type="parTrans" cxnId="{E05BE005-A479-4CEA-ADAC-000FE0B19ADE}">
      <dgm:prSet/>
      <dgm:spPr/>
      <dgm:t>
        <a:bodyPr/>
        <a:lstStyle/>
        <a:p>
          <a:endParaRPr lang="en-US"/>
        </a:p>
      </dgm:t>
    </dgm:pt>
    <dgm:pt modelId="{36C9829B-F62D-409D-A4B0-39A51A1A3D30}" type="sibTrans" cxnId="{E05BE005-A479-4CEA-ADAC-000FE0B19ADE}">
      <dgm:prSet/>
      <dgm:spPr/>
      <dgm:t>
        <a:bodyPr/>
        <a:lstStyle/>
        <a:p>
          <a:endParaRPr lang="en-US"/>
        </a:p>
      </dgm:t>
    </dgm:pt>
    <dgm:pt modelId="{4EC35DB4-9B1E-40E3-B14E-347A4B716FB5}">
      <dgm:prSet phldrT="[Text]"/>
      <dgm:spPr/>
      <dgm:t>
        <a:bodyPr/>
        <a:lstStyle/>
        <a:p>
          <a:r>
            <a:rPr lang="en-US" dirty="0" smtClean="0"/>
            <a:t>Communicate with Web Server  </a:t>
          </a:r>
          <a:r>
            <a:rPr lang="en-US" dirty="0" smtClean="0">
              <a:sym typeface="Wingdings" pitchFamily="2" charset="2"/>
            </a:rPr>
            <a:t> TALK </a:t>
          </a:r>
          <a:r>
            <a:rPr lang="en-US" dirty="0" smtClean="0"/>
            <a:t> </a:t>
          </a:r>
          <a:endParaRPr lang="en-US" dirty="0"/>
        </a:p>
      </dgm:t>
    </dgm:pt>
    <dgm:pt modelId="{689DA087-F227-4A4C-B48E-6A20B4F5EFD5}" type="parTrans" cxnId="{B5D14A1F-758B-409D-88F1-9C32738D2923}">
      <dgm:prSet/>
      <dgm:spPr/>
      <dgm:t>
        <a:bodyPr/>
        <a:lstStyle/>
        <a:p>
          <a:endParaRPr lang="en-US"/>
        </a:p>
      </dgm:t>
    </dgm:pt>
    <dgm:pt modelId="{43BC79C8-7AC7-4562-B09F-12F173EED7FE}" type="sibTrans" cxnId="{B5D14A1F-758B-409D-88F1-9C32738D2923}">
      <dgm:prSet/>
      <dgm:spPr/>
      <dgm:t>
        <a:bodyPr/>
        <a:lstStyle/>
        <a:p>
          <a:endParaRPr lang="en-US"/>
        </a:p>
      </dgm:t>
    </dgm:pt>
    <dgm:pt modelId="{43E81768-7334-411A-BB6E-A79F632D5309}" type="pres">
      <dgm:prSet presAssocID="{9BF41EF7-63B7-4ED9-8555-1B53C3E24B9B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0AFAA26-F339-44F7-8CE7-98BC266249CE}" type="pres">
      <dgm:prSet presAssocID="{AA43FD71-CC7F-482A-B31B-2EAA4CC2C5E0}" presName="composite" presStyleCnt="0"/>
      <dgm:spPr/>
    </dgm:pt>
    <dgm:pt modelId="{7162AFE8-5781-4851-B0BB-68DEEA67A043}" type="pres">
      <dgm:prSet presAssocID="{AA43FD71-CC7F-482A-B31B-2EAA4CC2C5E0}" presName="parentText" presStyleLbl="align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269370-0226-4F79-A71B-7B8D806E23C0}" type="pres">
      <dgm:prSet presAssocID="{AA43FD71-CC7F-482A-B31B-2EAA4CC2C5E0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E85ED1C-166C-47AC-AEBE-E65EF96457DE}" type="pres">
      <dgm:prSet presAssocID="{69CB19B5-1D70-46A3-9A67-F94D7DF9547F}" presName="sp" presStyleCnt="0"/>
      <dgm:spPr/>
    </dgm:pt>
    <dgm:pt modelId="{A5C48DC8-BBF7-49D8-B0E6-3D69A736F3CF}" type="pres">
      <dgm:prSet presAssocID="{9B219BF5-A2BF-4633-8A2D-10395B3A9DD1}" presName="composite" presStyleCnt="0"/>
      <dgm:spPr/>
    </dgm:pt>
    <dgm:pt modelId="{61F66678-6740-4FCD-8145-2AABA33FE2BA}" type="pres">
      <dgm:prSet presAssocID="{9B219BF5-A2BF-4633-8A2D-10395B3A9DD1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26C7662-938D-495F-A133-0499BE0B5676}" type="pres">
      <dgm:prSet presAssocID="{9B219BF5-A2BF-4633-8A2D-10395B3A9DD1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F18588-36A9-45E6-929B-C4671ECFBDDF}" type="pres">
      <dgm:prSet presAssocID="{6F7B9ED8-C583-4E9A-A258-0999F8754239}" presName="sp" presStyleCnt="0"/>
      <dgm:spPr/>
    </dgm:pt>
    <dgm:pt modelId="{67A16F07-0381-4526-847D-8BF6116F61EF}" type="pres">
      <dgm:prSet presAssocID="{CFFBCAA7-1E65-4E81-880A-B8DE9BE40BB1}" presName="composite" presStyleCnt="0"/>
      <dgm:spPr/>
    </dgm:pt>
    <dgm:pt modelId="{E6D9B7ED-F1A4-458A-87CC-B32AA2B2376B}" type="pres">
      <dgm:prSet presAssocID="{CFFBCAA7-1E65-4E81-880A-B8DE9BE40BB1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1506DE-02C8-48D7-9B90-4EBBD78550D6}" type="pres">
      <dgm:prSet presAssocID="{CFFBCAA7-1E65-4E81-880A-B8DE9BE40BB1}" presName="descendantText" presStyleLbl="align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5B366CA-43FC-42E1-B279-BAA613800DE0}" srcId="{9BF41EF7-63B7-4ED9-8555-1B53C3E24B9B}" destId="{9B219BF5-A2BF-4633-8A2D-10395B3A9DD1}" srcOrd="1" destOrd="0" parTransId="{82D8308A-6072-4883-865F-47EB5F360F92}" sibTransId="{6F7B9ED8-C583-4E9A-A258-0999F8754239}"/>
    <dgm:cxn modelId="{835EC543-A650-4461-9940-8DAE1879C31A}" type="presOf" srcId="{9B219BF5-A2BF-4633-8A2D-10395B3A9DD1}" destId="{61F66678-6740-4FCD-8145-2AABA33FE2BA}" srcOrd="0" destOrd="0" presId="urn:microsoft.com/office/officeart/2005/8/layout/chevron2"/>
    <dgm:cxn modelId="{9A1E9914-3069-4217-9766-300FD195DF69}" srcId="{AA43FD71-CC7F-482A-B31B-2EAA4CC2C5E0}" destId="{1168C5F7-552B-4E09-A9FF-4018354829F2}" srcOrd="1" destOrd="0" parTransId="{6F659CBD-2507-4B5B-9F42-D79CCDD8DB5A}" sibTransId="{3161055E-5079-4629-B898-684100618720}"/>
    <dgm:cxn modelId="{E05BE005-A479-4CEA-ADAC-000FE0B19ADE}" srcId="{CFFBCAA7-1E65-4E81-880A-B8DE9BE40BB1}" destId="{B9303C9B-483D-4412-B129-184B152158BB}" srcOrd="1" destOrd="0" parTransId="{75B65217-D58A-4B2E-8949-2E5969B09BA6}" sibTransId="{36C9829B-F62D-409D-A4B0-39A51A1A3D30}"/>
    <dgm:cxn modelId="{D366C008-95B3-4AD5-8C2E-A1339E4DBB3E}" type="presOf" srcId="{CFFBCAA7-1E65-4E81-880A-B8DE9BE40BB1}" destId="{E6D9B7ED-F1A4-458A-87CC-B32AA2B2376B}" srcOrd="0" destOrd="0" presId="urn:microsoft.com/office/officeart/2005/8/layout/chevron2"/>
    <dgm:cxn modelId="{B5D14A1F-758B-409D-88F1-9C32738D2923}" srcId="{9B219BF5-A2BF-4633-8A2D-10395B3A9DD1}" destId="{4EC35DB4-9B1E-40E3-B14E-347A4B716FB5}" srcOrd="2" destOrd="0" parTransId="{689DA087-F227-4A4C-B48E-6A20B4F5EFD5}" sibTransId="{43BC79C8-7AC7-4562-B09F-12F173EED7FE}"/>
    <dgm:cxn modelId="{F243BE7C-3607-4E38-9FC5-B6CA30C0E732}" type="presOf" srcId="{69AB6C93-FFC3-448E-A0D9-D15DD269704A}" destId="{AD1506DE-02C8-48D7-9B90-4EBBD78550D6}" srcOrd="0" destOrd="0" presId="urn:microsoft.com/office/officeart/2005/8/layout/chevron2"/>
    <dgm:cxn modelId="{5BD29533-7A61-4129-8C39-95CE921598CE}" srcId="{9B219BF5-A2BF-4633-8A2D-10395B3A9DD1}" destId="{626BDDCE-FEE0-404A-B776-7E4437D7BA20}" srcOrd="1" destOrd="0" parTransId="{845136C3-A1D5-4512-B420-D04083EC40C9}" sibTransId="{36A41112-84DD-4150-A6B0-2D0FDE6EE210}"/>
    <dgm:cxn modelId="{DF9458CA-E76B-485F-A67D-E10FC66026EE}" srcId="{AA43FD71-CC7F-482A-B31B-2EAA4CC2C5E0}" destId="{F962677F-237D-4E96-A35B-6B4DC15A9339}" srcOrd="0" destOrd="0" parTransId="{2E66F21F-B936-48EF-B59B-41488642C1F8}" sibTransId="{EF51FDDA-1697-4F8B-9ACE-11C6E64AC66C}"/>
    <dgm:cxn modelId="{52AFA041-C201-491E-8F3E-04A016026480}" type="presOf" srcId="{1168C5F7-552B-4E09-A9FF-4018354829F2}" destId="{80269370-0226-4F79-A71B-7B8D806E23C0}" srcOrd="0" destOrd="1" presId="urn:microsoft.com/office/officeart/2005/8/layout/chevron2"/>
    <dgm:cxn modelId="{F4A4F994-E9CD-46C9-A5D2-FB5F2031B474}" type="presOf" srcId="{9BF41EF7-63B7-4ED9-8555-1B53C3E24B9B}" destId="{43E81768-7334-411A-BB6E-A79F632D5309}" srcOrd="0" destOrd="0" presId="urn:microsoft.com/office/officeart/2005/8/layout/chevron2"/>
    <dgm:cxn modelId="{CF210741-8FB7-4462-9C6F-93AAEAA04133}" type="presOf" srcId="{AA43FD71-CC7F-482A-B31B-2EAA4CC2C5E0}" destId="{7162AFE8-5781-4851-B0BB-68DEEA67A043}" srcOrd="0" destOrd="0" presId="urn:microsoft.com/office/officeart/2005/8/layout/chevron2"/>
    <dgm:cxn modelId="{D09329C8-AFC6-4241-A9D5-B84CE864B7C2}" type="presOf" srcId="{B9303C9B-483D-4412-B129-184B152158BB}" destId="{AD1506DE-02C8-48D7-9B90-4EBBD78550D6}" srcOrd="0" destOrd="1" presId="urn:microsoft.com/office/officeart/2005/8/layout/chevron2"/>
    <dgm:cxn modelId="{F6C5E5D9-5851-427D-94F3-6D2977C59D0E}" type="presOf" srcId="{4EC35DB4-9B1E-40E3-B14E-347A4B716FB5}" destId="{B26C7662-938D-495F-A133-0499BE0B5676}" srcOrd="0" destOrd="2" presId="urn:microsoft.com/office/officeart/2005/8/layout/chevron2"/>
    <dgm:cxn modelId="{C45FC207-1D17-46D0-80C4-B8E37E2104EF}" srcId="{9BF41EF7-63B7-4ED9-8555-1B53C3E24B9B}" destId="{CFFBCAA7-1E65-4E81-880A-B8DE9BE40BB1}" srcOrd="2" destOrd="0" parTransId="{EE55E1F9-1C8D-4D9C-B839-F6EBE0C0D885}" sibTransId="{87A8527E-1DF6-48D1-8C94-6D4AD7C01A8C}"/>
    <dgm:cxn modelId="{02349C2F-2B8E-4B57-A5C6-BE957044B112}" type="presOf" srcId="{D5A821CC-1948-4FA7-A79A-F24E0F5D960C}" destId="{B26C7662-938D-495F-A133-0499BE0B5676}" srcOrd="0" destOrd="0" presId="urn:microsoft.com/office/officeart/2005/8/layout/chevron2"/>
    <dgm:cxn modelId="{FA92E5B0-41C4-474A-BC55-5A2FE29401A0}" type="presOf" srcId="{F962677F-237D-4E96-A35B-6B4DC15A9339}" destId="{80269370-0226-4F79-A71B-7B8D806E23C0}" srcOrd="0" destOrd="0" presId="urn:microsoft.com/office/officeart/2005/8/layout/chevron2"/>
    <dgm:cxn modelId="{CF38D2B0-A52F-4BAB-B62F-0E80994AA5DD}" type="presOf" srcId="{626BDDCE-FEE0-404A-B776-7E4437D7BA20}" destId="{B26C7662-938D-495F-A133-0499BE0B5676}" srcOrd="0" destOrd="1" presId="urn:microsoft.com/office/officeart/2005/8/layout/chevron2"/>
    <dgm:cxn modelId="{B1CFB053-B4D5-491A-8A7A-743A56A95808}" srcId="{CFFBCAA7-1E65-4E81-880A-B8DE9BE40BB1}" destId="{69AB6C93-FFC3-448E-A0D9-D15DD269704A}" srcOrd="0" destOrd="0" parTransId="{F01C554E-66BC-4F4F-A66F-C15FF1393182}" sibTransId="{C7F46DF7-2C21-4AAF-A1AA-FDE4549F7610}"/>
    <dgm:cxn modelId="{D08DDA6E-6123-4D66-94F0-CC19F8B6FB3F}" srcId="{9BF41EF7-63B7-4ED9-8555-1B53C3E24B9B}" destId="{AA43FD71-CC7F-482A-B31B-2EAA4CC2C5E0}" srcOrd="0" destOrd="0" parTransId="{933BA7C9-1DF6-49E2-9985-F5CABD280643}" sibTransId="{69CB19B5-1D70-46A3-9A67-F94D7DF9547F}"/>
    <dgm:cxn modelId="{C63D7BC9-6839-4C5E-BBE2-8357A7F616C0}" srcId="{9B219BF5-A2BF-4633-8A2D-10395B3A9DD1}" destId="{D5A821CC-1948-4FA7-A79A-F24E0F5D960C}" srcOrd="0" destOrd="0" parTransId="{F0E17730-788D-4AD4-861D-729E5981B529}" sibTransId="{8BA01979-7CA1-47FD-B533-AD3C972CD3F1}"/>
    <dgm:cxn modelId="{37C2A507-C507-4EAA-B15C-92B8EDCF0268}" type="presParOf" srcId="{43E81768-7334-411A-BB6E-A79F632D5309}" destId="{C0AFAA26-F339-44F7-8CE7-98BC266249CE}" srcOrd="0" destOrd="0" presId="urn:microsoft.com/office/officeart/2005/8/layout/chevron2"/>
    <dgm:cxn modelId="{EAE89483-5342-4E63-9A4F-A214FD4E8766}" type="presParOf" srcId="{C0AFAA26-F339-44F7-8CE7-98BC266249CE}" destId="{7162AFE8-5781-4851-B0BB-68DEEA67A043}" srcOrd="0" destOrd="0" presId="urn:microsoft.com/office/officeart/2005/8/layout/chevron2"/>
    <dgm:cxn modelId="{1095545D-13AA-4FF7-872D-39FA50714A9E}" type="presParOf" srcId="{C0AFAA26-F339-44F7-8CE7-98BC266249CE}" destId="{80269370-0226-4F79-A71B-7B8D806E23C0}" srcOrd="1" destOrd="0" presId="urn:microsoft.com/office/officeart/2005/8/layout/chevron2"/>
    <dgm:cxn modelId="{859B42C2-36FF-4CCE-A67C-5760E444C233}" type="presParOf" srcId="{43E81768-7334-411A-BB6E-A79F632D5309}" destId="{0E85ED1C-166C-47AC-AEBE-E65EF96457DE}" srcOrd="1" destOrd="0" presId="urn:microsoft.com/office/officeart/2005/8/layout/chevron2"/>
    <dgm:cxn modelId="{7B683247-5D2E-4A0A-A34A-AE1565E5D9E7}" type="presParOf" srcId="{43E81768-7334-411A-BB6E-A79F632D5309}" destId="{A5C48DC8-BBF7-49D8-B0E6-3D69A736F3CF}" srcOrd="2" destOrd="0" presId="urn:microsoft.com/office/officeart/2005/8/layout/chevron2"/>
    <dgm:cxn modelId="{1158FDE8-9AED-4587-A665-CD037742CF1C}" type="presParOf" srcId="{A5C48DC8-BBF7-49D8-B0E6-3D69A736F3CF}" destId="{61F66678-6740-4FCD-8145-2AABA33FE2BA}" srcOrd="0" destOrd="0" presId="urn:microsoft.com/office/officeart/2005/8/layout/chevron2"/>
    <dgm:cxn modelId="{9920CE20-B8F8-44DC-A5A2-E48CBDC38235}" type="presParOf" srcId="{A5C48DC8-BBF7-49D8-B0E6-3D69A736F3CF}" destId="{B26C7662-938D-495F-A133-0499BE0B5676}" srcOrd="1" destOrd="0" presId="urn:microsoft.com/office/officeart/2005/8/layout/chevron2"/>
    <dgm:cxn modelId="{FB245F26-9D91-4A09-9B7C-13EFC05F1159}" type="presParOf" srcId="{43E81768-7334-411A-BB6E-A79F632D5309}" destId="{DBF18588-36A9-45E6-929B-C4671ECFBDDF}" srcOrd="3" destOrd="0" presId="urn:microsoft.com/office/officeart/2005/8/layout/chevron2"/>
    <dgm:cxn modelId="{B346C71F-FDAF-4F34-A42C-FC1C24FFE64F}" type="presParOf" srcId="{43E81768-7334-411A-BB6E-A79F632D5309}" destId="{67A16F07-0381-4526-847D-8BF6116F61EF}" srcOrd="4" destOrd="0" presId="urn:microsoft.com/office/officeart/2005/8/layout/chevron2"/>
    <dgm:cxn modelId="{BEE4F193-21C3-403C-87DE-BBA1E38FD925}" type="presParOf" srcId="{67A16F07-0381-4526-847D-8BF6116F61EF}" destId="{E6D9B7ED-F1A4-458A-87CC-B32AA2B2376B}" srcOrd="0" destOrd="0" presId="urn:microsoft.com/office/officeart/2005/8/layout/chevron2"/>
    <dgm:cxn modelId="{79D43AD7-EB55-4D69-BA19-76B12F4534B1}" type="presParOf" srcId="{67A16F07-0381-4526-847D-8BF6116F61EF}" destId="{AD1506DE-02C8-48D7-9B90-4EBBD78550D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11DB68-7EF0-435E-8A03-4C83651CEC63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B2794C-AE6F-424A-886E-FF1E756537FB}">
      <dgm:prSet phldrT="[Text]"/>
      <dgm:spPr/>
      <dgm:t>
        <a:bodyPr/>
        <a:lstStyle/>
        <a:p>
          <a:r>
            <a:rPr lang="en-US" dirty="0" smtClean="0"/>
            <a:t>Dynamic or CMS</a:t>
          </a:r>
          <a:endParaRPr lang="en-US" dirty="0"/>
        </a:p>
      </dgm:t>
    </dgm:pt>
    <dgm:pt modelId="{78747EFB-29AF-4985-9E9C-40E29475BFB9}" type="parTrans" cxnId="{2F3B09A9-9670-4C20-A197-C41D90436970}">
      <dgm:prSet/>
      <dgm:spPr/>
      <dgm:t>
        <a:bodyPr/>
        <a:lstStyle/>
        <a:p>
          <a:endParaRPr lang="en-US"/>
        </a:p>
      </dgm:t>
    </dgm:pt>
    <dgm:pt modelId="{3BCD2F9A-318E-4237-BA3D-FD0A3C0A730B}" type="sibTrans" cxnId="{2F3B09A9-9670-4C20-A197-C41D90436970}">
      <dgm:prSet/>
      <dgm:spPr/>
      <dgm:t>
        <a:bodyPr/>
        <a:lstStyle/>
        <a:p>
          <a:endParaRPr lang="en-US"/>
        </a:p>
      </dgm:t>
    </dgm:pt>
    <dgm:pt modelId="{29E86A2E-61E4-49B3-972B-22E178A58526}">
      <dgm:prSet phldrT="[Text]"/>
      <dgm:spPr/>
      <dgm:t>
        <a:bodyPr/>
        <a:lstStyle/>
        <a:p>
          <a:r>
            <a:rPr lang="en-US" b="1" i="0" dirty="0" smtClean="0"/>
            <a:t>static</a:t>
          </a:r>
          <a:endParaRPr lang="en-US" dirty="0"/>
        </a:p>
      </dgm:t>
    </dgm:pt>
    <dgm:pt modelId="{95A08021-F564-4229-B9A9-DE73EC3243B7}" type="parTrans" cxnId="{83E37968-6E1D-464E-BC87-B7BD6C0E261C}">
      <dgm:prSet/>
      <dgm:spPr/>
      <dgm:t>
        <a:bodyPr/>
        <a:lstStyle/>
        <a:p>
          <a:endParaRPr lang="en-US"/>
        </a:p>
      </dgm:t>
    </dgm:pt>
    <dgm:pt modelId="{201985C6-F567-4209-9373-B3F680C2E3B2}" type="sibTrans" cxnId="{83E37968-6E1D-464E-BC87-B7BD6C0E261C}">
      <dgm:prSet/>
      <dgm:spPr/>
      <dgm:t>
        <a:bodyPr/>
        <a:lstStyle/>
        <a:p>
          <a:endParaRPr lang="en-US"/>
        </a:p>
      </dgm:t>
    </dgm:pt>
    <dgm:pt modelId="{F59D8F3C-D64E-42DE-80EC-573B2E3C1513}">
      <dgm:prSet phldrT="[Text]"/>
      <dgm:spPr/>
      <dgm:t>
        <a:bodyPr/>
        <a:lstStyle/>
        <a:p>
          <a:r>
            <a:rPr lang="en-US" dirty="0" smtClean="0"/>
            <a:t>Web </a:t>
          </a:r>
          <a:endParaRPr lang="en-US" dirty="0"/>
        </a:p>
      </dgm:t>
    </dgm:pt>
    <dgm:pt modelId="{3306D8E5-D328-4513-B904-A4C21529721A}" type="parTrans" cxnId="{985EEBAC-49FA-4B94-9420-5E4C01E0010B}">
      <dgm:prSet/>
      <dgm:spPr/>
      <dgm:t>
        <a:bodyPr/>
        <a:lstStyle/>
        <a:p>
          <a:endParaRPr lang="en-US"/>
        </a:p>
      </dgm:t>
    </dgm:pt>
    <dgm:pt modelId="{2DAF9E7C-5986-4596-BAF4-E053E858E632}" type="sibTrans" cxnId="{985EEBAC-49FA-4B94-9420-5E4C01E0010B}">
      <dgm:prSet/>
      <dgm:spPr/>
      <dgm:t>
        <a:bodyPr/>
        <a:lstStyle/>
        <a:p>
          <a:endParaRPr lang="en-US"/>
        </a:p>
      </dgm:t>
    </dgm:pt>
    <dgm:pt modelId="{A147C248-9788-4625-A67A-E55F25557350}">
      <dgm:prSet phldrT="[Text]"/>
      <dgm:spPr/>
      <dgm:t>
        <a:bodyPr/>
        <a:lstStyle/>
        <a:p>
          <a:endParaRPr lang="en-US"/>
        </a:p>
      </dgm:t>
    </dgm:pt>
    <dgm:pt modelId="{1E73FC03-F2B2-436F-B832-B0800FAE0E6F}" type="parTrans" cxnId="{BD00BD3E-8AF5-4652-8C53-C6361042AC60}">
      <dgm:prSet/>
      <dgm:spPr/>
      <dgm:t>
        <a:bodyPr/>
        <a:lstStyle/>
        <a:p>
          <a:endParaRPr lang="en-US"/>
        </a:p>
      </dgm:t>
    </dgm:pt>
    <dgm:pt modelId="{BEC18C51-1F2F-4C69-AF32-6BD38DCAF888}" type="sibTrans" cxnId="{BD00BD3E-8AF5-4652-8C53-C6361042AC60}">
      <dgm:prSet/>
      <dgm:spPr/>
      <dgm:t>
        <a:bodyPr/>
        <a:lstStyle/>
        <a:p>
          <a:endParaRPr lang="en-US"/>
        </a:p>
      </dgm:t>
    </dgm:pt>
    <dgm:pt modelId="{4F5C841E-F3C5-4FBB-B6F0-DEFFB2F481B6}">
      <dgm:prSet/>
      <dgm:spPr/>
      <dgm:t>
        <a:bodyPr/>
        <a:lstStyle/>
        <a:p>
          <a:r>
            <a:rPr lang="en-US" dirty="0" smtClean="0"/>
            <a:t>E-Commerce</a:t>
          </a:r>
          <a:endParaRPr lang="en-US" dirty="0"/>
        </a:p>
      </dgm:t>
    </dgm:pt>
    <dgm:pt modelId="{9D06C6B8-9A4D-4B75-8F6D-B75487468A89}" type="parTrans" cxnId="{6BF5C4B0-3639-46DE-B7AB-83D5F179D7A3}">
      <dgm:prSet/>
      <dgm:spPr/>
      <dgm:t>
        <a:bodyPr/>
        <a:lstStyle/>
        <a:p>
          <a:endParaRPr lang="en-US"/>
        </a:p>
      </dgm:t>
    </dgm:pt>
    <dgm:pt modelId="{032DFB7B-7015-456A-8051-9C290D252D41}" type="sibTrans" cxnId="{6BF5C4B0-3639-46DE-B7AB-83D5F179D7A3}">
      <dgm:prSet/>
      <dgm:spPr/>
      <dgm:t>
        <a:bodyPr/>
        <a:lstStyle/>
        <a:p>
          <a:endParaRPr lang="en-US"/>
        </a:p>
      </dgm:t>
    </dgm:pt>
    <dgm:pt modelId="{CB950F19-41A5-466B-BF39-1BC15B2B4559}" type="pres">
      <dgm:prSet presAssocID="{4911DB68-7EF0-435E-8A03-4C83651CEC63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A9CAE34-C5B5-44C7-A4A9-DFBA3B10195C}" type="pres">
      <dgm:prSet presAssocID="{4911DB68-7EF0-435E-8A03-4C83651CEC63}" presName="ellipse" presStyleLbl="trBgShp" presStyleIdx="0" presStyleCnt="1"/>
      <dgm:spPr/>
    </dgm:pt>
    <dgm:pt modelId="{C49E998E-522B-41E0-9F44-9278408BA170}" type="pres">
      <dgm:prSet presAssocID="{4911DB68-7EF0-435E-8A03-4C83651CEC63}" presName="arrow1" presStyleLbl="fgShp" presStyleIdx="0" presStyleCnt="1"/>
      <dgm:spPr/>
    </dgm:pt>
    <dgm:pt modelId="{49300ED0-571A-4804-BDE9-CB7F940A41A1}" type="pres">
      <dgm:prSet presAssocID="{4911DB68-7EF0-435E-8A03-4C83651CEC63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C6C4B0-B15C-43E5-AF34-7554F5598B17}" type="pres">
      <dgm:prSet presAssocID="{4F5C841E-F3C5-4FBB-B6F0-DEFFB2F481B6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2AFDCDD-5424-4FBF-877F-64A40BAC4A9C}" type="pres">
      <dgm:prSet presAssocID="{29E86A2E-61E4-49B3-972B-22E178A58526}" presName="item2" presStyleLbl="node1" presStyleIdx="1" presStyleCnt="3" custScaleX="127852" custScaleY="1218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67D805C-CD73-47ED-ACEC-393AAC812D65}" type="pres">
      <dgm:prSet presAssocID="{F59D8F3C-D64E-42DE-80EC-573B2E3C1513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4F30FD-E341-440B-A08C-C17E4A58C649}" type="pres">
      <dgm:prSet presAssocID="{4911DB68-7EF0-435E-8A03-4C83651CEC63}" presName="funnel" presStyleLbl="trAlignAcc1" presStyleIdx="0" presStyleCnt="1" custScaleX="103239" custScaleY="122798" custLinFactNeighborX="-2667" custLinFactNeighborY="-42857"/>
      <dgm:spPr/>
    </dgm:pt>
  </dgm:ptLst>
  <dgm:cxnLst>
    <dgm:cxn modelId="{43CBA46A-C4CF-45C4-A1E9-130E1654268D}" type="presOf" srcId="{29E86A2E-61E4-49B3-972B-22E178A58526}" destId="{3FC6C4B0-B15C-43E5-AF34-7554F5598B17}" srcOrd="0" destOrd="0" presId="urn:microsoft.com/office/officeart/2005/8/layout/funnel1"/>
    <dgm:cxn modelId="{BD00BD3E-8AF5-4652-8C53-C6361042AC60}" srcId="{4911DB68-7EF0-435E-8A03-4C83651CEC63}" destId="{A147C248-9788-4625-A67A-E55F25557350}" srcOrd="4" destOrd="0" parTransId="{1E73FC03-F2B2-436F-B832-B0800FAE0E6F}" sibTransId="{BEC18C51-1F2F-4C69-AF32-6BD38DCAF888}"/>
    <dgm:cxn modelId="{985EEBAC-49FA-4B94-9420-5E4C01E0010B}" srcId="{4911DB68-7EF0-435E-8A03-4C83651CEC63}" destId="{F59D8F3C-D64E-42DE-80EC-573B2E3C1513}" srcOrd="3" destOrd="0" parTransId="{3306D8E5-D328-4513-B904-A4C21529721A}" sibTransId="{2DAF9E7C-5986-4596-BAF4-E053E858E632}"/>
    <dgm:cxn modelId="{50C83EA6-24AC-4FE0-AE44-F69C57F4B351}" type="presOf" srcId="{4F5C841E-F3C5-4FBB-B6F0-DEFFB2F481B6}" destId="{F2AFDCDD-5424-4FBF-877F-64A40BAC4A9C}" srcOrd="0" destOrd="0" presId="urn:microsoft.com/office/officeart/2005/8/layout/funnel1"/>
    <dgm:cxn modelId="{6BF5C4B0-3639-46DE-B7AB-83D5F179D7A3}" srcId="{4911DB68-7EF0-435E-8A03-4C83651CEC63}" destId="{4F5C841E-F3C5-4FBB-B6F0-DEFFB2F481B6}" srcOrd="1" destOrd="0" parTransId="{9D06C6B8-9A4D-4B75-8F6D-B75487468A89}" sibTransId="{032DFB7B-7015-456A-8051-9C290D252D41}"/>
    <dgm:cxn modelId="{51B2A595-E5A6-4F6C-8644-6E6A00B983BD}" type="presOf" srcId="{F59D8F3C-D64E-42DE-80EC-573B2E3C1513}" destId="{49300ED0-571A-4804-BDE9-CB7F940A41A1}" srcOrd="0" destOrd="0" presId="urn:microsoft.com/office/officeart/2005/8/layout/funnel1"/>
    <dgm:cxn modelId="{2F3B09A9-9670-4C20-A197-C41D90436970}" srcId="{4911DB68-7EF0-435E-8A03-4C83651CEC63}" destId="{D0B2794C-AE6F-424A-886E-FF1E756537FB}" srcOrd="0" destOrd="0" parTransId="{78747EFB-29AF-4985-9E9C-40E29475BFB9}" sibTransId="{3BCD2F9A-318E-4237-BA3D-FD0A3C0A730B}"/>
    <dgm:cxn modelId="{D5C5B6FB-02B8-417D-A832-0F66ACC1801A}" type="presOf" srcId="{D0B2794C-AE6F-424A-886E-FF1E756537FB}" destId="{267D805C-CD73-47ED-ACEC-393AAC812D65}" srcOrd="0" destOrd="0" presId="urn:microsoft.com/office/officeart/2005/8/layout/funnel1"/>
    <dgm:cxn modelId="{83E37968-6E1D-464E-BC87-B7BD6C0E261C}" srcId="{4911DB68-7EF0-435E-8A03-4C83651CEC63}" destId="{29E86A2E-61E4-49B3-972B-22E178A58526}" srcOrd="2" destOrd="0" parTransId="{95A08021-F564-4229-B9A9-DE73EC3243B7}" sibTransId="{201985C6-F567-4209-9373-B3F680C2E3B2}"/>
    <dgm:cxn modelId="{1EB8D1F1-1102-48F9-B775-42FBCF6B7E77}" type="presOf" srcId="{4911DB68-7EF0-435E-8A03-4C83651CEC63}" destId="{CB950F19-41A5-466B-BF39-1BC15B2B4559}" srcOrd="0" destOrd="0" presId="urn:microsoft.com/office/officeart/2005/8/layout/funnel1"/>
    <dgm:cxn modelId="{710150F3-1D23-4809-85D4-87A798551E6A}" type="presParOf" srcId="{CB950F19-41A5-466B-BF39-1BC15B2B4559}" destId="{AA9CAE34-C5B5-44C7-A4A9-DFBA3B10195C}" srcOrd="0" destOrd="0" presId="urn:microsoft.com/office/officeart/2005/8/layout/funnel1"/>
    <dgm:cxn modelId="{7E4491B1-8DCD-46E2-985C-EAFD3E1D4FDE}" type="presParOf" srcId="{CB950F19-41A5-466B-BF39-1BC15B2B4559}" destId="{C49E998E-522B-41E0-9F44-9278408BA170}" srcOrd="1" destOrd="0" presId="urn:microsoft.com/office/officeart/2005/8/layout/funnel1"/>
    <dgm:cxn modelId="{08FB1975-270B-4FCF-A6C3-10E73FC60308}" type="presParOf" srcId="{CB950F19-41A5-466B-BF39-1BC15B2B4559}" destId="{49300ED0-571A-4804-BDE9-CB7F940A41A1}" srcOrd="2" destOrd="0" presId="urn:microsoft.com/office/officeart/2005/8/layout/funnel1"/>
    <dgm:cxn modelId="{73F8F63F-216B-46BE-A189-E3CB94A81760}" type="presParOf" srcId="{CB950F19-41A5-466B-BF39-1BC15B2B4559}" destId="{3FC6C4B0-B15C-43E5-AF34-7554F5598B17}" srcOrd="3" destOrd="0" presId="urn:microsoft.com/office/officeart/2005/8/layout/funnel1"/>
    <dgm:cxn modelId="{F9AFD354-3E0D-48D1-B1E3-A92A52020C47}" type="presParOf" srcId="{CB950F19-41A5-466B-BF39-1BC15B2B4559}" destId="{F2AFDCDD-5424-4FBF-877F-64A40BAC4A9C}" srcOrd="4" destOrd="0" presId="urn:microsoft.com/office/officeart/2005/8/layout/funnel1"/>
    <dgm:cxn modelId="{85A01EBA-332D-468E-AB27-3FA6E0019C2B}" type="presParOf" srcId="{CB950F19-41A5-466B-BF39-1BC15B2B4559}" destId="{267D805C-CD73-47ED-ACEC-393AAC812D65}" srcOrd="5" destOrd="0" presId="urn:microsoft.com/office/officeart/2005/8/layout/funnel1"/>
    <dgm:cxn modelId="{94626D7F-DF7C-46FD-90CB-F6C30BD1938D}" type="presParOf" srcId="{CB950F19-41A5-466B-BF39-1BC15B2B4559}" destId="{0F4F30FD-E341-440B-A08C-C17E4A58C649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7A765E1-8831-455E-8AA8-9AB6AD478715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7D864F-87A8-4B1B-9568-4EBEC32484F6}">
      <dgm:prSet phldrT="[Text]" custT="1"/>
      <dgm:spPr/>
      <dgm:t>
        <a:bodyPr/>
        <a:lstStyle/>
        <a:p>
          <a:r>
            <a:rPr lang="en-US" sz="24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rPr>
            <a:t>Internet Explorer </a:t>
          </a:r>
          <a:endParaRPr lang="en-US" sz="2400" dirty="0">
            <a:solidFill>
              <a:srgbClr val="0070C0"/>
            </a:solidFill>
            <a:latin typeface="Times New Roman" pitchFamily="18" charset="0"/>
            <a:cs typeface="Times New Roman" pitchFamily="18" charset="0"/>
          </a:endParaRPr>
        </a:p>
      </dgm:t>
    </dgm:pt>
    <dgm:pt modelId="{6B20C57E-E0D9-467C-85B4-422920EF4868}" type="parTrans" cxnId="{78C851BF-D125-4FF2-A22F-15C7B992F551}">
      <dgm:prSet/>
      <dgm:spPr/>
      <dgm:t>
        <a:bodyPr/>
        <a:lstStyle/>
        <a:p>
          <a:endParaRPr lang="en-US"/>
        </a:p>
      </dgm:t>
    </dgm:pt>
    <dgm:pt modelId="{B6CAA622-620E-4364-A048-59F28E18B705}" type="sibTrans" cxnId="{78C851BF-D125-4FF2-A22F-15C7B992F551}">
      <dgm:prSet/>
      <dgm:spPr/>
      <dgm:t>
        <a:bodyPr/>
        <a:lstStyle/>
        <a:p>
          <a:endParaRPr lang="en-US"/>
        </a:p>
      </dgm:t>
    </dgm:pt>
    <dgm:pt modelId="{A6A3B5AB-F763-43B3-972F-626E0A04B5E7}">
      <dgm:prSet phldrT="[Text]" custT="1"/>
      <dgm:spPr/>
      <dgm:t>
        <a:bodyPr/>
        <a:lstStyle/>
        <a:p>
          <a:r>
            <a:rPr lang="en-US" sz="2400" b="0" i="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Google Chrome</a:t>
          </a:r>
          <a:endParaRPr lang="en-US" sz="2400" dirty="0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EC0BA60A-BD0E-44BE-BA9A-89A60FE615F4}" type="parTrans" cxnId="{ED8A7FFF-59FE-45F5-90ED-0ACA6D8A17D4}">
      <dgm:prSet/>
      <dgm:spPr/>
      <dgm:t>
        <a:bodyPr/>
        <a:lstStyle/>
        <a:p>
          <a:endParaRPr lang="en-US"/>
        </a:p>
      </dgm:t>
    </dgm:pt>
    <dgm:pt modelId="{4A653D0B-0F7D-4259-B754-A1D504C30F7C}" type="sibTrans" cxnId="{ED8A7FFF-59FE-45F5-90ED-0ACA6D8A17D4}">
      <dgm:prSet/>
      <dgm:spPr/>
      <dgm:t>
        <a:bodyPr/>
        <a:lstStyle/>
        <a:p>
          <a:endParaRPr lang="en-US"/>
        </a:p>
      </dgm:t>
    </dgm:pt>
    <dgm:pt modelId="{AC5C2F45-2922-4676-8E68-195632C5EA43}">
      <dgm:prSet phldrT="[Text]" custT="1"/>
      <dgm:spPr/>
      <dgm:t>
        <a:bodyPr/>
        <a:lstStyle/>
        <a:p>
          <a:r>
            <a:rPr lang="en-US" sz="2400" b="0" i="0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rPr>
            <a:t>Safari</a:t>
          </a:r>
          <a:endParaRPr lang="en-US" sz="2400" dirty="0">
            <a:solidFill>
              <a:srgbClr val="00B050"/>
            </a:solidFill>
            <a:latin typeface="Times New Roman" pitchFamily="18" charset="0"/>
            <a:cs typeface="Times New Roman" pitchFamily="18" charset="0"/>
          </a:endParaRPr>
        </a:p>
      </dgm:t>
    </dgm:pt>
    <dgm:pt modelId="{D8ACFDF5-C7DE-4A83-AB3A-47910B05D781}" type="parTrans" cxnId="{E7B92EFF-BEAD-44D4-A78C-C330C9B02F17}">
      <dgm:prSet/>
      <dgm:spPr/>
      <dgm:t>
        <a:bodyPr/>
        <a:lstStyle/>
        <a:p>
          <a:endParaRPr lang="en-US"/>
        </a:p>
      </dgm:t>
    </dgm:pt>
    <dgm:pt modelId="{0A1C8C26-DC19-4B56-965C-58526D54CF0D}" type="sibTrans" cxnId="{E7B92EFF-BEAD-44D4-A78C-C330C9B02F17}">
      <dgm:prSet/>
      <dgm:spPr/>
      <dgm:t>
        <a:bodyPr/>
        <a:lstStyle/>
        <a:p>
          <a:endParaRPr lang="en-US"/>
        </a:p>
      </dgm:t>
    </dgm:pt>
    <dgm:pt modelId="{B298159B-562E-4D95-AE8C-BE2A039497EE}">
      <dgm:prSet custT="1"/>
      <dgm:spPr/>
      <dgm:t>
        <a:bodyPr/>
        <a:lstStyle/>
        <a:p>
          <a:r>
            <a:rPr lang="en-US" sz="2000" b="0" i="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rPr>
            <a:t>Mozilla Firefox</a:t>
          </a:r>
          <a:endParaRPr lang="en-US" sz="2000" dirty="0">
            <a:solidFill>
              <a:srgbClr val="C0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81D40C9C-ADF2-45CD-91B7-485FF94C9004}" type="parTrans" cxnId="{0BFEB4A7-9A9D-4956-833E-34C9A2DED92C}">
      <dgm:prSet/>
      <dgm:spPr/>
      <dgm:t>
        <a:bodyPr/>
        <a:lstStyle/>
        <a:p>
          <a:endParaRPr lang="en-US"/>
        </a:p>
      </dgm:t>
    </dgm:pt>
    <dgm:pt modelId="{4CB40CAD-5784-410A-8ED4-F4A9415735E3}" type="sibTrans" cxnId="{0BFEB4A7-9A9D-4956-833E-34C9A2DED92C}">
      <dgm:prSet/>
      <dgm:spPr/>
      <dgm:t>
        <a:bodyPr/>
        <a:lstStyle/>
        <a:p>
          <a:endParaRPr lang="en-US"/>
        </a:p>
      </dgm:t>
    </dgm:pt>
    <dgm:pt modelId="{532C1284-46A2-41C5-9A49-94F2E7C358F8}">
      <dgm:prSet custT="1"/>
      <dgm:spPr/>
      <dgm:t>
        <a:bodyPr/>
        <a:lstStyle/>
        <a:p>
          <a:r>
            <a:rPr lang="en-US" sz="2000" b="0" i="0" dirty="0" smtClean="0">
              <a:latin typeface="Times New Roman" pitchFamily="18" charset="0"/>
              <a:cs typeface="Times New Roman" pitchFamily="18" charset="0"/>
            </a:rPr>
            <a:t>Microsoft Edge</a:t>
          </a:r>
          <a:endParaRPr lang="en-US" sz="4800" dirty="0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dgm:t>
    </dgm:pt>
    <dgm:pt modelId="{41041985-42DE-4F8B-BF0D-56A8E8ADC0CC}" type="parTrans" cxnId="{05FAC025-63C2-454E-B228-2615639734FF}">
      <dgm:prSet/>
      <dgm:spPr/>
      <dgm:t>
        <a:bodyPr/>
        <a:lstStyle/>
        <a:p>
          <a:endParaRPr lang="en-US"/>
        </a:p>
      </dgm:t>
    </dgm:pt>
    <dgm:pt modelId="{F06F57F3-916C-4BE1-A6CB-CFE2C7C1E80A}" type="sibTrans" cxnId="{05FAC025-63C2-454E-B228-2615639734FF}">
      <dgm:prSet/>
      <dgm:spPr/>
      <dgm:t>
        <a:bodyPr/>
        <a:lstStyle/>
        <a:p>
          <a:endParaRPr lang="en-US"/>
        </a:p>
      </dgm:t>
    </dgm:pt>
    <dgm:pt modelId="{63EE9B43-3E24-49E8-AD7B-D499CCE5A4AF}" type="pres">
      <dgm:prSet presAssocID="{27A765E1-8831-455E-8AA8-9AB6AD478715}" presName="arrowDiagram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381D10F-4C42-4676-BD6C-410E5A51E0D9}" type="pres">
      <dgm:prSet presAssocID="{27A765E1-8831-455E-8AA8-9AB6AD478715}" presName="arrow" presStyleLbl="bgShp" presStyleIdx="0" presStyleCnt="1"/>
      <dgm:spPr/>
    </dgm:pt>
    <dgm:pt modelId="{E4A60891-7F62-472E-9C9F-3EF329C801D3}" type="pres">
      <dgm:prSet presAssocID="{27A765E1-8831-455E-8AA8-9AB6AD478715}" presName="arrowDiagram5" presStyleCnt="0"/>
      <dgm:spPr/>
    </dgm:pt>
    <dgm:pt modelId="{627CFB96-3849-4C53-81E9-13BB8C16065E}" type="pres">
      <dgm:prSet presAssocID="{F27D864F-87A8-4B1B-9568-4EBEC32484F6}" presName="bullet5a" presStyleLbl="node1" presStyleIdx="0" presStyleCnt="5" custFlipVert="1" custFlipHor="1" custScaleX="67247" custScaleY="29477" custLinFactX="-500000" custLinFactY="88324" custLinFactNeighborX="-500987" custLinFactNeighborY="100000"/>
      <dgm:spPr/>
    </dgm:pt>
    <dgm:pt modelId="{6344CD30-C2BE-44D9-8F1B-8F7ABA5FE134}" type="pres">
      <dgm:prSet presAssocID="{F27D864F-87A8-4B1B-9568-4EBEC32484F6}" presName="textBox5a" presStyleLbl="revTx" presStyleIdx="0" presStyleCnt="5" custScaleX="306306" custScaleY="43187" custLinFactX="16478" custLinFactNeighborX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8B076D2-D261-479C-887C-4A15EA793265}" type="pres">
      <dgm:prSet presAssocID="{A6A3B5AB-F763-43B3-972F-626E0A04B5E7}" presName="bullet5b" presStyleLbl="node1" presStyleIdx="1" presStyleCnt="5"/>
      <dgm:spPr/>
    </dgm:pt>
    <dgm:pt modelId="{A6FB9246-ADC4-471E-A524-01F39A6D7FC5}" type="pres">
      <dgm:prSet presAssocID="{A6A3B5AB-F763-43B3-972F-626E0A04B5E7}" presName="textBox5b" presStyleLbl="revTx" presStyleIdx="1" presStyleCnt="5" custScaleX="237518" custScaleY="24573" custLinFactNeighborX="41958" custLinFactNeighborY="-2228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F59141-8CFF-47F9-81DC-98C7CC8C1376}" type="pres">
      <dgm:prSet presAssocID="{AC5C2F45-2922-4676-8E68-195632C5EA43}" presName="bullet5c" presStyleLbl="node1" presStyleIdx="2" presStyleCnt="5"/>
      <dgm:spPr/>
    </dgm:pt>
    <dgm:pt modelId="{95AC9186-2739-4AE9-A2EF-2A005CB3014D}" type="pres">
      <dgm:prSet presAssocID="{AC5C2F45-2922-4676-8E68-195632C5EA43}" presName="textBox5c" presStyleLbl="revTx" presStyleIdx="2" presStyleCnt="5" custScaleY="53422" custLinFactNeighborX="-10736" custLinFactNeighborY="-75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541EB0-2DA1-4C64-8BD4-B26F7EEE786F}" type="pres">
      <dgm:prSet presAssocID="{B298159B-562E-4D95-AE8C-BE2A039497EE}" presName="bullet5d" presStyleLbl="node1" presStyleIdx="3" presStyleCnt="5"/>
      <dgm:spPr/>
    </dgm:pt>
    <dgm:pt modelId="{E9D08778-3A27-458B-8ED2-E8881873F9B1}" type="pres">
      <dgm:prSet presAssocID="{B298159B-562E-4D95-AE8C-BE2A039497EE}" presName="textBox5d" presStyleLbl="revTx" presStyleIdx="3" presStyleCnt="5" custScaleX="137523" custScaleY="10953" custLinFactNeighborX="-7530" custLinFactNeighborY="-3125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559F2D-088F-4D81-B121-D43D74B198C4}" type="pres">
      <dgm:prSet presAssocID="{532C1284-46A2-41C5-9A49-94F2E7C358F8}" presName="bullet5e" presStyleLbl="node1" presStyleIdx="4" presStyleCnt="5"/>
      <dgm:spPr/>
    </dgm:pt>
    <dgm:pt modelId="{F7ABECA0-306E-4646-B5AB-88C6DBDA4E2F}" type="pres">
      <dgm:prSet presAssocID="{532C1284-46A2-41C5-9A49-94F2E7C358F8}" presName="textBox5e" presStyleLbl="revTx" presStyleIdx="4" presStyleCnt="5" custScaleX="140396" custScaleY="11211" custLinFactNeighborY="-3476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5EB96EC-6229-4595-9309-EDFFBA27180C}" type="presOf" srcId="{A6A3B5AB-F763-43B3-972F-626E0A04B5E7}" destId="{A6FB9246-ADC4-471E-A524-01F39A6D7FC5}" srcOrd="0" destOrd="0" presId="urn:microsoft.com/office/officeart/2005/8/layout/arrow2"/>
    <dgm:cxn modelId="{78C851BF-D125-4FF2-A22F-15C7B992F551}" srcId="{27A765E1-8831-455E-8AA8-9AB6AD478715}" destId="{F27D864F-87A8-4B1B-9568-4EBEC32484F6}" srcOrd="0" destOrd="0" parTransId="{6B20C57E-E0D9-467C-85B4-422920EF4868}" sibTransId="{B6CAA622-620E-4364-A048-59F28E18B705}"/>
    <dgm:cxn modelId="{90EAD01E-D0A5-4B23-A4E9-403D222764C1}" type="presOf" srcId="{532C1284-46A2-41C5-9A49-94F2E7C358F8}" destId="{F7ABECA0-306E-4646-B5AB-88C6DBDA4E2F}" srcOrd="0" destOrd="0" presId="urn:microsoft.com/office/officeart/2005/8/layout/arrow2"/>
    <dgm:cxn modelId="{0BFEB4A7-9A9D-4956-833E-34C9A2DED92C}" srcId="{27A765E1-8831-455E-8AA8-9AB6AD478715}" destId="{B298159B-562E-4D95-AE8C-BE2A039497EE}" srcOrd="3" destOrd="0" parTransId="{81D40C9C-ADF2-45CD-91B7-485FF94C9004}" sibTransId="{4CB40CAD-5784-410A-8ED4-F4A9415735E3}"/>
    <dgm:cxn modelId="{6533D026-64A0-4F0C-8119-2DAF5F3DF5BB}" type="presOf" srcId="{AC5C2F45-2922-4676-8E68-195632C5EA43}" destId="{95AC9186-2739-4AE9-A2EF-2A005CB3014D}" srcOrd="0" destOrd="0" presId="urn:microsoft.com/office/officeart/2005/8/layout/arrow2"/>
    <dgm:cxn modelId="{8B6BF54C-1189-4F53-B944-C41935DC6ABE}" type="presOf" srcId="{F27D864F-87A8-4B1B-9568-4EBEC32484F6}" destId="{6344CD30-C2BE-44D9-8F1B-8F7ABA5FE134}" srcOrd="0" destOrd="0" presId="urn:microsoft.com/office/officeart/2005/8/layout/arrow2"/>
    <dgm:cxn modelId="{05FAC025-63C2-454E-B228-2615639734FF}" srcId="{27A765E1-8831-455E-8AA8-9AB6AD478715}" destId="{532C1284-46A2-41C5-9A49-94F2E7C358F8}" srcOrd="4" destOrd="0" parTransId="{41041985-42DE-4F8B-BF0D-56A8E8ADC0CC}" sibTransId="{F06F57F3-916C-4BE1-A6CB-CFE2C7C1E80A}"/>
    <dgm:cxn modelId="{21E0C7BC-0D35-4B69-BA5C-7421C0299C17}" type="presOf" srcId="{B298159B-562E-4D95-AE8C-BE2A039497EE}" destId="{E9D08778-3A27-458B-8ED2-E8881873F9B1}" srcOrd="0" destOrd="0" presId="urn:microsoft.com/office/officeart/2005/8/layout/arrow2"/>
    <dgm:cxn modelId="{E09190E7-C647-46FC-AE6F-D26946716158}" type="presOf" srcId="{27A765E1-8831-455E-8AA8-9AB6AD478715}" destId="{63EE9B43-3E24-49E8-AD7B-D499CCE5A4AF}" srcOrd="0" destOrd="0" presId="urn:microsoft.com/office/officeart/2005/8/layout/arrow2"/>
    <dgm:cxn modelId="{E7B92EFF-BEAD-44D4-A78C-C330C9B02F17}" srcId="{27A765E1-8831-455E-8AA8-9AB6AD478715}" destId="{AC5C2F45-2922-4676-8E68-195632C5EA43}" srcOrd="2" destOrd="0" parTransId="{D8ACFDF5-C7DE-4A83-AB3A-47910B05D781}" sibTransId="{0A1C8C26-DC19-4B56-965C-58526D54CF0D}"/>
    <dgm:cxn modelId="{ED8A7FFF-59FE-45F5-90ED-0ACA6D8A17D4}" srcId="{27A765E1-8831-455E-8AA8-9AB6AD478715}" destId="{A6A3B5AB-F763-43B3-972F-626E0A04B5E7}" srcOrd="1" destOrd="0" parTransId="{EC0BA60A-BD0E-44BE-BA9A-89A60FE615F4}" sibTransId="{4A653D0B-0F7D-4259-B754-A1D504C30F7C}"/>
    <dgm:cxn modelId="{95AF86A1-7C68-44F0-BC34-C2596FE0710F}" type="presParOf" srcId="{63EE9B43-3E24-49E8-AD7B-D499CCE5A4AF}" destId="{F381D10F-4C42-4676-BD6C-410E5A51E0D9}" srcOrd="0" destOrd="0" presId="urn:microsoft.com/office/officeart/2005/8/layout/arrow2"/>
    <dgm:cxn modelId="{66BA1A66-4EDD-4B1A-94E7-ED1B13F27010}" type="presParOf" srcId="{63EE9B43-3E24-49E8-AD7B-D499CCE5A4AF}" destId="{E4A60891-7F62-472E-9C9F-3EF329C801D3}" srcOrd="1" destOrd="0" presId="urn:microsoft.com/office/officeart/2005/8/layout/arrow2"/>
    <dgm:cxn modelId="{C695E982-56D3-4297-B410-1865369FB622}" type="presParOf" srcId="{E4A60891-7F62-472E-9C9F-3EF329C801D3}" destId="{627CFB96-3849-4C53-81E9-13BB8C16065E}" srcOrd="0" destOrd="0" presId="urn:microsoft.com/office/officeart/2005/8/layout/arrow2"/>
    <dgm:cxn modelId="{C4B2C84A-AA3B-40BA-93FC-DCFED0BB7282}" type="presParOf" srcId="{E4A60891-7F62-472E-9C9F-3EF329C801D3}" destId="{6344CD30-C2BE-44D9-8F1B-8F7ABA5FE134}" srcOrd="1" destOrd="0" presId="urn:microsoft.com/office/officeart/2005/8/layout/arrow2"/>
    <dgm:cxn modelId="{30A10DBC-F784-4073-8A23-EF7EC21E9CC4}" type="presParOf" srcId="{E4A60891-7F62-472E-9C9F-3EF329C801D3}" destId="{F8B076D2-D261-479C-887C-4A15EA793265}" srcOrd="2" destOrd="0" presId="urn:microsoft.com/office/officeart/2005/8/layout/arrow2"/>
    <dgm:cxn modelId="{8DB1138A-7C5B-42EC-A4C3-E8007A80EC15}" type="presParOf" srcId="{E4A60891-7F62-472E-9C9F-3EF329C801D3}" destId="{A6FB9246-ADC4-471E-A524-01F39A6D7FC5}" srcOrd="3" destOrd="0" presId="urn:microsoft.com/office/officeart/2005/8/layout/arrow2"/>
    <dgm:cxn modelId="{8B469B62-5F77-40FC-8B6C-38FBEC78B3BB}" type="presParOf" srcId="{E4A60891-7F62-472E-9C9F-3EF329C801D3}" destId="{BDF59141-8CFF-47F9-81DC-98C7CC8C1376}" srcOrd="4" destOrd="0" presId="urn:microsoft.com/office/officeart/2005/8/layout/arrow2"/>
    <dgm:cxn modelId="{15D51F31-92AC-4B11-ACDD-726AD16183EE}" type="presParOf" srcId="{E4A60891-7F62-472E-9C9F-3EF329C801D3}" destId="{95AC9186-2739-4AE9-A2EF-2A005CB3014D}" srcOrd="5" destOrd="0" presId="urn:microsoft.com/office/officeart/2005/8/layout/arrow2"/>
    <dgm:cxn modelId="{8E5BE7FC-7A0B-46E8-B115-C660929D421E}" type="presParOf" srcId="{E4A60891-7F62-472E-9C9F-3EF329C801D3}" destId="{43541EB0-2DA1-4C64-8BD4-B26F7EEE786F}" srcOrd="6" destOrd="0" presId="urn:microsoft.com/office/officeart/2005/8/layout/arrow2"/>
    <dgm:cxn modelId="{B2441244-48CA-49AF-9B3D-F99834817E93}" type="presParOf" srcId="{E4A60891-7F62-472E-9C9F-3EF329C801D3}" destId="{E9D08778-3A27-458B-8ED2-E8881873F9B1}" srcOrd="7" destOrd="0" presId="urn:microsoft.com/office/officeart/2005/8/layout/arrow2"/>
    <dgm:cxn modelId="{13897121-C797-47A4-A803-D0374B5BF413}" type="presParOf" srcId="{E4A60891-7F62-472E-9C9F-3EF329C801D3}" destId="{2E559F2D-088F-4D81-B121-D43D74B198C4}" srcOrd="8" destOrd="0" presId="urn:microsoft.com/office/officeart/2005/8/layout/arrow2"/>
    <dgm:cxn modelId="{5212B418-BBC1-49BF-806F-AA1E8AE17AA8}" type="presParOf" srcId="{E4A60891-7F62-472E-9C9F-3EF329C801D3}" destId="{F7ABECA0-306E-4646-B5AB-88C6DBDA4E2F}" srcOrd="9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950D155-5908-4A16-AF39-AEBC177DDAA0}" type="doc">
      <dgm:prSet loTypeId="urn:microsoft.com/office/officeart/2005/8/layout/gear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7C3E0B-9D05-4A7F-B332-F5B3CFDB2C18}">
      <dgm:prSet phldrT="[Text]" custT="1"/>
      <dgm:spPr>
        <a:solidFill>
          <a:srgbClr val="0070C0"/>
        </a:solidFill>
      </dgm:spPr>
      <dgm:t>
        <a:bodyPr/>
        <a:lstStyle/>
        <a:p>
          <a:r>
            <a:rPr lang="en-US" sz="1400" b="0" i="0" dirty="0" smtClean="0"/>
            <a:t>JavaScript</a:t>
          </a:r>
          <a:endParaRPr lang="en-US" sz="1400" dirty="0"/>
        </a:p>
      </dgm:t>
    </dgm:pt>
    <dgm:pt modelId="{9D6FDA9E-D0CE-4467-A536-1C36FB09BB3B}" type="parTrans" cxnId="{159A21F2-5C49-41AD-9C0D-0FD2D1F8DB6E}">
      <dgm:prSet/>
      <dgm:spPr/>
      <dgm:t>
        <a:bodyPr/>
        <a:lstStyle/>
        <a:p>
          <a:endParaRPr lang="en-US"/>
        </a:p>
      </dgm:t>
    </dgm:pt>
    <dgm:pt modelId="{E6F6C7C3-3DD8-424F-ACBD-8849CEAD8FD7}" type="sibTrans" cxnId="{159A21F2-5C49-41AD-9C0D-0FD2D1F8DB6E}">
      <dgm:prSet/>
      <dgm:spPr/>
      <dgm:t>
        <a:bodyPr/>
        <a:lstStyle/>
        <a:p>
          <a:endParaRPr lang="en-US"/>
        </a:p>
      </dgm:t>
    </dgm:pt>
    <dgm:pt modelId="{C361F5A6-616F-4E1A-9B9A-CB219E140CB9}">
      <dgm:prSet phldrT="[Text]"/>
      <dgm:spPr>
        <a:solidFill>
          <a:srgbClr val="92D050"/>
        </a:solidFill>
      </dgm:spPr>
      <dgm:t>
        <a:bodyPr/>
        <a:lstStyle/>
        <a:p>
          <a:r>
            <a:rPr lang="en-US" b="0" i="0" dirty="0" smtClean="0">
              <a:solidFill>
                <a:srgbClr val="FF0000"/>
              </a:solidFill>
            </a:rPr>
            <a:t>CSS</a:t>
          </a:r>
        </a:p>
        <a:p>
          <a:r>
            <a:rPr lang="en-US" b="0" i="0" dirty="0" smtClean="0">
              <a:solidFill>
                <a:srgbClr val="FF0000"/>
              </a:solidFill>
            </a:rPr>
            <a:t> &amp; DOM</a:t>
          </a:r>
          <a:endParaRPr lang="en-US" dirty="0">
            <a:solidFill>
              <a:srgbClr val="FF0000"/>
            </a:solidFill>
          </a:endParaRPr>
        </a:p>
      </dgm:t>
    </dgm:pt>
    <dgm:pt modelId="{000C23D2-42EA-4F4C-BD74-BD047425CA1D}" type="parTrans" cxnId="{5473CA60-A5C9-4E8E-A770-27F603717696}">
      <dgm:prSet/>
      <dgm:spPr/>
      <dgm:t>
        <a:bodyPr/>
        <a:lstStyle/>
        <a:p>
          <a:endParaRPr lang="en-US"/>
        </a:p>
      </dgm:t>
    </dgm:pt>
    <dgm:pt modelId="{5BE08F99-4438-4FCF-A2AB-B127A316C558}" type="sibTrans" cxnId="{5473CA60-A5C9-4E8E-A770-27F603717696}">
      <dgm:prSet/>
      <dgm:spPr/>
      <dgm:t>
        <a:bodyPr/>
        <a:lstStyle/>
        <a:p>
          <a:endParaRPr lang="en-US"/>
        </a:p>
      </dgm:t>
    </dgm:pt>
    <dgm:pt modelId="{BD44E417-3948-403C-83CC-F2986C81FA0D}">
      <dgm:prSet phldrT="[Text]"/>
      <dgm:spPr>
        <a:solidFill>
          <a:srgbClr val="00B0F0"/>
        </a:solidFill>
      </dgm:spPr>
      <dgm:t>
        <a:bodyPr/>
        <a:lstStyle/>
        <a:p>
          <a:r>
            <a:rPr lang="en-US" b="0" i="0" dirty="0" smtClean="0"/>
            <a:t>HTML</a:t>
          </a:r>
          <a:endParaRPr lang="en-US" dirty="0"/>
        </a:p>
      </dgm:t>
    </dgm:pt>
    <dgm:pt modelId="{BF6F1D2C-8721-4920-B739-73AAF0CD822C}" type="parTrans" cxnId="{0461DBEE-24D2-4022-8A6C-6A1061EBE64D}">
      <dgm:prSet/>
      <dgm:spPr/>
      <dgm:t>
        <a:bodyPr/>
        <a:lstStyle/>
        <a:p>
          <a:endParaRPr lang="en-US"/>
        </a:p>
      </dgm:t>
    </dgm:pt>
    <dgm:pt modelId="{C38D2B26-9621-4985-954B-723164C865EA}" type="sibTrans" cxnId="{0461DBEE-24D2-4022-8A6C-6A1061EBE64D}">
      <dgm:prSet/>
      <dgm:spPr/>
      <dgm:t>
        <a:bodyPr/>
        <a:lstStyle/>
        <a:p>
          <a:endParaRPr lang="en-US"/>
        </a:p>
      </dgm:t>
    </dgm:pt>
    <dgm:pt modelId="{B9A09728-A046-441C-A3B1-C409C88FF20A}">
      <dgm:prSet phldrT="[Text]"/>
      <dgm:spPr/>
      <dgm:t>
        <a:bodyPr/>
        <a:lstStyle/>
        <a:p>
          <a:endParaRPr lang="en-US" dirty="0"/>
        </a:p>
      </dgm:t>
    </dgm:pt>
    <dgm:pt modelId="{FE3EC3C3-B641-4A1B-B230-03BC5BA32992}" type="parTrans" cxnId="{E1683899-CE5E-4377-A51E-AEEC66CBB8F2}">
      <dgm:prSet/>
      <dgm:spPr/>
      <dgm:t>
        <a:bodyPr/>
        <a:lstStyle/>
        <a:p>
          <a:endParaRPr lang="en-US"/>
        </a:p>
      </dgm:t>
    </dgm:pt>
    <dgm:pt modelId="{A1798D4F-4AC6-47D4-ABA5-79C4297846C3}" type="sibTrans" cxnId="{E1683899-CE5E-4377-A51E-AEEC66CBB8F2}">
      <dgm:prSet/>
      <dgm:spPr/>
      <dgm:t>
        <a:bodyPr/>
        <a:lstStyle/>
        <a:p>
          <a:endParaRPr lang="en-US"/>
        </a:p>
      </dgm:t>
    </dgm:pt>
    <dgm:pt modelId="{EE494CBB-8B77-40A5-BAB5-5D282CD42E2A}">
      <dgm:prSet phldrT="[Text]"/>
      <dgm:spPr/>
      <dgm:t>
        <a:bodyPr/>
        <a:lstStyle/>
        <a:p>
          <a:endParaRPr lang="en-US" dirty="0"/>
        </a:p>
      </dgm:t>
    </dgm:pt>
    <dgm:pt modelId="{3BADBDF4-F570-4BA7-8F12-1173832AB3F8}" type="parTrans" cxnId="{26376B61-A058-4F00-879C-9FC476514629}">
      <dgm:prSet/>
      <dgm:spPr/>
      <dgm:t>
        <a:bodyPr/>
        <a:lstStyle/>
        <a:p>
          <a:endParaRPr lang="en-US"/>
        </a:p>
      </dgm:t>
    </dgm:pt>
    <dgm:pt modelId="{B7D55925-EB4D-4C5C-BBB4-E82CB247088C}" type="sibTrans" cxnId="{26376B61-A058-4F00-879C-9FC476514629}">
      <dgm:prSet/>
      <dgm:spPr/>
      <dgm:t>
        <a:bodyPr/>
        <a:lstStyle/>
        <a:p>
          <a:endParaRPr lang="en-US"/>
        </a:p>
      </dgm:t>
    </dgm:pt>
    <dgm:pt modelId="{BCFF2A13-F02A-4845-9B62-4CF3539AA2B9}" type="pres">
      <dgm:prSet presAssocID="{D950D155-5908-4A16-AF39-AEBC177DDAA0}" presName="composite" presStyleCnt="0">
        <dgm:presLayoutVars>
          <dgm:chMax val="3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5EC9076-6653-42BC-822A-F9C57D120728}" type="pres">
      <dgm:prSet presAssocID="{9B7C3E0B-9D05-4A7F-B332-F5B3CFDB2C18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14103D-95B4-480C-9F7B-7DC5BB32835B}" type="pres">
      <dgm:prSet presAssocID="{9B7C3E0B-9D05-4A7F-B332-F5B3CFDB2C18}" presName="gear1srcNode" presStyleLbl="node1" presStyleIdx="0" presStyleCnt="3"/>
      <dgm:spPr/>
      <dgm:t>
        <a:bodyPr/>
        <a:lstStyle/>
        <a:p>
          <a:endParaRPr lang="en-US"/>
        </a:p>
      </dgm:t>
    </dgm:pt>
    <dgm:pt modelId="{E0907357-1858-461C-8827-E709B7DC54CF}" type="pres">
      <dgm:prSet presAssocID="{9B7C3E0B-9D05-4A7F-B332-F5B3CFDB2C18}" presName="gear1dstNode" presStyleLbl="node1" presStyleIdx="0" presStyleCnt="3"/>
      <dgm:spPr/>
      <dgm:t>
        <a:bodyPr/>
        <a:lstStyle/>
        <a:p>
          <a:endParaRPr lang="en-US"/>
        </a:p>
      </dgm:t>
    </dgm:pt>
    <dgm:pt modelId="{412D9A18-EC51-4EB4-9A47-F515877F1418}" type="pres">
      <dgm:prSet presAssocID="{C361F5A6-616F-4E1A-9B9A-CB219E140CB9}" presName="gear2" presStyleLbl="node1" presStyleIdx="1" presStyleCnt="3" custScaleX="136860" custScaleY="120086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F0864E-D2B1-410C-B249-5D1735F17BEC}" type="pres">
      <dgm:prSet presAssocID="{C361F5A6-616F-4E1A-9B9A-CB219E140CB9}" presName="gear2srcNode" presStyleLbl="node1" presStyleIdx="1" presStyleCnt="3"/>
      <dgm:spPr/>
      <dgm:t>
        <a:bodyPr/>
        <a:lstStyle/>
        <a:p>
          <a:endParaRPr lang="en-US"/>
        </a:p>
      </dgm:t>
    </dgm:pt>
    <dgm:pt modelId="{89F7AD4D-16B5-4E69-8680-9273C833BAE1}" type="pres">
      <dgm:prSet presAssocID="{C361F5A6-616F-4E1A-9B9A-CB219E140CB9}" presName="gear2dstNode" presStyleLbl="node1" presStyleIdx="1" presStyleCnt="3"/>
      <dgm:spPr/>
      <dgm:t>
        <a:bodyPr/>
        <a:lstStyle/>
        <a:p>
          <a:endParaRPr lang="en-US"/>
        </a:p>
      </dgm:t>
    </dgm:pt>
    <dgm:pt modelId="{C0E12AB9-C4A6-456F-9671-A0305559445B}" type="pres">
      <dgm:prSet presAssocID="{BD44E417-3948-403C-83CC-F2986C81FA0D}" presName="gear3" presStyleLbl="node1" presStyleIdx="2" presStyleCnt="3"/>
      <dgm:spPr/>
      <dgm:t>
        <a:bodyPr/>
        <a:lstStyle/>
        <a:p>
          <a:endParaRPr lang="en-US"/>
        </a:p>
      </dgm:t>
    </dgm:pt>
    <dgm:pt modelId="{706614A1-55CA-4C75-ADC5-BC32B98356AA}" type="pres">
      <dgm:prSet presAssocID="{BD44E417-3948-403C-83CC-F2986C81FA0D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157AD8-83FA-49B1-8532-EA29E0787033}" type="pres">
      <dgm:prSet presAssocID="{BD44E417-3948-403C-83CC-F2986C81FA0D}" presName="gear3srcNode" presStyleLbl="node1" presStyleIdx="2" presStyleCnt="3"/>
      <dgm:spPr/>
      <dgm:t>
        <a:bodyPr/>
        <a:lstStyle/>
        <a:p>
          <a:endParaRPr lang="en-US"/>
        </a:p>
      </dgm:t>
    </dgm:pt>
    <dgm:pt modelId="{D1DDC004-80AF-4B91-8362-C1B520E52E11}" type="pres">
      <dgm:prSet presAssocID="{BD44E417-3948-403C-83CC-F2986C81FA0D}" presName="gear3dstNode" presStyleLbl="node1" presStyleIdx="2" presStyleCnt="3"/>
      <dgm:spPr/>
      <dgm:t>
        <a:bodyPr/>
        <a:lstStyle/>
        <a:p>
          <a:endParaRPr lang="en-US"/>
        </a:p>
      </dgm:t>
    </dgm:pt>
    <dgm:pt modelId="{821D93E3-B54A-4FB8-A92F-A680970FEA52}" type="pres">
      <dgm:prSet presAssocID="{E6F6C7C3-3DD8-424F-ACBD-8849CEAD8FD7}" presName="connector1" presStyleLbl="sibTrans2D1" presStyleIdx="0" presStyleCnt="3"/>
      <dgm:spPr/>
      <dgm:t>
        <a:bodyPr/>
        <a:lstStyle/>
        <a:p>
          <a:endParaRPr lang="en-US"/>
        </a:p>
      </dgm:t>
    </dgm:pt>
    <dgm:pt modelId="{C4D0D85B-02B4-4298-AEBD-10827F5BFE28}" type="pres">
      <dgm:prSet presAssocID="{5BE08F99-4438-4FCF-A2AB-B127A316C558}" presName="connector2" presStyleLbl="sibTrans2D1" presStyleIdx="1" presStyleCnt="3" custScaleX="121000"/>
      <dgm:spPr/>
      <dgm:t>
        <a:bodyPr/>
        <a:lstStyle/>
        <a:p>
          <a:endParaRPr lang="en-US"/>
        </a:p>
      </dgm:t>
    </dgm:pt>
    <dgm:pt modelId="{B85F00AB-4429-4739-8E1B-1BB9A73EA36B}" type="pres">
      <dgm:prSet presAssocID="{C38D2B26-9621-4985-954B-723164C865EA}" presName="connector3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94CA98E3-F9F2-4454-B583-62EA211340AE}" type="presOf" srcId="{C361F5A6-616F-4E1A-9B9A-CB219E140CB9}" destId="{412D9A18-EC51-4EB4-9A47-F515877F1418}" srcOrd="0" destOrd="0" presId="urn:microsoft.com/office/officeart/2005/8/layout/gear1"/>
    <dgm:cxn modelId="{493CAE4B-AA9F-49EF-BFA7-8F620F36A323}" type="presOf" srcId="{9B7C3E0B-9D05-4A7F-B332-F5B3CFDB2C18}" destId="{55EC9076-6653-42BC-822A-F9C57D120728}" srcOrd="0" destOrd="0" presId="urn:microsoft.com/office/officeart/2005/8/layout/gear1"/>
    <dgm:cxn modelId="{2482DA22-08B4-4A66-B414-F352C3C08FA5}" type="presOf" srcId="{BD44E417-3948-403C-83CC-F2986C81FA0D}" destId="{C0E12AB9-C4A6-456F-9671-A0305559445B}" srcOrd="0" destOrd="0" presId="urn:microsoft.com/office/officeart/2005/8/layout/gear1"/>
    <dgm:cxn modelId="{205ACF46-9C97-4781-A925-E05EF1AF1825}" type="presOf" srcId="{C361F5A6-616F-4E1A-9B9A-CB219E140CB9}" destId="{89F7AD4D-16B5-4E69-8680-9273C833BAE1}" srcOrd="2" destOrd="0" presId="urn:microsoft.com/office/officeart/2005/8/layout/gear1"/>
    <dgm:cxn modelId="{B5AE17C1-487B-4A54-97B5-5C3B56920E00}" type="presOf" srcId="{C38D2B26-9621-4985-954B-723164C865EA}" destId="{B85F00AB-4429-4739-8E1B-1BB9A73EA36B}" srcOrd="0" destOrd="0" presId="urn:microsoft.com/office/officeart/2005/8/layout/gear1"/>
    <dgm:cxn modelId="{0461DBEE-24D2-4022-8A6C-6A1061EBE64D}" srcId="{D950D155-5908-4A16-AF39-AEBC177DDAA0}" destId="{BD44E417-3948-403C-83CC-F2986C81FA0D}" srcOrd="2" destOrd="0" parTransId="{BF6F1D2C-8721-4920-B739-73AAF0CD822C}" sibTransId="{C38D2B26-9621-4985-954B-723164C865EA}"/>
    <dgm:cxn modelId="{831D7AED-E12F-487C-9BE6-42CC51A071F4}" type="presOf" srcId="{D950D155-5908-4A16-AF39-AEBC177DDAA0}" destId="{BCFF2A13-F02A-4845-9B62-4CF3539AA2B9}" srcOrd="0" destOrd="0" presId="urn:microsoft.com/office/officeart/2005/8/layout/gear1"/>
    <dgm:cxn modelId="{862FC1DE-103D-488E-89E4-094620D6E16F}" type="presOf" srcId="{BD44E417-3948-403C-83CC-F2986C81FA0D}" destId="{B9157AD8-83FA-49B1-8532-EA29E0787033}" srcOrd="2" destOrd="0" presId="urn:microsoft.com/office/officeart/2005/8/layout/gear1"/>
    <dgm:cxn modelId="{26376B61-A058-4F00-879C-9FC476514629}" srcId="{D950D155-5908-4A16-AF39-AEBC177DDAA0}" destId="{EE494CBB-8B77-40A5-BAB5-5D282CD42E2A}" srcOrd="4" destOrd="0" parTransId="{3BADBDF4-F570-4BA7-8F12-1173832AB3F8}" sibTransId="{B7D55925-EB4D-4C5C-BBB4-E82CB247088C}"/>
    <dgm:cxn modelId="{A207E90D-06E6-4A2C-A2EB-B0C206CDB5BD}" type="presOf" srcId="{9B7C3E0B-9D05-4A7F-B332-F5B3CFDB2C18}" destId="{DA14103D-95B4-480C-9F7B-7DC5BB32835B}" srcOrd="1" destOrd="0" presId="urn:microsoft.com/office/officeart/2005/8/layout/gear1"/>
    <dgm:cxn modelId="{4FA31CD7-75C9-4982-A90E-4FC9192A06C3}" type="presOf" srcId="{9B7C3E0B-9D05-4A7F-B332-F5B3CFDB2C18}" destId="{E0907357-1858-461C-8827-E709B7DC54CF}" srcOrd="2" destOrd="0" presId="urn:microsoft.com/office/officeart/2005/8/layout/gear1"/>
    <dgm:cxn modelId="{A9972135-A7B3-47AF-91D7-643E1DD849DF}" type="presOf" srcId="{5BE08F99-4438-4FCF-A2AB-B127A316C558}" destId="{C4D0D85B-02B4-4298-AEBD-10827F5BFE28}" srcOrd="0" destOrd="0" presId="urn:microsoft.com/office/officeart/2005/8/layout/gear1"/>
    <dgm:cxn modelId="{808E997B-758F-4C32-A322-A42CDE0DB967}" type="presOf" srcId="{C361F5A6-616F-4E1A-9B9A-CB219E140CB9}" destId="{35F0864E-D2B1-410C-B249-5D1735F17BEC}" srcOrd="1" destOrd="0" presId="urn:microsoft.com/office/officeart/2005/8/layout/gear1"/>
    <dgm:cxn modelId="{25450B09-0AB3-48E6-845C-45B576C4FE67}" type="presOf" srcId="{E6F6C7C3-3DD8-424F-ACBD-8849CEAD8FD7}" destId="{821D93E3-B54A-4FB8-A92F-A680970FEA52}" srcOrd="0" destOrd="0" presId="urn:microsoft.com/office/officeart/2005/8/layout/gear1"/>
    <dgm:cxn modelId="{159A21F2-5C49-41AD-9C0D-0FD2D1F8DB6E}" srcId="{D950D155-5908-4A16-AF39-AEBC177DDAA0}" destId="{9B7C3E0B-9D05-4A7F-B332-F5B3CFDB2C18}" srcOrd="0" destOrd="0" parTransId="{9D6FDA9E-D0CE-4467-A536-1C36FB09BB3B}" sibTransId="{E6F6C7C3-3DD8-424F-ACBD-8849CEAD8FD7}"/>
    <dgm:cxn modelId="{7A701F3D-8D9B-4066-BC65-77E905C6DA77}" type="presOf" srcId="{BD44E417-3948-403C-83CC-F2986C81FA0D}" destId="{D1DDC004-80AF-4B91-8362-C1B520E52E11}" srcOrd="3" destOrd="0" presId="urn:microsoft.com/office/officeart/2005/8/layout/gear1"/>
    <dgm:cxn modelId="{E1683899-CE5E-4377-A51E-AEEC66CBB8F2}" srcId="{D950D155-5908-4A16-AF39-AEBC177DDAA0}" destId="{B9A09728-A046-441C-A3B1-C409C88FF20A}" srcOrd="3" destOrd="0" parTransId="{FE3EC3C3-B641-4A1B-B230-03BC5BA32992}" sibTransId="{A1798D4F-4AC6-47D4-ABA5-79C4297846C3}"/>
    <dgm:cxn modelId="{5473CA60-A5C9-4E8E-A770-27F603717696}" srcId="{D950D155-5908-4A16-AF39-AEBC177DDAA0}" destId="{C361F5A6-616F-4E1A-9B9A-CB219E140CB9}" srcOrd="1" destOrd="0" parTransId="{000C23D2-42EA-4F4C-BD74-BD047425CA1D}" sibTransId="{5BE08F99-4438-4FCF-A2AB-B127A316C558}"/>
    <dgm:cxn modelId="{6DFFA43B-AB1D-4B95-AAD0-8BC2BE641C27}" type="presOf" srcId="{BD44E417-3948-403C-83CC-F2986C81FA0D}" destId="{706614A1-55CA-4C75-ADC5-BC32B98356AA}" srcOrd="1" destOrd="0" presId="urn:microsoft.com/office/officeart/2005/8/layout/gear1"/>
    <dgm:cxn modelId="{4ABE46A4-4DF5-47ED-8384-A218952AC94F}" type="presParOf" srcId="{BCFF2A13-F02A-4845-9B62-4CF3539AA2B9}" destId="{55EC9076-6653-42BC-822A-F9C57D120728}" srcOrd="0" destOrd="0" presId="urn:microsoft.com/office/officeart/2005/8/layout/gear1"/>
    <dgm:cxn modelId="{74CCD989-0677-45FF-AF8A-9B7C32009DBA}" type="presParOf" srcId="{BCFF2A13-F02A-4845-9B62-4CF3539AA2B9}" destId="{DA14103D-95B4-480C-9F7B-7DC5BB32835B}" srcOrd="1" destOrd="0" presId="urn:microsoft.com/office/officeart/2005/8/layout/gear1"/>
    <dgm:cxn modelId="{05112615-493A-4953-AF2C-72185EA9D32B}" type="presParOf" srcId="{BCFF2A13-F02A-4845-9B62-4CF3539AA2B9}" destId="{E0907357-1858-461C-8827-E709B7DC54CF}" srcOrd="2" destOrd="0" presId="urn:microsoft.com/office/officeart/2005/8/layout/gear1"/>
    <dgm:cxn modelId="{5C9D92D6-FC03-4554-9394-DEB1DCF74A1F}" type="presParOf" srcId="{BCFF2A13-F02A-4845-9B62-4CF3539AA2B9}" destId="{412D9A18-EC51-4EB4-9A47-F515877F1418}" srcOrd="3" destOrd="0" presId="urn:microsoft.com/office/officeart/2005/8/layout/gear1"/>
    <dgm:cxn modelId="{E19682BE-BA8C-4F8B-8B7C-E82470767B15}" type="presParOf" srcId="{BCFF2A13-F02A-4845-9B62-4CF3539AA2B9}" destId="{35F0864E-D2B1-410C-B249-5D1735F17BEC}" srcOrd="4" destOrd="0" presId="urn:microsoft.com/office/officeart/2005/8/layout/gear1"/>
    <dgm:cxn modelId="{04246A7C-0B48-4821-8FB6-E3AC03787DA4}" type="presParOf" srcId="{BCFF2A13-F02A-4845-9B62-4CF3539AA2B9}" destId="{89F7AD4D-16B5-4E69-8680-9273C833BAE1}" srcOrd="5" destOrd="0" presId="urn:microsoft.com/office/officeart/2005/8/layout/gear1"/>
    <dgm:cxn modelId="{0573098E-A0F8-42AB-AE27-90B7E6CE9BBC}" type="presParOf" srcId="{BCFF2A13-F02A-4845-9B62-4CF3539AA2B9}" destId="{C0E12AB9-C4A6-456F-9671-A0305559445B}" srcOrd="6" destOrd="0" presId="urn:microsoft.com/office/officeart/2005/8/layout/gear1"/>
    <dgm:cxn modelId="{D1421E63-95A4-41C2-85E8-F8B40CB900AB}" type="presParOf" srcId="{BCFF2A13-F02A-4845-9B62-4CF3539AA2B9}" destId="{706614A1-55CA-4C75-ADC5-BC32B98356AA}" srcOrd="7" destOrd="0" presId="urn:microsoft.com/office/officeart/2005/8/layout/gear1"/>
    <dgm:cxn modelId="{0DF89816-A5B4-43E1-80BB-FFB434E6905A}" type="presParOf" srcId="{BCFF2A13-F02A-4845-9B62-4CF3539AA2B9}" destId="{B9157AD8-83FA-49B1-8532-EA29E0787033}" srcOrd="8" destOrd="0" presId="urn:microsoft.com/office/officeart/2005/8/layout/gear1"/>
    <dgm:cxn modelId="{AD6385B7-FCE0-466B-9AE4-4F78A6566B25}" type="presParOf" srcId="{BCFF2A13-F02A-4845-9B62-4CF3539AA2B9}" destId="{D1DDC004-80AF-4B91-8362-C1B520E52E11}" srcOrd="9" destOrd="0" presId="urn:microsoft.com/office/officeart/2005/8/layout/gear1"/>
    <dgm:cxn modelId="{BDDF8B3F-9FF4-46C9-99AD-365F3CD5C3CE}" type="presParOf" srcId="{BCFF2A13-F02A-4845-9B62-4CF3539AA2B9}" destId="{821D93E3-B54A-4FB8-A92F-A680970FEA52}" srcOrd="10" destOrd="0" presId="urn:microsoft.com/office/officeart/2005/8/layout/gear1"/>
    <dgm:cxn modelId="{23A7AEFA-50E5-46AC-8D62-8445350A41AF}" type="presParOf" srcId="{BCFF2A13-F02A-4845-9B62-4CF3539AA2B9}" destId="{C4D0D85B-02B4-4298-AEBD-10827F5BFE28}" srcOrd="11" destOrd="0" presId="urn:microsoft.com/office/officeart/2005/8/layout/gear1"/>
    <dgm:cxn modelId="{673A3D39-8CCF-425A-B287-13CB10DB5AAB}" type="presParOf" srcId="{BCFF2A13-F02A-4845-9B62-4CF3539AA2B9}" destId="{B85F00AB-4429-4739-8E1B-1BB9A73EA36B}" srcOrd="12" destOrd="0" presId="urn:microsoft.com/office/officeart/2005/8/layout/gear1"/>
  </dgm:cxnLst>
  <dgm:bg/>
  <dgm:whole>
    <a:ln>
      <a:solidFill>
        <a:schemeClr val="accent1">
          <a:lumMod val="50000"/>
          <a:lumOff val="50000"/>
          <a:alpha val="84000"/>
        </a:schemeClr>
      </a:solidFill>
    </a:ln>
  </dgm:whole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63167F5-F10C-4794-AB97-F9BD2F8C6D41}">
      <dsp:nvSpPr>
        <dsp:cNvPr id="0" name=""/>
        <dsp:cNvSpPr/>
      </dsp:nvSpPr>
      <dsp:spPr>
        <a:xfrm>
          <a:off x="2095754" y="1339039"/>
          <a:ext cx="2299689" cy="1727789"/>
        </a:xfrm>
        <a:prstGeom prst="gear9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Technology</a:t>
          </a:r>
          <a:endParaRPr lang="en-US" sz="2400" kern="1200" dirty="0"/>
        </a:p>
      </dsp:txBody>
      <dsp:txXfrm>
        <a:off x="2095754" y="1339039"/>
        <a:ext cx="2299689" cy="1727789"/>
      </dsp:txXfrm>
    </dsp:sp>
    <dsp:sp modelId="{61962180-449B-44D4-BE00-824F68F80734}">
      <dsp:nvSpPr>
        <dsp:cNvPr id="0" name=""/>
        <dsp:cNvSpPr/>
      </dsp:nvSpPr>
      <dsp:spPr>
        <a:xfrm>
          <a:off x="883397" y="686873"/>
          <a:ext cx="1994492" cy="1615332"/>
        </a:xfrm>
        <a:prstGeom prst="gear6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Web</a:t>
          </a:r>
          <a:endParaRPr lang="en-US" sz="2400" kern="1200" dirty="0"/>
        </a:p>
      </dsp:txBody>
      <dsp:txXfrm>
        <a:off x="883397" y="686873"/>
        <a:ext cx="1994492" cy="1615332"/>
      </dsp:txXfrm>
    </dsp:sp>
    <dsp:sp modelId="{EDE36188-F306-4C77-91F7-2495B3C4BE06}">
      <dsp:nvSpPr>
        <dsp:cNvPr id="0" name=""/>
        <dsp:cNvSpPr/>
      </dsp:nvSpPr>
      <dsp:spPr>
        <a:xfrm>
          <a:off x="2363965" y="939262"/>
          <a:ext cx="2337701" cy="2337701"/>
        </a:xfrm>
        <a:prstGeom prst="circularArrow">
          <a:avLst>
            <a:gd name="adj1" fmla="val 4878"/>
            <a:gd name="adj2" fmla="val 312630"/>
            <a:gd name="adj3" fmla="val 3081276"/>
            <a:gd name="adj4" fmla="val 15306985"/>
            <a:gd name="adj5" fmla="val 569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F799EA-F65E-4816-91F7-B8552C135250}">
      <dsp:nvSpPr>
        <dsp:cNvPr id="0" name=""/>
        <dsp:cNvSpPr/>
      </dsp:nvSpPr>
      <dsp:spPr>
        <a:xfrm>
          <a:off x="575959" y="408563"/>
          <a:ext cx="1767530" cy="1767530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7162AFE8-5781-4851-B0BB-68DEEA67A043}">
      <dsp:nvSpPr>
        <dsp:cNvPr id="0" name=""/>
        <dsp:cNvSpPr/>
      </dsp:nvSpPr>
      <dsp:spPr>
        <a:xfrm rot="5400000">
          <a:off x="-234778" y="235835"/>
          <a:ext cx="1565188" cy="109563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Server</a:t>
          </a:r>
          <a:endParaRPr lang="en-US" sz="1600" kern="1200" dirty="0"/>
        </a:p>
      </dsp:txBody>
      <dsp:txXfrm rot="5400000">
        <a:off x="-234778" y="235835"/>
        <a:ext cx="1565188" cy="1095631"/>
      </dsp:txXfrm>
    </dsp:sp>
    <dsp:sp modelId="{80269370-0226-4F79-A71B-7B8D806E23C0}">
      <dsp:nvSpPr>
        <dsp:cNvPr id="0" name=""/>
        <dsp:cNvSpPr/>
      </dsp:nvSpPr>
      <dsp:spPr>
        <a:xfrm rot="5400000">
          <a:off x="4079317" y="-2982627"/>
          <a:ext cx="1017372" cy="698474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Server     </a:t>
          </a:r>
          <a:r>
            <a:rPr lang="en-US" sz="2000" kern="1200" dirty="0" smtClean="0">
              <a:sym typeface="Wingdings" pitchFamily="2" charset="2"/>
            </a:rPr>
            <a:t> provide service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Service    </a:t>
          </a:r>
          <a:r>
            <a:rPr lang="en-US" sz="2000" kern="1200" dirty="0" smtClean="0">
              <a:sym typeface="Wingdings" pitchFamily="2" charset="2"/>
            </a:rPr>
            <a:t> Communication Service </a:t>
          </a:r>
          <a:endParaRPr lang="en-US" sz="2000" kern="1200" dirty="0"/>
        </a:p>
      </dsp:txBody>
      <dsp:txXfrm rot="5400000">
        <a:off x="4079317" y="-2982627"/>
        <a:ext cx="1017372" cy="6984743"/>
      </dsp:txXfrm>
    </dsp:sp>
    <dsp:sp modelId="{61F66678-6740-4FCD-8145-2AABA33FE2BA}">
      <dsp:nvSpPr>
        <dsp:cNvPr id="0" name=""/>
        <dsp:cNvSpPr/>
      </dsp:nvSpPr>
      <dsp:spPr>
        <a:xfrm rot="5400000">
          <a:off x="-234778" y="1606422"/>
          <a:ext cx="1565188" cy="109563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Web Browser</a:t>
          </a:r>
          <a:endParaRPr lang="en-US" sz="1600" kern="1200" dirty="0"/>
        </a:p>
      </dsp:txBody>
      <dsp:txXfrm rot="5400000">
        <a:off x="-234778" y="1606422"/>
        <a:ext cx="1565188" cy="1095631"/>
      </dsp:txXfrm>
    </dsp:sp>
    <dsp:sp modelId="{B26C7662-938D-495F-A133-0499BE0B5676}">
      <dsp:nvSpPr>
        <dsp:cNvPr id="0" name=""/>
        <dsp:cNvSpPr/>
      </dsp:nvSpPr>
      <dsp:spPr>
        <a:xfrm rot="5400000">
          <a:off x="4079317" y="-1612041"/>
          <a:ext cx="1017372" cy="698474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Used to Browse the   </a:t>
          </a:r>
          <a:r>
            <a:rPr lang="en-US" sz="2000" kern="1200" dirty="0" smtClean="0">
              <a:sym typeface="Wingdings" pitchFamily="2" charset="2"/>
            </a:rPr>
            <a:t>  ???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Why need to browse </a:t>
          </a:r>
          <a:r>
            <a:rPr lang="en-US" sz="2000" kern="1200" dirty="0" smtClean="0">
              <a:sym typeface="Wingdings" pitchFamily="2" charset="2"/>
            </a:rPr>
            <a:t>  ??? 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Communicate with Web Server  </a:t>
          </a:r>
          <a:r>
            <a:rPr lang="en-US" sz="2000" kern="1200" dirty="0" smtClean="0">
              <a:sym typeface="Wingdings" pitchFamily="2" charset="2"/>
            </a:rPr>
            <a:t> TALK </a:t>
          </a:r>
          <a:r>
            <a:rPr lang="en-US" sz="2000" kern="1200" dirty="0" smtClean="0"/>
            <a:t> </a:t>
          </a:r>
          <a:endParaRPr lang="en-US" sz="2000" kern="1200" dirty="0"/>
        </a:p>
      </dsp:txBody>
      <dsp:txXfrm rot="5400000">
        <a:off x="4079317" y="-1612041"/>
        <a:ext cx="1017372" cy="6984743"/>
      </dsp:txXfrm>
    </dsp:sp>
    <dsp:sp modelId="{E6D9B7ED-F1A4-458A-87CC-B32AA2B2376B}">
      <dsp:nvSpPr>
        <dsp:cNvPr id="0" name=""/>
        <dsp:cNvSpPr/>
      </dsp:nvSpPr>
      <dsp:spPr>
        <a:xfrm rot="5400000">
          <a:off x="-234778" y="2977008"/>
          <a:ext cx="1565188" cy="109563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Web Page</a:t>
          </a:r>
          <a:endParaRPr lang="en-US" sz="1600" kern="1200" dirty="0"/>
        </a:p>
      </dsp:txBody>
      <dsp:txXfrm rot="5400000">
        <a:off x="-234778" y="2977008"/>
        <a:ext cx="1565188" cy="1095631"/>
      </dsp:txXfrm>
    </dsp:sp>
    <dsp:sp modelId="{AD1506DE-02C8-48D7-9B90-4EBBD78550D6}">
      <dsp:nvSpPr>
        <dsp:cNvPr id="0" name=""/>
        <dsp:cNvSpPr/>
      </dsp:nvSpPr>
      <dsp:spPr>
        <a:xfrm rot="5400000">
          <a:off x="4079317" y="-241455"/>
          <a:ext cx="1017372" cy="6984743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Collection of data elements for display the output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000" kern="1200" dirty="0" smtClean="0"/>
            <a:t>Static &amp; Dynamic </a:t>
          </a:r>
          <a:r>
            <a:rPr lang="en-US" sz="2000" kern="1200" dirty="0" smtClean="0">
              <a:sym typeface="Wingdings" pitchFamily="2" charset="2"/>
            </a:rPr>
            <a:t> [ .html    / .asp / .com etc ]</a:t>
          </a:r>
          <a:endParaRPr lang="en-US" sz="2000" kern="1200" dirty="0"/>
        </a:p>
      </dsp:txBody>
      <dsp:txXfrm rot="5400000">
        <a:off x="4079317" y="-241455"/>
        <a:ext cx="1017372" cy="6984743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A9CAE34-C5B5-44C7-A4A9-DFBA3B10195C}">
      <dsp:nvSpPr>
        <dsp:cNvPr id="0" name=""/>
        <dsp:cNvSpPr/>
      </dsp:nvSpPr>
      <dsp:spPr>
        <a:xfrm>
          <a:off x="840581" y="643337"/>
          <a:ext cx="3071812" cy="1066800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9E998E-522B-41E0-9F44-9278408BA170}">
      <dsp:nvSpPr>
        <dsp:cNvPr id="0" name=""/>
        <dsp:cNvSpPr/>
      </dsp:nvSpPr>
      <dsp:spPr>
        <a:xfrm>
          <a:off x="2083593" y="3255568"/>
          <a:ext cx="595312" cy="38100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300ED0-571A-4804-BDE9-CB7F940A41A1}">
      <dsp:nvSpPr>
        <dsp:cNvPr id="0" name=""/>
        <dsp:cNvSpPr/>
      </dsp:nvSpPr>
      <dsp:spPr>
        <a:xfrm>
          <a:off x="952499" y="3560368"/>
          <a:ext cx="2857500" cy="714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Web </a:t>
          </a:r>
          <a:endParaRPr lang="en-US" sz="2500" kern="1200" dirty="0"/>
        </a:p>
      </dsp:txBody>
      <dsp:txXfrm>
        <a:off x="952499" y="3560368"/>
        <a:ext cx="2857500" cy="714375"/>
      </dsp:txXfrm>
    </dsp:sp>
    <dsp:sp modelId="{3FC6C4B0-B15C-43E5-AF34-7554F5598B17}">
      <dsp:nvSpPr>
        <dsp:cNvPr id="0" name=""/>
        <dsp:cNvSpPr/>
      </dsp:nvSpPr>
      <dsp:spPr>
        <a:xfrm>
          <a:off x="1957387" y="1792528"/>
          <a:ext cx="1071562" cy="1071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i="0" kern="1200" dirty="0" smtClean="0"/>
            <a:t>static</a:t>
          </a:r>
          <a:endParaRPr lang="en-US" sz="1500" kern="1200" dirty="0"/>
        </a:p>
      </dsp:txBody>
      <dsp:txXfrm>
        <a:off x="1957387" y="1792528"/>
        <a:ext cx="1071562" cy="1071562"/>
      </dsp:txXfrm>
    </dsp:sp>
    <dsp:sp modelId="{F2AFDCDD-5424-4FBF-877F-64A40BAC4A9C}">
      <dsp:nvSpPr>
        <dsp:cNvPr id="0" name=""/>
        <dsp:cNvSpPr/>
      </dsp:nvSpPr>
      <dsp:spPr>
        <a:xfrm>
          <a:off x="1041399" y="871309"/>
          <a:ext cx="1370014" cy="130618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E-Commerce</a:t>
          </a:r>
          <a:endParaRPr lang="en-US" sz="1500" kern="1200" dirty="0"/>
        </a:p>
      </dsp:txBody>
      <dsp:txXfrm>
        <a:off x="1041399" y="871309"/>
        <a:ext cx="1370014" cy="1306181"/>
      </dsp:txXfrm>
    </dsp:sp>
    <dsp:sp modelId="{267D805C-CD73-47ED-ACEC-393AAC812D65}">
      <dsp:nvSpPr>
        <dsp:cNvPr id="0" name=""/>
        <dsp:cNvSpPr/>
      </dsp:nvSpPr>
      <dsp:spPr>
        <a:xfrm>
          <a:off x="2286000" y="729538"/>
          <a:ext cx="1071562" cy="10715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Dynamic or CMS</a:t>
          </a:r>
          <a:endParaRPr lang="en-US" sz="1500" kern="1200" dirty="0"/>
        </a:p>
      </dsp:txBody>
      <dsp:txXfrm>
        <a:off x="2286000" y="729538"/>
        <a:ext cx="1071562" cy="1071562"/>
      </dsp:txXfrm>
    </dsp:sp>
    <dsp:sp modelId="{0F4F30FD-E341-440B-A08C-C17E4A58C649}">
      <dsp:nvSpPr>
        <dsp:cNvPr id="0" name=""/>
        <dsp:cNvSpPr/>
      </dsp:nvSpPr>
      <dsp:spPr>
        <a:xfrm>
          <a:off x="571473" y="0"/>
          <a:ext cx="3441730" cy="3275022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381D10F-4C42-4676-BD6C-410E5A51E0D9}">
      <dsp:nvSpPr>
        <dsp:cNvPr id="0" name=""/>
        <dsp:cNvSpPr/>
      </dsp:nvSpPr>
      <dsp:spPr>
        <a:xfrm>
          <a:off x="-51473" y="108743"/>
          <a:ext cx="6743700" cy="4214812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7CFB96-3849-4C53-81E9-13BB8C16065E}">
      <dsp:nvSpPr>
        <dsp:cNvPr id="0" name=""/>
        <dsp:cNvSpPr/>
      </dsp:nvSpPr>
      <dsp:spPr>
        <a:xfrm flipH="1" flipV="1">
          <a:off x="0" y="3589670"/>
          <a:ext cx="104303" cy="457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44CD30-C2BE-44D9-8F1B-8F7ABA5FE134}">
      <dsp:nvSpPr>
        <dsp:cNvPr id="0" name=""/>
        <dsp:cNvSpPr/>
      </dsp:nvSpPr>
      <dsp:spPr>
        <a:xfrm>
          <a:off x="808050" y="3605383"/>
          <a:ext cx="2705982" cy="433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187" tIns="0" rIns="0" bIns="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rPr>
            <a:t>Internet Explorer </a:t>
          </a:r>
          <a:endParaRPr lang="en-US" sz="2400" kern="1200" dirty="0">
            <a:solidFill>
              <a:srgbClr val="0070C0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808050" y="3605383"/>
        <a:ext cx="2705982" cy="433219"/>
      </dsp:txXfrm>
    </dsp:sp>
    <dsp:sp modelId="{F8B076D2-D261-479C-887C-4A15EA793265}">
      <dsp:nvSpPr>
        <dsp:cNvPr id="0" name=""/>
        <dsp:cNvSpPr/>
      </dsp:nvSpPr>
      <dsp:spPr>
        <a:xfrm>
          <a:off x="1452371" y="2436163"/>
          <a:ext cx="242773" cy="2427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FB9246-ADC4-471E-A524-01F39A6D7FC5}">
      <dsp:nvSpPr>
        <dsp:cNvPr id="0" name=""/>
        <dsp:cNvSpPr/>
      </dsp:nvSpPr>
      <dsp:spPr>
        <a:xfrm>
          <a:off x="1273733" y="2829947"/>
          <a:ext cx="2658905" cy="433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640" tIns="0" rIns="0" bIns="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rPr>
            <a:t>Google Chrome</a:t>
          </a:r>
          <a:endParaRPr lang="en-US" sz="2400" kern="1200" dirty="0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1273733" y="2829947"/>
        <a:ext cx="2658905" cy="433960"/>
      </dsp:txXfrm>
    </dsp:sp>
    <dsp:sp modelId="{BDF59141-8CFF-47F9-81DC-98C7CC8C1376}">
      <dsp:nvSpPr>
        <dsp:cNvPr id="0" name=""/>
        <dsp:cNvSpPr/>
      </dsp:nvSpPr>
      <dsp:spPr>
        <a:xfrm>
          <a:off x="2531363" y="1792982"/>
          <a:ext cx="323697" cy="32369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AC9186-2739-4AE9-A2EF-2A005CB3014D}">
      <dsp:nvSpPr>
        <dsp:cNvPr id="0" name=""/>
        <dsp:cNvSpPr/>
      </dsp:nvSpPr>
      <dsp:spPr>
        <a:xfrm>
          <a:off x="2553479" y="2328734"/>
          <a:ext cx="1301534" cy="12654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521" tIns="0" rIns="0" bIns="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i="0" kern="1200" dirty="0" smtClean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rPr>
            <a:t>Safari</a:t>
          </a:r>
          <a:endParaRPr lang="en-US" sz="2400" kern="1200" dirty="0">
            <a:solidFill>
              <a:srgbClr val="00B050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553479" y="2328734"/>
        <a:ext cx="1301534" cy="1265420"/>
      </dsp:txXfrm>
    </dsp:sp>
    <dsp:sp modelId="{43541EB0-2DA1-4C64-8BD4-B26F7EEE786F}">
      <dsp:nvSpPr>
        <dsp:cNvPr id="0" name=""/>
        <dsp:cNvSpPr/>
      </dsp:nvSpPr>
      <dsp:spPr>
        <a:xfrm>
          <a:off x="3785692" y="1290577"/>
          <a:ext cx="418109" cy="4181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08778-3A27-458B-8ED2-E8881873F9B1}">
      <dsp:nvSpPr>
        <dsp:cNvPr id="0" name=""/>
        <dsp:cNvSpPr/>
      </dsp:nvSpPr>
      <dsp:spPr>
        <a:xfrm>
          <a:off x="3640142" y="1874408"/>
          <a:ext cx="1854827" cy="309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1548" tIns="0" rIns="0" bIns="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rPr>
            <a:t>Mozilla Firefox</a:t>
          </a:r>
          <a:endParaRPr lang="en-US" sz="2000" kern="1200" dirty="0">
            <a:solidFill>
              <a:srgbClr val="C00000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640142" y="1874408"/>
        <a:ext cx="1854827" cy="309304"/>
      </dsp:txXfrm>
    </dsp:sp>
    <dsp:sp modelId="{2E559F2D-088F-4D81-B121-D43D74B198C4}">
      <dsp:nvSpPr>
        <dsp:cNvPr id="0" name=""/>
        <dsp:cNvSpPr/>
      </dsp:nvSpPr>
      <dsp:spPr>
        <a:xfrm>
          <a:off x="5077110" y="955078"/>
          <a:ext cx="532752" cy="5327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BECA0-306E-4646-B5AB-88C6DBDA4E2F}">
      <dsp:nvSpPr>
        <dsp:cNvPr id="0" name=""/>
        <dsp:cNvSpPr/>
      </dsp:nvSpPr>
      <dsp:spPr>
        <a:xfrm>
          <a:off x="5071068" y="1520171"/>
          <a:ext cx="1893577" cy="3477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2294" tIns="0" rIns="0" bIns="0" numCol="1" spcCol="1270" anchor="t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smtClean="0">
              <a:latin typeface="Times New Roman" pitchFamily="18" charset="0"/>
              <a:cs typeface="Times New Roman" pitchFamily="18" charset="0"/>
            </a:rPr>
            <a:t>Microsoft Edge</a:t>
          </a:r>
          <a:endParaRPr lang="en-US" sz="4800" kern="1200" dirty="0">
            <a:solidFill>
              <a:srgbClr val="FF0000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5071068" y="1520171"/>
        <a:ext cx="1893577" cy="347776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5EC9076-6653-42BC-822A-F9C57D120728}">
      <dsp:nvSpPr>
        <dsp:cNvPr id="0" name=""/>
        <dsp:cNvSpPr/>
      </dsp:nvSpPr>
      <dsp:spPr>
        <a:xfrm>
          <a:off x="993080" y="1091136"/>
          <a:ext cx="1213764" cy="1213764"/>
        </a:xfrm>
        <a:prstGeom prst="gear9">
          <a:avLst/>
        </a:prstGeom>
        <a:solidFill>
          <a:srgbClr val="0070C0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i="0" kern="1200" dirty="0" smtClean="0"/>
            <a:t>JavaScript</a:t>
          </a:r>
          <a:endParaRPr lang="en-US" sz="1400" kern="1200" dirty="0"/>
        </a:p>
      </dsp:txBody>
      <dsp:txXfrm>
        <a:off x="993080" y="1091136"/>
        <a:ext cx="1213764" cy="1213764"/>
      </dsp:txXfrm>
    </dsp:sp>
    <dsp:sp modelId="{412D9A18-EC51-4EB4-9A47-F515877F1418}">
      <dsp:nvSpPr>
        <dsp:cNvPr id="0" name=""/>
        <dsp:cNvSpPr/>
      </dsp:nvSpPr>
      <dsp:spPr>
        <a:xfrm>
          <a:off x="124201" y="715593"/>
          <a:ext cx="1208115" cy="1060044"/>
        </a:xfrm>
        <a:prstGeom prst="gear6">
          <a:avLst/>
        </a:prstGeom>
        <a:solidFill>
          <a:srgbClr val="92D050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0" i="0" kern="1200" dirty="0" smtClean="0">
              <a:solidFill>
                <a:srgbClr val="FF0000"/>
              </a:solidFill>
            </a:rPr>
            <a:t>CSS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0" i="0" kern="1200" dirty="0" smtClean="0">
              <a:solidFill>
                <a:srgbClr val="FF0000"/>
              </a:solidFill>
            </a:rPr>
            <a:t> &amp; DOM</a:t>
          </a:r>
          <a:endParaRPr lang="en-US" sz="1300" kern="1200" dirty="0">
            <a:solidFill>
              <a:srgbClr val="FF0000"/>
            </a:solidFill>
          </a:endParaRPr>
        </a:p>
      </dsp:txBody>
      <dsp:txXfrm>
        <a:off x="124201" y="715593"/>
        <a:ext cx="1208115" cy="1060044"/>
      </dsp:txXfrm>
    </dsp:sp>
    <dsp:sp modelId="{C0E12AB9-C4A6-456F-9671-A0305559445B}">
      <dsp:nvSpPr>
        <dsp:cNvPr id="0" name=""/>
        <dsp:cNvSpPr/>
      </dsp:nvSpPr>
      <dsp:spPr>
        <a:xfrm rot="20700000">
          <a:off x="781313" y="195247"/>
          <a:ext cx="864903" cy="864903"/>
        </a:xfrm>
        <a:prstGeom prst="gear6">
          <a:avLst/>
        </a:prstGeom>
        <a:solidFill>
          <a:srgbClr val="00B0F0"/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0" i="0" kern="1200" dirty="0" smtClean="0"/>
            <a:t>HTML</a:t>
          </a:r>
          <a:endParaRPr lang="en-US" sz="1300" kern="1200" dirty="0"/>
        </a:p>
      </dsp:txBody>
      <dsp:txXfrm>
        <a:off x="971011" y="384946"/>
        <a:ext cx="485505" cy="485505"/>
      </dsp:txXfrm>
    </dsp:sp>
    <dsp:sp modelId="{821D93E3-B54A-4FB8-A92F-A680970FEA52}">
      <dsp:nvSpPr>
        <dsp:cNvPr id="0" name=""/>
        <dsp:cNvSpPr/>
      </dsp:nvSpPr>
      <dsp:spPr>
        <a:xfrm>
          <a:off x="879506" y="919193"/>
          <a:ext cx="1553618" cy="1553618"/>
        </a:xfrm>
        <a:prstGeom prst="circularArrow">
          <a:avLst>
            <a:gd name="adj1" fmla="val 4687"/>
            <a:gd name="adj2" fmla="val 299029"/>
            <a:gd name="adj3" fmla="val 2436374"/>
            <a:gd name="adj4" fmla="val 16045340"/>
            <a:gd name="adj5" fmla="val 546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0D85B-02B4-4298-AEBD-10827F5BFE28}">
      <dsp:nvSpPr>
        <dsp:cNvPr id="0" name=""/>
        <dsp:cNvSpPr/>
      </dsp:nvSpPr>
      <dsp:spPr>
        <a:xfrm>
          <a:off x="12034" y="617459"/>
          <a:ext cx="1365849" cy="1128801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5F00AB-4429-4739-8E1B-1BB9A73EA36B}">
      <dsp:nvSpPr>
        <dsp:cNvPr id="0" name=""/>
        <dsp:cNvSpPr/>
      </dsp:nvSpPr>
      <dsp:spPr>
        <a:xfrm>
          <a:off x="581252" y="14330"/>
          <a:ext cx="1217075" cy="121707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D33AE2-4A57-4E11-B5EF-33C71D53BDA3}" type="datetimeFigureOut">
              <a:rPr lang="en-IN" smtClean="0"/>
              <a:pPr/>
              <a:t>27-09-2023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618BBD-C243-4D3B-B6F0-A703A6AD686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59300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258E385-D2A8-4FE5-9B10-631050A56D87}" type="datetime1">
              <a:rPr lang="en-US" smtClean="0"/>
              <a:pPr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CD199-3BD4-42A3-9D85-C9FB67266B5A}" type="datetime1">
              <a:rPr lang="en-US" smtClean="0"/>
              <a:pPr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BFC280E-E7AB-43BD-8B24-E65D3060C198}" type="datetime1">
              <a:rPr lang="en-US" smtClean="0"/>
              <a:pPr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2B1AA-7274-4973-996B-A90ACABF3F61}" type="datetime1">
              <a:rPr lang="en-US" smtClean="0"/>
              <a:pPr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ABE4-DE4A-4580-8D73-C96596A0552B}" type="datetime1">
              <a:rPr lang="en-US" smtClean="0"/>
              <a:pPr/>
              <a:t>9/27/2023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DC3B-CDEB-499B-834D-D0FD4DA457DD}" type="datetime1">
              <a:rPr lang="en-US" smtClean="0"/>
              <a:pPr/>
              <a:t>9/27/2023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DDFC-4154-4EBD-8AA2-610CDF0572FB}" type="datetime1">
              <a:rPr lang="en-US" smtClean="0"/>
              <a:pPr/>
              <a:t>9/27/2023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42790C3-5786-4A22-9AC0-C5ACC1FABF65}" type="datetime1">
              <a:rPr lang="en-US" smtClean="0"/>
              <a:pPr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CADA0-8319-439C-9A8A-050676129435}" type="datetime1">
              <a:rPr lang="en-US" smtClean="0"/>
              <a:pPr/>
              <a:t>9/27/2023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053-5A3B-4FCC-B742-BBADE34091D2}" type="datetime1">
              <a:rPr lang="en-US" smtClean="0"/>
              <a:pPr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AB59D5A-2B76-4892-B4DE-A3DD5EFD27B6}" type="datetime1">
              <a:rPr lang="en-US" smtClean="0"/>
              <a:pPr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3211272-68D5-4016-9D3F-DEAA1A4548EE}" type="datetime1">
              <a:rPr lang="en-US" smtClean="0"/>
              <a:pPr/>
              <a:t>9/27/2023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D8BAD8-BEB8-C943-2960-67D01952B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7853682" cy="1349545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BCAC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0019 </a:t>
            </a:r>
            <a:r>
              <a:rPr lang="en-IN" sz="2700" dirty="0" smtClean="0">
                <a:latin typeface="Times New Roman" pitchFamily="18" charset="0"/>
                <a:cs typeface="Times New Roman" pitchFamily="18" charset="0"/>
              </a:rPr>
              <a:t>Web Technology -1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A996F582-37D4-4EAE-D38B-C642647C5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527" y="3889596"/>
            <a:ext cx="10993546" cy="2333404"/>
          </a:xfrm>
        </p:spPr>
        <p:txBody>
          <a:bodyPr>
            <a:normAutofit/>
          </a:bodyPr>
          <a:lstStyle/>
          <a:p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Dr. </a:t>
            </a:r>
            <a:r>
              <a:rPr lang="en-IN" sz="2200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KANTA PRASAD SHARMA ( K P SHARMA)</a:t>
            </a:r>
            <a:endParaRPr lang="en-IN" sz="2200" cap="non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Professor,</a:t>
            </a:r>
          </a:p>
          <a:p>
            <a:r>
              <a:rPr lang="en-IN" sz="2200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</a:t>
            </a:r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Engineering </a:t>
            </a:r>
            <a:r>
              <a:rPr lang="en-IN" sz="2200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 </a:t>
            </a:r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Applications,</a:t>
            </a:r>
          </a:p>
          <a:p>
            <a:r>
              <a:rPr lang="en-IN" sz="2200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GLA University, </a:t>
            </a:r>
            <a:r>
              <a:rPr lang="en-IN" sz="2200" cap="none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Mathura</a:t>
            </a:r>
          </a:p>
          <a:p>
            <a:endParaRPr lang="en-IN" sz="2200" cap="non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 descr="Gla Logo">
            <a:extLst>
              <a:ext uri="{FF2B5EF4-FFF2-40B4-BE49-F238E27FC236}">
                <a16:creationId xmlns="" xmlns:a16="http://schemas.microsoft.com/office/drawing/2014/main" id="{6E870F6E-5857-ADD9-B260-1347DEBA9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6768" y="652215"/>
            <a:ext cx="2814040" cy="176078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863615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FFA25E-F1BA-6DA3-EF2D-C542105C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29744"/>
          </a:xfrm>
        </p:spPr>
        <p:txBody>
          <a:bodyPr/>
          <a:lstStyle/>
          <a:p>
            <a:r>
              <a:rPr lang="en-IN" dirty="0"/>
              <a:t>Syllabus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7DB6B77-8EA1-8CCF-2611-390FB0F80E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433" y="1929030"/>
            <a:ext cx="8996566" cy="492897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6DDC57A-FD8D-79F5-9F13-229D794B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89167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FFA25E-F1BA-6DA3-EF2D-C542105C0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Books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6DDC57A-FD8D-79F5-9F13-229D794B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7CBFCCE-A4D8-5ED5-3476-0D7AAD4D2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  <a:tabLst>
                <a:tab pos="2865755" algn="ctr"/>
              </a:tabLst>
            </a:pPr>
            <a:r>
              <a:rPr lang="en-US" sz="1800" b="1" dirty="0">
                <a:solidFill>
                  <a:srgbClr val="0066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Text Books: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19138" lvl="0" indent="-365125" algn="just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</a:pPr>
            <a:r>
              <a:rPr lang="en-US" sz="1800" dirty="0">
                <a:solidFill>
                  <a:schemeClr val="tx1"/>
                </a:solidFill>
                <a:effectLst/>
                <a:latin typeface="Cambria" panose="02040503050406030204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Thomas Powell, ”HTML &amp; CSS: The Complete Reference , Fifth Edition, 2010, McGraw Hill Education India</a:t>
            </a:r>
            <a:endParaRPr lang="en-IN" sz="1800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1000"/>
              </a:spcAft>
              <a:tabLst>
                <a:tab pos="2865755" algn="ctr"/>
              </a:tabLst>
            </a:pPr>
            <a:r>
              <a:rPr lang="en-US" sz="1800" b="1" dirty="0">
                <a:solidFill>
                  <a:srgbClr val="00660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Reference Books: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19138" lvl="0" indent="-365125" algn="just" fontAlgn="base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Deborah S. Ray, Eric J. Ray , “Mastering HTML 4”, 2</a:t>
            </a:r>
            <a:r>
              <a:rPr lang="en-US" sz="1800" baseline="300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nd</a:t>
            </a:r>
            <a:r>
              <a:rPr lang="en-US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 Ed, Willy India  </a:t>
            </a:r>
            <a:endParaRPr lang="en-IN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719138" lvl="0" indent="-365125" algn="just" fontAlgn="base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Steven M. Schafer,  “HTML, XHTML, and CSS Bible”, 5ed Wiley India </a:t>
            </a:r>
            <a:endParaRPr lang="en-IN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719138" lvl="0" indent="-365125" algn="just" fontAlgn="base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John Duckett,  “Beginning HTML, XHTML, CSS, and JavaScript” , Wiley India</a:t>
            </a:r>
            <a:endParaRPr lang="en-IN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pPr marL="719138" lvl="0" indent="-365125" algn="just" fontAlgn="base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●"/>
            </a:pPr>
            <a:r>
              <a:rPr lang="en-US" sz="1800" dirty="0">
                <a:solidFill>
                  <a:srgbClr val="0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Wendy Willard, HTML: A Beginner's Guide, Fifth Edition 2013, TMH</a:t>
            </a:r>
            <a:endParaRPr lang="en-IN" sz="1800" dirty="0">
              <a:effectLst/>
              <a:latin typeface="Noto Sans Symbols"/>
              <a:ea typeface="Noto Sans Symbols"/>
              <a:cs typeface="Noto Sans Symbol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52723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1704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WHY Need Web TECHNOLOGY ??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475228" y="1913861"/>
          <a:ext cx="5135746" cy="34555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33592" y="2302356"/>
            <a:ext cx="11029616" cy="395874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2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 smtClean="0">
                <a:latin typeface="Times New Roman" pitchFamily="18" charset="0"/>
                <a:ea typeface="+mj-ea"/>
                <a:cs typeface="Times New Roman" pitchFamily="18" charset="0"/>
              </a:rPr>
              <a:t> Connect with world</a:t>
            </a:r>
          </a:p>
          <a:p>
            <a:pPr marL="0" marR="0" lvl="0" indent="0" algn="l" defTabSz="457200" rtl="0" eaLnBrk="1" fontAlgn="auto" latinLnBrk="0" hangingPunct="1">
              <a:lnSpc>
                <a:spcPct val="2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 smtClean="0">
                <a:latin typeface="Times New Roman" pitchFamily="18" charset="0"/>
                <a:ea typeface="+mj-ea"/>
                <a:cs typeface="Times New Roman" pitchFamily="18" charset="0"/>
              </a:rPr>
              <a:t> Brief with Internet </a:t>
            </a:r>
          </a:p>
          <a:p>
            <a:pPr marL="0" marR="0" lvl="0" indent="0" algn="l" defTabSz="457200" rtl="0" eaLnBrk="1" fontAlgn="auto" latinLnBrk="0" hangingPunct="1">
              <a:lnSpc>
                <a:spcPct val="2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 smtClean="0">
                <a:latin typeface="Times New Roman" pitchFamily="18" charset="0"/>
                <a:ea typeface="+mj-ea"/>
                <a:cs typeface="Times New Roman" pitchFamily="18" charset="0"/>
              </a:rPr>
              <a:t> Brief with Browser</a:t>
            </a:r>
          </a:p>
          <a:p>
            <a:pPr marL="0" marR="0" lvl="0" indent="0" algn="l" defTabSz="457200" rtl="0" eaLnBrk="1" fontAlgn="auto" latinLnBrk="0" hangingPunct="1">
              <a:lnSpc>
                <a:spcPct val="2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 smtClean="0">
                <a:latin typeface="Times New Roman" pitchFamily="18" charset="0"/>
                <a:ea typeface="+mj-ea"/>
                <a:cs typeface="Times New Roman" pitchFamily="18" charset="0"/>
              </a:rPr>
              <a:t> Website Design </a:t>
            </a:r>
          </a:p>
          <a:p>
            <a:pPr marL="0" marR="0" lvl="0" indent="0" algn="l" defTabSz="457200" rtl="0" eaLnBrk="1" fontAlgn="auto" latinLnBrk="0" hangingPunct="1">
              <a:lnSpc>
                <a:spcPct val="2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 smtClean="0">
                <a:latin typeface="Times New Roman" pitchFamily="18" charset="0"/>
                <a:ea typeface="+mj-ea"/>
                <a:cs typeface="Times New Roman" pitchFamily="18" charset="0"/>
              </a:rPr>
              <a:t> Website Types </a:t>
            </a:r>
          </a:p>
          <a:p>
            <a:pPr marL="0" marR="0" lvl="0" indent="0" algn="l" defTabSz="457200" rtl="0" eaLnBrk="1" fontAlgn="auto" latinLnBrk="0" hangingPunct="1">
              <a:lnSpc>
                <a:spcPct val="2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000" dirty="0" smtClean="0">
                <a:latin typeface="Times New Roman" pitchFamily="18" charset="0"/>
                <a:ea typeface="+mj-ea"/>
                <a:cs typeface="Times New Roman" pitchFamily="18" charset="0"/>
              </a:rPr>
              <a:t> Domain and Hosting  </a:t>
            </a:r>
            <a:endParaRPr lang="en-US" sz="2800" dirty="0" smtClean="0"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800" dirty="0" smtClean="0">
              <a:latin typeface="+mj-lt"/>
              <a:ea typeface="+mj-ea"/>
              <a:cs typeface="+mj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 smtClean="0">
                <a:latin typeface="+mj-lt"/>
                <a:ea typeface="+mj-ea"/>
                <a:cs typeface="+mj-cs"/>
              </a:rPr>
              <a:t> </a:t>
            </a:r>
            <a:endParaRPr kumimoji="0" lang="en-US" sz="2800" b="0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07544"/>
          </a:xfrm>
        </p:spPr>
        <p:txBody>
          <a:bodyPr/>
          <a:lstStyle/>
          <a:p>
            <a:r>
              <a:rPr lang="en-US" dirty="0" smtClean="0"/>
              <a:t>What is TERMINOLOGY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581025" y="2181224"/>
          <a:ext cx="8080375" cy="4308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Smiley Face 5"/>
          <p:cNvSpPr/>
          <p:nvPr/>
        </p:nvSpPr>
        <p:spPr>
          <a:xfrm>
            <a:off x="9207500" y="2679700"/>
            <a:ext cx="800100" cy="800100"/>
          </a:xfrm>
          <a:prstGeom prst="smileyFac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miley Face 6"/>
          <p:cNvSpPr/>
          <p:nvPr/>
        </p:nvSpPr>
        <p:spPr>
          <a:xfrm>
            <a:off x="9169400" y="4127500"/>
            <a:ext cx="800100" cy="800100"/>
          </a:xfrm>
          <a:prstGeom prst="smileyFac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Callout 8"/>
          <p:cNvSpPr/>
          <p:nvPr/>
        </p:nvSpPr>
        <p:spPr>
          <a:xfrm>
            <a:off x="10172700" y="2501900"/>
            <a:ext cx="1981200" cy="1841500"/>
          </a:xfrm>
          <a:prstGeom prst="wedgeEllipseCallou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PROTOCOL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82144"/>
          </a:xfrm>
        </p:spPr>
        <p:txBody>
          <a:bodyPr/>
          <a:lstStyle/>
          <a:p>
            <a:r>
              <a:rPr lang="en-US" dirty="0" smtClean="0"/>
              <a:t>WEB PAGE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1888396"/>
            <a:ext cx="6111708" cy="4334604"/>
          </a:xfrm>
        </p:spPr>
        <p:txBody>
          <a:bodyPr>
            <a:normAutofit lnSpcReduction="10000"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document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which can </a:t>
            </a:r>
            <a:r>
              <a:rPr lang="en-US" sz="2000" b="1" i="1" u="sng" dirty="0" smtClean="0">
                <a:latin typeface="Times New Roman" pitchFamily="18" charset="0"/>
                <a:cs typeface="Times New Roman" pitchFamily="18" charset="0"/>
              </a:rPr>
              <a:t>be displayed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 a web browser.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web page is a document available on </a:t>
            </a:r>
            <a:r>
              <a:rPr lang="en-US" sz="20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world wide web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Web Pages are </a:t>
            </a:r>
            <a:r>
              <a:rPr lang="en-US" sz="2000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stored on web server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can be viewed using a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web browser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 web page can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cotain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huge information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including </a:t>
            </a:r>
            <a:r>
              <a:rPr lang="en-US" sz="2000" b="1" i="1" u="sng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text, graphics, audio, video and hyper links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</a:t>
            </a:r>
            <a:r>
              <a:rPr lang="en-US" sz="2000" b="1" i="1" u="sng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hyper links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 the link to other web pages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26" name="Picture 2" descr="Image result for web p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85376" y="0"/>
            <a:ext cx="5406624" cy="3035300"/>
          </a:xfrm>
          <a:prstGeom prst="rect">
            <a:avLst/>
          </a:prstGeom>
          <a:noFill/>
        </p:spPr>
      </p:pic>
      <p:pic>
        <p:nvPicPr>
          <p:cNvPr id="1028" name="Picture 4" descr="Image result for web pag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99995" y="3276600"/>
            <a:ext cx="5341050" cy="2830513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7"/>
            <a:ext cx="7330908" cy="3674204"/>
          </a:xfrm>
        </p:spPr>
        <p:txBody>
          <a:bodyPr/>
          <a:lstStyle/>
          <a:p>
            <a:r>
              <a:rPr lang="en-US" dirty="0" smtClean="0"/>
              <a:t>A web page or webpage is a document,</a:t>
            </a:r>
          </a:p>
          <a:p>
            <a:r>
              <a:rPr lang="en-US" dirty="0" smtClean="0"/>
              <a:t>commonly written in HTML, </a:t>
            </a:r>
          </a:p>
          <a:p>
            <a:r>
              <a:rPr lang="en-US" dirty="0" smtClean="0"/>
              <a:t>That is </a:t>
            </a:r>
            <a:r>
              <a:rPr lang="en-US" b="1" dirty="0" smtClean="0"/>
              <a:t>viewed in an Internet browser</a:t>
            </a:r>
            <a:r>
              <a:rPr lang="en-US" dirty="0" smtClean="0"/>
              <a:t>. </a:t>
            </a:r>
          </a:p>
          <a:p>
            <a:r>
              <a:rPr lang="en-US" dirty="0" smtClean="0"/>
              <a:t>A web page can be accessed</a:t>
            </a:r>
          </a:p>
          <a:p>
            <a:r>
              <a:rPr lang="en-US" dirty="0" smtClean="0"/>
              <a:t>by entering a URL address into a browser's address 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6299200" y="1701799"/>
          <a:ext cx="4762500" cy="4483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94844"/>
          </a:xfrm>
        </p:spPr>
        <p:txBody>
          <a:bodyPr/>
          <a:lstStyle/>
          <a:p>
            <a:r>
              <a:rPr lang="en-US" dirty="0" smtClean="0"/>
              <a:t>How does a Web Page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0484" name="Picture 4" descr="Web Pag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3892" y="2260600"/>
            <a:ext cx="10513392" cy="3454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09144"/>
          </a:xfrm>
        </p:spPr>
        <p:txBody>
          <a:bodyPr/>
          <a:lstStyle/>
          <a:p>
            <a:r>
              <a:rPr lang="en-US" dirty="0" smtClean="0"/>
              <a:t>How does a Web Page Work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2050" name="Picture 2" descr="What is a Webp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9575" y="2492375"/>
            <a:ext cx="7143750" cy="24288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7076908" cy="1013800"/>
          </a:xfrm>
        </p:spPr>
        <p:txBody>
          <a:bodyPr/>
          <a:lstStyle/>
          <a:p>
            <a:r>
              <a:rPr lang="en-US" dirty="0" smtClean="0"/>
              <a:t>WEB SITE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3794" name="Picture 2" descr="What is a Webpag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87875" y="142875"/>
            <a:ext cx="7429500" cy="67151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44044"/>
          </a:xfrm>
        </p:spPr>
        <p:txBody>
          <a:bodyPr/>
          <a:lstStyle/>
          <a:p>
            <a:r>
              <a:rPr lang="en-US" dirty="0" smtClean="0"/>
              <a:t>WEB SITE  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7"/>
            <a:ext cx="5959307" cy="4106003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Ecommerce websites.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Personal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Portfolio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Small business websites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Blog websites.</a:t>
            </a:r>
          </a:p>
          <a:p>
            <a:pPr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28932"/>
          </a:xfrm>
        </p:spPr>
        <p:txBody>
          <a:bodyPr>
            <a:normAutofit/>
          </a:bodyPr>
          <a:lstStyle/>
          <a:p>
            <a:r>
              <a:rPr lang="en-US" dirty="0" smtClean="0"/>
              <a:t>How to Start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67023"/>
            <a:ext cx="11029615" cy="4699591"/>
          </a:xfrm>
        </p:spPr>
        <p:txBody>
          <a:bodyPr>
            <a:normAutofit fontScale="55000" lnSpcReduction="20000"/>
          </a:bodyPr>
          <a:lstStyle/>
          <a:p>
            <a:r>
              <a:rPr lang="en-US" sz="3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1: Open Notepad (PC)</a:t>
            </a:r>
          </a:p>
          <a:p>
            <a:pPr>
              <a:buNone/>
            </a:pPr>
            <a:r>
              <a:rPr lang="en-US" dirty="0" smtClean="0"/>
              <a:t>       	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Start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 &gt;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 Programs &gt;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Accessories &gt;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Notepad</a:t>
            </a:r>
          </a:p>
          <a:p>
            <a:pPr>
              <a:buNone/>
            </a:pP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       	Start Screen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 (the window symbol at the bottom left on your screen). Type </a:t>
            </a:r>
            <a:r>
              <a:rPr lang="en-US" sz="2500" b="1" dirty="0" smtClean="0">
                <a:latin typeface="Times New Roman" pitchFamily="18" charset="0"/>
                <a:cs typeface="Times New Roman" pitchFamily="18" charset="0"/>
              </a:rPr>
              <a:t>Notepad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US" dirty="0" smtClean="0"/>
              <a:t>                      </a:t>
            </a:r>
          </a:p>
          <a:p>
            <a:r>
              <a:rPr lang="en-US" sz="3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Step 1: Open </a:t>
            </a:r>
            <a:r>
              <a:rPr lang="en-US" sz="33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TextEdit</a:t>
            </a:r>
            <a:r>
              <a:rPr lang="en-US" sz="33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(Mac)</a:t>
            </a:r>
          </a:p>
          <a:p>
            <a:r>
              <a:rPr lang="en-US" sz="29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Open </a:t>
            </a:r>
            <a:r>
              <a:rPr lang="en-US" sz="2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Finder &gt; Applications &gt; </a:t>
            </a:r>
            <a:r>
              <a:rPr lang="en-US" sz="2900" b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TextEdit</a:t>
            </a:r>
            <a:endParaRPr lang="en-US" sz="29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/>
          </a:p>
          <a:p>
            <a:pPr>
              <a:lnSpc>
                <a:spcPct val="170000"/>
              </a:lnSpc>
              <a:buNone/>
            </a:pPr>
            <a:r>
              <a:rPr lang="en-US" sz="21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	</a:t>
            </a:r>
            <a:r>
              <a:rPr lang="en-US" sz="29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Step 1.  Open Notepad / Text Edit/ Edit plus Etc. </a:t>
            </a:r>
          </a:p>
          <a:p>
            <a:pPr>
              <a:lnSpc>
                <a:spcPct val="170000"/>
              </a:lnSpc>
              <a:buNone/>
            </a:pPr>
            <a:r>
              <a:rPr lang="en-US" sz="29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Step 2.  Write Some HTML</a:t>
            </a:r>
          </a:p>
          <a:p>
            <a:pPr>
              <a:lnSpc>
                <a:spcPct val="170000"/>
              </a:lnSpc>
              <a:buNone/>
            </a:pPr>
            <a:r>
              <a:rPr lang="en-US" sz="29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Step 3. Save the HTML Page</a:t>
            </a:r>
          </a:p>
          <a:p>
            <a:pPr>
              <a:lnSpc>
                <a:spcPct val="170000"/>
              </a:lnSpc>
              <a:buNone/>
            </a:pPr>
            <a:r>
              <a:rPr lang="en-US" sz="29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Step 4. View the HTML Page in Your Browser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dirty="0" smtClean="0"/>
              <a:t>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38829" y="1965030"/>
            <a:ext cx="4388133" cy="2575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52449" y="4595702"/>
            <a:ext cx="6143625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FIRST PAGE DESIGN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67750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&lt;!DOCTYPE html&gt;</a:t>
            </a:r>
          </a:p>
          <a:p>
            <a:pPr>
              <a:buNone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&lt;html&gt;</a:t>
            </a:r>
          </a:p>
          <a:p>
            <a:pPr>
              <a:buNone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&lt;head&gt; my page  &lt;/head&gt;</a:t>
            </a:r>
          </a:p>
          <a:p>
            <a:pPr>
              <a:buNone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 &lt;title&gt;first page&lt;/title&gt;</a:t>
            </a:r>
          </a:p>
          <a:p>
            <a:pPr>
              <a:buNone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&lt;body&gt;</a:t>
            </a:r>
          </a:p>
          <a:p>
            <a:pPr>
              <a:buNone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     &lt;H1&gt; My Lovely Students are here &lt;/H1&gt;</a:t>
            </a:r>
          </a:p>
          <a:p>
            <a:pPr>
              <a:buNone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 &lt;/body&gt;</a:t>
            </a:r>
          </a:p>
          <a:p>
            <a:pPr>
              <a:buNone/>
            </a:pPr>
            <a:r>
              <a:rPr lang="en-US" sz="2100" dirty="0" smtClean="0">
                <a:latin typeface="Times New Roman" pitchFamily="18" charset="0"/>
                <a:cs typeface="Times New Roman" pitchFamily="18" charset="0"/>
              </a:rPr>
              <a:t>&lt;/html&gt;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21844"/>
          </a:xfrm>
        </p:spPr>
        <p:txBody>
          <a:bodyPr/>
          <a:lstStyle/>
          <a:p>
            <a:r>
              <a:rPr lang="en-US" dirty="0" smtClean="0"/>
              <a:t>Webpage   -</a:t>
            </a:r>
            <a:r>
              <a:rPr lang="en-US" dirty="0" smtClean="0">
                <a:sym typeface="Wingdings" pitchFamily="2" charset="2"/>
              </a:rPr>
              <a:t> STATIC OR DYNAMIC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webpage is defined as a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single document or a solitary page of any website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Every webpage is attached to a </a:t>
            </a:r>
            <a:r>
              <a:rPr lang="en-US" sz="2000" b="1" i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unique URL address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used to </a:t>
            </a:r>
            <a:r>
              <a:rPr lang="en-US" sz="2000" u="sng" dirty="0" smtClean="0">
                <a:latin typeface="Times New Roman" pitchFamily="18" charset="0"/>
                <a:cs typeface="Times New Roman" pitchFamily="18" charset="0"/>
              </a:rPr>
              <a:t>render or access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that particular page.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These URLs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webpages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can be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private or public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depending on how the developers have configured them.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Any web browser can be used to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navigate URLs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Viewing a website does not usually need any navigation if </a:t>
            </a:r>
            <a:r>
              <a:rPr lang="en-US" sz="2000" b="1" u="sng" dirty="0" smtClean="0">
                <a:latin typeface="Times New Roman" pitchFamily="18" charset="0"/>
                <a:cs typeface="Times New Roman" pitchFamily="18" charset="0"/>
              </a:rPr>
              <a:t>we have its URL address.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Most URLs are connected to a website that </a:t>
            </a:r>
            <a:r>
              <a:rPr lang="en-US" sz="20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helps developers create a proper sitemap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and structured user interface.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also helps with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search engine optimization (SEO)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892" y="1739900"/>
            <a:ext cx="9629607" cy="40386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following are the characteristics of the webpage: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Being a part of a website, the web page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contains several topics linked to the website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Different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webpages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can use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 same name (title name)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but they should </a:t>
            </a:r>
            <a:r>
              <a:rPr lang="en-US" sz="20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reside in different documents having different URLs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Webpages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take </a:t>
            </a:r>
            <a:r>
              <a:rPr lang="en-US" sz="2000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less time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 developed as compared to the website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webpage is 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relatively easy to develop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is a collection of several </a:t>
            </a:r>
            <a:r>
              <a:rPr lang="en-US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webpages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linked together </a:t>
            </a:r>
            <a:r>
              <a:rPr lang="en-US" b="1" i="1" u="sng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using hyperlinks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All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webpages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are linked under </a:t>
            </a:r>
            <a:r>
              <a:rPr lang="en-US" sz="2000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single domain to uniquely identify the website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Websites are the main source of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connecting hyperlinks to different sections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These sections may further </a:t>
            </a:r>
            <a:r>
              <a:rPr lang="en-US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include other relevant </a:t>
            </a:r>
            <a:r>
              <a:rPr lang="en-US" b="1" u="sng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webpages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Webpage,  people can easily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navigate any website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using a </a:t>
            </a:r>
            <a:r>
              <a:rPr lang="en-US" b="1" u="sng" dirty="0" smtClean="0">
                <a:latin typeface="Times New Roman" pitchFamily="18" charset="0"/>
                <a:cs typeface="Times New Roman" pitchFamily="18" charset="0"/>
              </a:rPr>
              <a:t>web browser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entering the domain address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Websites also follow the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same programming languages for the development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which are required for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webpage development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However, </a:t>
            </a:r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website development is complex and takes more time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35469"/>
            <a:ext cx="11899900" cy="6759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browser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Today web browsers are easily accessible and can be used on devices like computer, laptops, mobile phones, etc.</a:t>
            </a:r>
          </a:p>
          <a:p>
            <a:r>
              <a:rPr lang="en-US" dirty="0" smtClean="0"/>
              <a:t>But this evolution of making browsers available for easy use took many years. </a:t>
            </a:r>
          </a:p>
          <a:p>
            <a:r>
              <a:rPr lang="en-US" dirty="0" smtClean="0"/>
              <a:t>Web Browser is a software application.</a:t>
            </a:r>
          </a:p>
          <a:p>
            <a:r>
              <a:rPr lang="en-US" dirty="0" smtClean="0"/>
              <a:t>for accessing the information on the World Wide Web. </a:t>
            </a:r>
          </a:p>
          <a:p>
            <a:r>
              <a:rPr lang="en-US" dirty="0" smtClean="0"/>
              <a:t>It is the function of the web browser to retrieve the information.</a:t>
            </a:r>
          </a:p>
          <a:p>
            <a:r>
              <a:rPr lang="en-US" dirty="0" smtClean="0"/>
              <a:t>Requested by the user from any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of Browser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7"/>
            <a:ext cx="6988008" cy="3483704"/>
          </a:xfrm>
        </p:spPr>
        <p:txBody>
          <a:bodyPr>
            <a:normAutofit/>
          </a:bodyPr>
          <a:lstStyle/>
          <a:p>
            <a:r>
              <a:rPr lang="en-US" b="1" dirty="0" smtClean="0"/>
              <a:t>1990 ,  “</a:t>
            </a:r>
            <a:r>
              <a:rPr lang="en-US" b="1" dirty="0" err="1" smtClean="0"/>
              <a:t>WorldWideWeb</a:t>
            </a:r>
            <a:r>
              <a:rPr lang="en-US" b="1" dirty="0" smtClean="0"/>
              <a:t>”</a:t>
            </a:r>
            <a:r>
              <a:rPr lang="en-US" dirty="0" smtClean="0"/>
              <a:t> 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 Tim </a:t>
            </a:r>
            <a:r>
              <a:rPr lang="en-US" dirty="0" err="1" smtClean="0"/>
              <a:t>Berners</a:t>
            </a:r>
            <a:r>
              <a:rPr lang="en-US" dirty="0" smtClean="0"/>
              <a:t> Lee  [Nexus] </a:t>
            </a:r>
          </a:p>
          <a:p>
            <a:r>
              <a:rPr lang="en-US" dirty="0" smtClean="0"/>
              <a:t>1993, the </a:t>
            </a:r>
            <a:r>
              <a:rPr lang="en-US" b="1" dirty="0" smtClean="0"/>
              <a:t>“Mosaic”</a:t>
            </a:r>
            <a:r>
              <a:rPr lang="en-US" b="1" dirty="0" smtClean="0">
                <a:sym typeface="Wingdings" pitchFamily="2" charset="2"/>
              </a:rPr>
              <a:t> </a:t>
            </a:r>
            <a:r>
              <a:rPr lang="en-US" dirty="0" smtClean="0"/>
              <a:t>Netscape  [ world first popular web browser] </a:t>
            </a:r>
          </a:p>
          <a:p>
            <a:r>
              <a:rPr lang="en-US" dirty="0" smtClean="0"/>
              <a:t>994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b="1" dirty="0" smtClean="0"/>
              <a:t>“Netscape Navigator” </a:t>
            </a:r>
            <a:r>
              <a:rPr lang="en-US" b="1" dirty="0" smtClean="0">
                <a:sym typeface="Wingdings" pitchFamily="2" charset="2"/>
              </a:rPr>
              <a:t> Yahoo</a:t>
            </a:r>
            <a:endParaRPr lang="en-US" dirty="0" smtClean="0"/>
          </a:p>
          <a:p>
            <a:r>
              <a:rPr lang="en-US" dirty="0" smtClean="0"/>
              <a:t>1995, </a:t>
            </a:r>
            <a:r>
              <a:rPr lang="en-US" b="1" dirty="0" smtClean="0"/>
              <a:t>“Internet Explorer”</a:t>
            </a:r>
            <a:r>
              <a:rPr lang="en-US" dirty="0" smtClean="0"/>
              <a:t> 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 Microsoft.  </a:t>
            </a:r>
          </a:p>
          <a:p>
            <a:r>
              <a:rPr lang="en-US" dirty="0" smtClean="0"/>
              <a:t>2002, </a:t>
            </a:r>
            <a:r>
              <a:rPr lang="en-US" b="1" dirty="0" smtClean="0"/>
              <a:t>“Mozilla Firefox”</a:t>
            </a:r>
            <a:r>
              <a:rPr lang="en-US" dirty="0" smtClean="0"/>
              <a:t> 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Internet Explorer</a:t>
            </a:r>
          </a:p>
          <a:p>
            <a:r>
              <a:rPr lang="en-US" dirty="0" smtClean="0"/>
              <a:t>2003 and named it </a:t>
            </a:r>
            <a:r>
              <a:rPr lang="en-US" b="1" dirty="0" smtClean="0"/>
              <a:t>“Safari”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Apple [Apple devices ]</a:t>
            </a:r>
          </a:p>
          <a:p>
            <a:r>
              <a:rPr lang="en-US" dirty="0" smtClean="0"/>
              <a:t>2008,  “Chrome”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Google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5194300" y="2133600"/>
          <a:ext cx="6743700" cy="4432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Oval 5"/>
          <p:cNvSpPr/>
          <p:nvPr/>
        </p:nvSpPr>
        <p:spPr>
          <a:xfrm>
            <a:off x="5809755" y="5746255"/>
            <a:ext cx="166090" cy="166090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7"/>
            <a:ext cx="9464507" cy="146440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1. Find out 10 IT company name with logo and head office  with website.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2.  Write difference between  web client/ web server &amp; web site and web server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1913"/>
            <a:ext cx="12954000" cy="673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83744"/>
          </a:xfrm>
        </p:spPr>
        <p:txBody>
          <a:bodyPr/>
          <a:lstStyle/>
          <a:p>
            <a:r>
              <a:rPr lang="en-US" dirty="0" smtClean="0"/>
              <a:t>HEADING TAGS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765300"/>
            <a:ext cx="11029615" cy="4093499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HTML headings are 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titles or subtitles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 you want to display on a webpage.</a:t>
            </a:r>
          </a:p>
          <a:p>
            <a:pPr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/>
              <a:t>&lt;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h1&gt;Heading 1&lt;/h1&gt;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&lt;h2&gt;Heading 2&lt;/h2&gt;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&lt;h3&gt;Heading 3&lt;/h3&gt;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&lt;h4&gt;Heading 4&lt;/h4&gt;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&lt;h5&gt;Heading 5&lt;/h5&gt;</a:t>
            </a:r>
          </a:p>
          <a:p>
            <a:pPr>
              <a:buNone/>
            </a:pP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&lt;h6&gt;Heading 6&lt;/h6&gt;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272696" y="3930134"/>
            <a:ext cx="579197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&lt;h1 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style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24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"font-size:60px;"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&gt;Heading 1&lt;/h1&gt;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07000" y="4745335"/>
            <a:ext cx="68072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&lt;h1 style=</a:t>
            </a:r>
            <a:r>
              <a:rPr lang="en-US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"background-</a:t>
            </a:r>
            <a:r>
              <a:rPr lang="en-US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color:powderblue</a:t>
            </a:r>
            <a:r>
              <a:rPr lang="en-US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;"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Dr K P SHARMA&lt;/h1&gt;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entire row will be colored as light blue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&lt;p style=</a:t>
            </a:r>
            <a:r>
              <a:rPr lang="en-US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"background-</a:t>
            </a:r>
            <a:r>
              <a:rPr lang="en-US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color:tomato</a:t>
            </a:r>
            <a:r>
              <a:rPr lang="en-US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;"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DR K P SHARMA.&lt;/p&gt;</a:t>
            </a:r>
          </a:p>
          <a:p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entire row will be colored as tomato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09144"/>
          </a:xfrm>
        </p:spPr>
        <p:txBody>
          <a:bodyPr/>
          <a:lstStyle/>
          <a:p>
            <a:r>
              <a:rPr lang="en-US" dirty="0" smtClean="0"/>
              <a:t>Paragraph 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893" y="1862996"/>
            <a:ext cx="6327608" cy="3678303"/>
          </a:xfrm>
        </p:spPr>
        <p:txBody>
          <a:bodyPr/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paragraph always starts on a new line, and browsers automatically add some white space (a margin) before and after a paragraph.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cannot be sure how HTML will be displayed.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Large or small screens, and resized windows will create different results.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With HTML, you cannot change the display by adding extra spaces or extra lines in your HTML code.</a:t>
            </a:r>
          </a:p>
          <a:p>
            <a:pPr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7073900" y="3251538"/>
            <a:ext cx="47625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&lt;p&gt;</a:t>
            </a:r>
            <a:b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This is the best place for study and converting your dream into reality. </a:t>
            </a:r>
            <a:b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&lt;/p&gt;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tag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993" y="2447196"/>
            <a:ext cx="4562308" cy="367830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&lt;table&gt;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 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   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Sr.No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   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&gt;Name&lt;/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   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&gt;phone no&lt;/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 &lt;/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 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   &lt;td&gt;1&lt;/td&gt;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   &lt;Dr. Kanta Prasad &lt;/td&gt;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   &lt;td&gt;9760207629&lt;/td&gt;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 &lt;/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 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   &lt;td&gt;2&lt;/td&gt;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   &lt;td&gt;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Sonali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Vyas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&lt;/td&gt;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   &lt;td&gt;985852456&lt;/td&gt;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  &lt;/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&lt;/table&gt;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937500" y="2628901"/>
          <a:ext cx="3086100" cy="1622212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</a:tblGrid>
              <a:tr h="546099">
                <a:tc>
                  <a:txBody>
                    <a:bodyPr/>
                    <a:lstStyle/>
                    <a:p>
                      <a:r>
                        <a:rPr lang="en-US" dirty="0"/>
                        <a:t/>
                      </a:r>
                      <a:br>
                        <a:rPr lang="en-US" dirty="0"/>
                      </a:br>
                      <a:r>
                        <a:rPr lang="en-US" dirty="0"/>
                        <a:t>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066">
                <a:tc>
                  <a:txBody>
                    <a:bodyPr/>
                    <a:lstStyle/>
                    <a:p>
                      <a:r>
                        <a:rPr lang="en-US" dirty="0"/>
                        <a:t>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1066">
                <a:tc>
                  <a:txBody>
                    <a:bodyPr/>
                    <a:lstStyle/>
                    <a:p>
                      <a:r>
                        <a:rPr lang="en-US"/>
                        <a:t>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 </a:t>
                      </a:r>
                    </a:p>
                  </a:txBody>
                  <a:tcPr anchor="ctr">
                    <a:lnL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82A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680075" y="3771900"/>
            <a:ext cx="177165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96444"/>
          </a:xfrm>
        </p:spPr>
        <p:txBody>
          <a:bodyPr/>
          <a:lstStyle/>
          <a:p>
            <a:r>
              <a:rPr lang="en-US" dirty="0" smtClean="0"/>
              <a:t>Stylist Table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&lt;style&gt;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table,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td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border: 1px solid black;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border-radius: 10px;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&lt;/style&gt;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819650" y="2947988"/>
            <a:ext cx="255270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080000" y="47961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 td {</a:t>
            </a:r>
            <a:b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  border-color: #96D4D4;</a:t>
            </a:r>
            <a:b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}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IMAGE TAG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092" y="1850296"/>
            <a:ext cx="11029615" cy="367830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&lt;!DOCTYPE html&gt;</a:t>
            </a:r>
          </a:p>
          <a:p>
            <a:pPr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&lt;html&gt;</a:t>
            </a:r>
          </a:p>
          <a:p>
            <a:pPr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&lt;h1&gt;The </a:t>
            </a:r>
            <a:r>
              <a:rPr lang="en-US" sz="3200" dirty="0" err="1" smtClean="0">
                <a:latin typeface="Times New Roman" pitchFamily="18" charset="0"/>
                <a:cs typeface="Times New Roman" pitchFamily="18" charset="0"/>
              </a:rPr>
              <a:t>img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 element&lt;/h1&gt;</a:t>
            </a:r>
          </a:p>
          <a:p>
            <a:pPr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32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img</a:t>
            </a:r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src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=“kpsharma.jpg" </a:t>
            </a:r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alt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=“hello" </a:t>
            </a:r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width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="500" </a:t>
            </a:r>
            <a:r>
              <a:rPr lang="en-US" sz="32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height</a:t>
            </a: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="600"&gt;</a:t>
            </a:r>
          </a:p>
          <a:p>
            <a:pPr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&lt;/body&gt;</a:t>
            </a:r>
          </a:p>
          <a:p>
            <a:pPr>
              <a:buNone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&lt;/html&gt;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648348"/>
            <a:ext cx="11029615" cy="3678303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2000" dirty="0" smtClean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The &lt;form&gt; element can contain one or more of the following form elements:</a:t>
            </a: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&lt;input&gt;</a:t>
            </a: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&lt;Textarea&gt;</a:t>
            </a: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&lt;button&gt;</a:t>
            </a: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&lt;Select&gt;</a:t>
            </a: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&lt;Option&gt;</a:t>
            </a: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&lt;Optgroup&gt;</a:t>
            </a: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&lt;Fieldset&gt;</a:t>
            </a: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&lt;Label&gt;</a:t>
            </a: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&lt;output&gt;</a:t>
            </a: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 TAG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592" y="1824896"/>
            <a:ext cx="11029615" cy="48172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&lt;!DOCTYPE html&gt;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&lt;html&gt;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&lt;h1&gt;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form element&lt;/h1&gt;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&lt;form action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="/action_page.php"&gt;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&lt;label for="</a:t>
            </a:r>
            <a:r>
              <a:rPr lang="en-US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fname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"&gt;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First name:&lt;/label&gt;</a:t>
            </a:r>
          </a:p>
          <a:p>
            <a:pPr>
              <a:buNone/>
            </a:pP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&lt;input type="text"  </a:t>
            </a:r>
            <a:r>
              <a:rPr lang="en-US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id="</a:t>
            </a:r>
            <a:r>
              <a:rPr lang="en-US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fname</a:t>
            </a:r>
            <a:r>
              <a:rPr lang="en-US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name="</a:t>
            </a:r>
            <a:r>
              <a:rPr lang="en-US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fname</a:t>
            </a: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&lt;label for="</a:t>
            </a:r>
            <a:r>
              <a:rPr lang="en-US" dirty="0" err="1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lname</a:t>
            </a:r>
            <a:r>
              <a:rPr lang="en-US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"&gt;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Last name:&lt;/label&gt;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&lt;input type="text" 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id="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lname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name="</a:t>
            </a:r>
            <a:r>
              <a:rPr lang="en-US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lname</a:t>
            </a:r>
            <a:r>
              <a:rPr lang="en-US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"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&lt;input type="submit" value="Submit"&gt;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&lt;/form&gt;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&lt;/body&gt; &lt;/html&gt;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98170" y="1922248"/>
            <a:ext cx="4152430" cy="2510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292" y="1850296"/>
            <a:ext cx="11029615" cy="48299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&lt;!DOCTYPE html&gt;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&lt;html&gt;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&lt;h1&gt;The option element&lt;/h1&gt;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&lt;label for="cars"&gt;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Choose a car:&lt;/label&gt;</a:t>
            </a:r>
          </a:p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&lt;select id="cars"&gt;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&lt;option value="</a:t>
            </a:r>
            <a:r>
              <a:rPr lang="en-US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volvo</a:t>
            </a: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"&gt;Volvo&lt;/option&gt;</a:t>
            </a:r>
          </a:p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&lt;option value="</a:t>
            </a:r>
            <a:r>
              <a:rPr lang="en-US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saab</a:t>
            </a: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"&gt;Saab&lt;/option&gt;</a:t>
            </a:r>
          </a:p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&lt;option value="</a:t>
            </a:r>
            <a:r>
              <a:rPr lang="en-US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opel</a:t>
            </a: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"&gt;Opel&lt;/option&gt;</a:t>
            </a:r>
          </a:p>
          <a:p>
            <a:pPr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&lt;option value="</a:t>
            </a:r>
            <a:r>
              <a:rPr lang="en-US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audi</a:t>
            </a: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"&gt;Audi&lt;/option&gt;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&lt;/select&gt;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&lt;/body&gt; &lt;/html&gt;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78549" y="2768600"/>
            <a:ext cx="3400879" cy="103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CHECKBOXES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6775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&lt;h1&gt;Form with checkboxes&lt;/h1&gt;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&lt;form action="/action_page.php" method="get"&gt;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&lt;input 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="checkbox" name="vehicle1" value="Bike"&gt;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&lt;label for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="vehicle1"&gt; I have a bike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&lt;/label&gt;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&lt;input 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="checkbox" name="vehicle2" value="Car"&gt;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&lt;label for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="vehicle2"&gt; I have a car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&lt;/label&gt;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&lt;input 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="checkbox" name="vehicle3" value="Boat" checked&gt;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&lt;label for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="vehicle3"&gt; I have a boat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&lt;/label&gt;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&lt;input type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="submit" value="Submit"&gt;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&lt;/form&gt;</a:t>
            </a: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&lt;/body&gt;</a:t>
            </a:r>
          </a:p>
          <a:p>
            <a:pPr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96410" y="3009014"/>
            <a:ext cx="3934898" cy="212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AREA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447" y="2870790"/>
            <a:ext cx="6560287" cy="318976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textarea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id="subject" name="subject" placeholder="Write something.." style="height:200px"&gt;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textarea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048472" y="2115880"/>
            <a:ext cx="4861914" cy="3838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39565"/>
          </a:xfrm>
        </p:spPr>
        <p:txBody>
          <a:bodyPr/>
          <a:lstStyle/>
          <a:p>
            <a:r>
              <a:rPr lang="en-US" dirty="0" smtClean="0"/>
              <a:t>Checkbox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1648048"/>
            <a:ext cx="6967924" cy="50292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&lt;h1&gt;Custom Checkboxes&lt;/h1&gt;</a:t>
            </a:r>
          </a:p>
          <a:p>
            <a:pPr>
              <a:buNone/>
            </a:pPr>
            <a:r>
              <a:rPr lang="en-US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&lt;label class="container"&gt;</a:t>
            </a: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One &lt;input type="checkbox" </a:t>
            </a:r>
            <a:r>
              <a:rPr lang="en-US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checked="checked</a:t>
            </a: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"&gt; </a:t>
            </a:r>
          </a:p>
          <a:p>
            <a:pPr>
              <a:buNone/>
            </a:pP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&lt;span class="checkmark"&gt;&lt;/span&gt;</a:t>
            </a:r>
          </a:p>
          <a:p>
            <a:pPr>
              <a:buNone/>
            </a:pP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&lt;/label&gt;</a:t>
            </a:r>
          </a:p>
          <a:p>
            <a:pPr>
              <a:buNone/>
            </a:pPr>
            <a:r>
              <a:rPr lang="en-US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&lt;label class="container"&gt;Two</a:t>
            </a:r>
          </a:p>
          <a:p>
            <a:pPr>
              <a:buNone/>
            </a:pPr>
            <a:r>
              <a:rPr lang="en-US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&lt;input type="checkbox"&gt;  </a:t>
            </a:r>
          </a:p>
          <a:p>
            <a:pPr>
              <a:buNone/>
            </a:pPr>
            <a:r>
              <a:rPr lang="en-US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&lt;span class="checkmark"&gt;&lt;/span&gt;</a:t>
            </a:r>
          </a:p>
          <a:p>
            <a:pPr>
              <a:buNone/>
            </a:pPr>
            <a:r>
              <a:rPr lang="en-US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&lt;/label&gt;</a:t>
            </a:r>
          </a:p>
          <a:p>
            <a:pPr>
              <a:buNone/>
            </a:pP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&lt;label class="container"&gt;Three</a:t>
            </a:r>
          </a:p>
          <a:p>
            <a:pPr>
              <a:buNone/>
            </a:pP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&lt;input type="checkbox"&gt;  </a:t>
            </a:r>
          </a:p>
          <a:p>
            <a:pPr>
              <a:buNone/>
            </a:pP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&lt;span class="checkmark"&gt;&lt;/span&gt;</a:t>
            </a:r>
          </a:p>
          <a:p>
            <a:pPr>
              <a:buNone/>
            </a:pP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&lt;/label&gt;</a:t>
            </a:r>
          </a:p>
          <a:p>
            <a:pPr>
              <a:buNone/>
            </a:pPr>
            <a:r>
              <a:rPr lang="en-US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&lt;label class="container"&gt;Four</a:t>
            </a:r>
          </a:p>
          <a:p>
            <a:pPr>
              <a:buNone/>
            </a:pPr>
            <a:r>
              <a:rPr lang="en-US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&lt;input type="checkbox"&gt; &lt;span class="checkmark"&gt;&lt;/span&gt;</a:t>
            </a:r>
          </a:p>
          <a:p>
            <a:pPr>
              <a:buNone/>
            </a:pPr>
            <a:r>
              <a:rPr lang="en-US" sz="1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&lt;/label&gt;</a:t>
            </a:r>
          </a:p>
          <a:p>
            <a:pPr>
              <a:buNone/>
            </a:pP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&lt;/body&gt;</a:t>
            </a:r>
          </a:p>
          <a:p>
            <a:pPr>
              <a:buNone/>
            </a:pPr>
            <a:r>
              <a:rPr lang="en-US" sz="1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&lt;/html&gt;</a:t>
            </a:r>
            <a:endParaRPr lang="en-US" sz="1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62717" y="2902024"/>
            <a:ext cx="3343275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SUB /SUP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&lt;!DOCTYPE html&gt;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&lt;html&gt;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&lt;h1&gt;The sub and sup elements&lt;/h1&gt;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&lt;p&gt;H &lt;sub&gt;2&lt;/sub&gt; O&lt;/p&gt;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&lt;X&lt;sup&gt;3&lt;/sup&gt;Y &lt;/p&gt;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&lt;/body&gt;</a:t>
            </a:r>
          </a:p>
          <a:p>
            <a:pPr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&lt;/html&gt;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Cellpadding</a:t>
            </a:r>
            <a:r>
              <a:rPr lang="en-US" b="1" dirty="0" smtClean="0"/>
              <a:t> and </a:t>
            </a:r>
            <a:r>
              <a:rPr lang="en-US" b="1" dirty="0" err="1" smtClean="0"/>
              <a:t>Cellspacing</a:t>
            </a:r>
            <a:r>
              <a:rPr lang="en-US" b="1" dirty="0" smtClean="0"/>
              <a:t>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610808" cy="3678303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There are two attributes called </a:t>
            </a:r>
          </a:p>
          <a:p>
            <a:pPr lvl="0">
              <a:buNone/>
            </a:pP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800" b="1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cellpadding</a:t>
            </a:r>
            <a:r>
              <a:rPr lang="en-US" sz="28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 </a:t>
            </a:r>
          </a:p>
          <a:p>
            <a:pPr lvl="0">
              <a:buNone/>
            </a:pPr>
            <a:r>
              <a:rPr lang="en-US" sz="2800" b="1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800" b="1" i="1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cellspacing</a:t>
            </a:r>
            <a:r>
              <a:rPr lang="en-US" sz="28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which you will use to adjust the white space in your table cells.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cellspacing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attribute defines space between table cells, 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while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cellpadding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represents the distance between cell borders and the content within a cell</a:t>
            </a:r>
            <a:endParaRPr lang="en-US" sz="2800" dirty="0" smtClean="0">
              <a:latin typeface="Times New Roman" pitchFamily="18" charset="0"/>
              <a:cs typeface="Times New Roman" pitchFamily="18" charset="0"/>
              <a:sym typeface="Wingdings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1221"/>
          </a:xfrm>
        </p:spPr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297" y="2477386"/>
            <a:ext cx="7006855" cy="4231757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&lt;body&gt;      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&lt;table border = "1" </a:t>
            </a:r>
            <a:r>
              <a:rPr lang="en-US" sz="16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cellpadding</a:t>
            </a: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= "5" </a:t>
            </a:r>
            <a:r>
              <a:rPr lang="en-US" sz="16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cellspacing</a:t>
            </a: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= "5"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&gt;        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16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  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16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sz="16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          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 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16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Salary&lt;/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sz="16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       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16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&lt;td&gt;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Ramesh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Raman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&lt;/td&gt;            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&lt;td&gt;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5000 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&lt;/td&gt;        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sz="16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   </a:t>
            </a:r>
          </a:p>
          <a:p>
            <a:pPr>
              <a:buNone/>
            </a:pP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&lt;</a:t>
            </a:r>
            <a:r>
              <a:rPr lang="en-US" sz="16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&lt;td&gt;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Shabbir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Hussein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&lt;/td&gt;          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16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&lt;td&gt;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7000&lt;/td&gt;        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sz="16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16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   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&lt;/table&gt;  </a:t>
            </a:r>
          </a:p>
          <a:p>
            <a:pPr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&lt;/body&gt;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87880" y="2317898"/>
            <a:ext cx="3753292" cy="2764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37546"/>
          </a:xfrm>
        </p:spPr>
        <p:txBody>
          <a:bodyPr/>
          <a:lstStyle/>
          <a:p>
            <a:r>
              <a:rPr lang="en-US" dirty="0" err="1" smtClean="0"/>
              <a:t>Colspan</a:t>
            </a:r>
            <a:r>
              <a:rPr lang="en-US" dirty="0" smtClean="0"/>
              <a:t> and </a:t>
            </a:r>
            <a:r>
              <a:rPr lang="en-US" dirty="0" err="1" smtClean="0"/>
              <a:t>Rowspan</a:t>
            </a:r>
            <a:r>
              <a:rPr lang="en-US" dirty="0" smtClean="0"/>
              <a:t> Attributes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7"/>
            <a:ext cx="7627142" cy="3252740"/>
          </a:xfrm>
        </p:spPr>
        <p:txBody>
          <a:bodyPr>
            <a:normAutofit/>
          </a:bodyPr>
          <a:lstStyle/>
          <a:p>
            <a:pPr lvl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You will use 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colspan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attribute</a:t>
            </a:r>
          </a:p>
          <a:p>
            <a:pPr lvl="0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if you want to 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merge two or more columns into a single column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Similar way you will use 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rowspan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if you want to 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merge two or more rows</a:t>
            </a:r>
            <a:endParaRPr lang="en-US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78491" y="2392326"/>
            <a:ext cx="4044913" cy="22647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16281"/>
          </a:xfrm>
        </p:spPr>
        <p:txBody>
          <a:bodyPr/>
          <a:lstStyle/>
          <a:p>
            <a:r>
              <a:rPr lang="en-US" dirty="0" smtClean="0"/>
              <a:t>EXAMPLE.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&lt;Body&gt; 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&lt;table border = "1"&gt;      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&gt; Column 1&lt;/</a:t>
            </a:r>
            <a:r>
              <a:rPr lang="en-US" sz="2000" dirty="0" err="1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&gt;Column 2&lt;/</a:t>
            </a:r>
            <a:r>
              <a:rPr lang="en-US" sz="2000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&gt; 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&gt;Column 3&lt;/</a:t>
            </a:r>
            <a:r>
              <a:rPr lang="en-US" sz="2000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&gt;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      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  </a:t>
            </a:r>
            <a:r>
              <a:rPr lang="en-US" sz="2000" dirty="0" smtClean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&lt;td </a:t>
            </a:r>
            <a:r>
              <a:rPr lang="en-US" sz="2000" dirty="0" err="1" smtClean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rowspan</a:t>
            </a:r>
            <a:r>
              <a:rPr lang="en-US" sz="2000" dirty="0" smtClean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 = "2"&gt; 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Row 1 Cell 1</a:t>
            </a:r>
            <a:r>
              <a:rPr lang="en-US" sz="2000" dirty="0" smtClean="0">
                <a:solidFill>
                  <a:schemeClr val="accent3"/>
                </a:solidFill>
                <a:latin typeface="Times New Roman" pitchFamily="18" charset="0"/>
                <a:cs typeface="Times New Roman" pitchFamily="18" charset="0"/>
              </a:rPr>
              <a:t>&lt;/td&gt;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&lt;td&gt;Row 1 Cell 2&lt;/td&gt;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&lt;td&gt;Row 1 Cell 3&lt;/td&gt;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&lt;/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      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  &lt;td&gt;Row 2 Cell 2&lt;/td&gt;     </a:t>
            </a:r>
            <a:r>
              <a:rPr lang="en-US" sz="2000" dirty="0" smtClean="0">
                <a:solidFill>
                  <a:schemeClr val="accent6"/>
                </a:solidFill>
                <a:latin typeface="Times New Roman" pitchFamily="18" charset="0"/>
                <a:cs typeface="Times New Roman" pitchFamily="18" charset="0"/>
              </a:rPr>
              <a:t>&lt;td&gt;Row 2 Cell 3&lt;/td&gt; 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       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&lt;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  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&lt;td </a:t>
            </a:r>
            <a:r>
              <a:rPr lang="en-US" sz="20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colspan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= "3"&gt;Row 3 Cell 1&lt;/td&gt;  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     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&lt;/table&gt;</a:t>
            </a: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&lt;/Body&gt;</a:t>
            </a:r>
            <a:endParaRPr lang="en-US" sz="20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41853"/>
          </a:xfrm>
        </p:spPr>
        <p:txBody>
          <a:bodyPr/>
          <a:lstStyle/>
          <a:p>
            <a:r>
              <a:rPr lang="en-US" dirty="0" smtClean="0"/>
              <a:t>Tables Backgrounds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7265636" cy="3678303"/>
          </a:xfrm>
        </p:spPr>
        <p:txBody>
          <a:bodyPr>
            <a:normAutofit/>
          </a:bodyPr>
          <a:lstStyle/>
          <a:p>
            <a:pPr lvl="0"/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bgcolor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attribute − </a:t>
            </a:r>
          </a:p>
          <a:p>
            <a:pPr lvl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You can set background color for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whole table or just for one cell.</a:t>
            </a:r>
          </a:p>
          <a:p>
            <a:pPr lvl="0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background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attribute </a:t>
            </a:r>
          </a:p>
          <a:p>
            <a:pPr lvl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   You can set background image 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for whole table or just for one cell.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527312" y="1807503"/>
            <a:ext cx="3211032" cy="1924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&lt;table border = "1" 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bordercolor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"green" background = "/images/test.png"&gt;   </a:t>
            </a:r>
          </a:p>
          <a:p>
            <a:pPr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   &lt;</a:t>
            </a:r>
            <a:r>
              <a:rPr lang="en-US" sz="20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&gt;Column 1&lt;/</a:t>
            </a:r>
            <a:r>
              <a:rPr lang="en-US" sz="20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   &lt;</a:t>
            </a:r>
            <a:r>
              <a:rPr lang="en-US" sz="20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&gt;Column 2&lt;/</a:t>
            </a:r>
            <a:r>
              <a:rPr lang="en-US" sz="20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    &lt;</a:t>
            </a:r>
            <a:r>
              <a:rPr lang="en-US" sz="20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&gt;Column 3&lt;/</a:t>
            </a:r>
            <a:r>
              <a:rPr lang="en-US" sz="20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    &lt;/</a:t>
            </a:r>
            <a:r>
              <a:rPr lang="en-US" sz="20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&gt;        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   &lt;td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rowspan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"2"&gt;Row 1 Cell 1&lt;/td&gt;   &lt;td&gt;Row 1 Cell 2&lt;/td&gt; &lt;td&gt;Row 1 Cell 3&lt;/td&gt; &lt;/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         </a:t>
            </a:r>
          </a:p>
          <a:p>
            <a:pPr>
              <a:buNone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  &lt;td&gt;Row 2 Cell 2&lt;/td&gt;     &lt;td&gt;Row 2 Cell 3&lt;/td&gt;   &lt;/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&gt;        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   &lt;td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colspan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= "3"&gt;Row 3 Cell 1&lt;/td&gt;         &lt;/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     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&lt;/table&gt;   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&lt;/body&gt;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43030" y="4465675"/>
            <a:ext cx="3323175" cy="1545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Figure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 &lt;figure&gt; tag specifies self-contained content, like illustrations, diagrams, photos, code listings, etc.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While the content of the &lt;figure&gt; element is related to the main flow, its position is independent of the main flow, and if removed it should not affect the flow of the document.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47462" y="1707966"/>
            <a:ext cx="5195177" cy="3969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Fram</a:t>
            </a:r>
            <a:r>
              <a:rPr lang="en-US" dirty="0" smtClean="0"/>
              <a:t> tag - caption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102" y="2180496"/>
            <a:ext cx="6531988" cy="367830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!DOCTYPE html&gt;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&lt;html&gt;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&lt;h1&gt;The figure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figcaption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element&lt;/h1&gt;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&lt;figure&gt;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img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src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="pic_trulli.jpg" alt="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Trulli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" style="width:100%"&gt;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figcaption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&gt;Fig.1 -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Trulli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Puglia, Italy.&lt;/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figcaption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&lt;/figure&gt;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&lt;/body&gt;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&lt;/html&gt;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711974"/>
          </a:xfrm>
        </p:spPr>
        <p:txBody>
          <a:bodyPr/>
          <a:lstStyle/>
          <a:p>
            <a:r>
              <a:rPr lang="en-US" dirty="0" smtClean="0"/>
              <a:t>Footer Tag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29" y="1850057"/>
            <a:ext cx="11029615" cy="4125692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Definition and Usage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 &lt;footer&gt; tag defines a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footer for a document or section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authorship information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copyright information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contact information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sitemap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back to top links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related documents</a:t>
            </a:r>
          </a:p>
          <a:p>
            <a:pPr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Framesets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379" y="1999742"/>
            <a:ext cx="11029615" cy="4518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&lt;!DOCTYPE html&gt;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&lt;html&gt;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&lt;body&gt;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&lt;h1&gt;The footer element&lt;/h1&gt;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&lt;footer&gt;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&lt;p&gt;Author: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Hege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Refsnes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br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&lt;a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href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="mailto:hege@example.com"&gt;hege@example.com&lt;/a&gt;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&lt;/p&gt;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&lt;/footer&gt;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&lt;/body&gt;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&lt;/html&gt;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50177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54320" y="5071730"/>
            <a:ext cx="4101177" cy="16313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DOM- Document object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1026" name="Picture 2" descr="Document Object Model - Wikipedi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94514" y="1700848"/>
            <a:ext cx="4982756" cy="5157152"/>
          </a:xfrm>
          <a:prstGeom prst="rect">
            <a:avLst/>
          </a:prstGeom>
          <a:noFill/>
        </p:spPr>
      </p:pic>
      <p:sp>
        <p:nvSpPr>
          <p:cNvPr id="6" name="Rectangle 5"/>
          <p:cNvSpPr/>
          <p:nvPr/>
        </p:nvSpPr>
        <p:spPr>
          <a:xfrm>
            <a:off x="198475" y="2414442"/>
            <a:ext cx="6096000" cy="19082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rogramming </a:t>
            </a:r>
            <a:r>
              <a:rPr lang="en-US" sz="20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API for HTML and XML documents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defines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logical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structure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documents]</a:t>
            </a:r>
          </a:p>
          <a:p>
            <a:pPr>
              <a:buFont typeface="Wingdings"/>
              <a:buChar char="à"/>
            </a:pP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the[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way 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[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accessed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and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manipulated] </a:t>
            </a:r>
          </a:p>
          <a:p>
            <a:pPr>
              <a:buFont typeface="Wingdings"/>
              <a:buChar char="à"/>
            </a:pP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                  </a:t>
            </a:r>
            <a:r>
              <a:rPr lang="en-US" sz="32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???</a:t>
            </a: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6083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DHTML</a:t>
            </a:r>
            <a:r>
              <a:rPr lang="en-US" dirty="0" smtClean="0"/>
              <a:t>: </a:t>
            </a:r>
            <a:r>
              <a:rPr lang="en-US" b="1" dirty="0" smtClean="0"/>
              <a:t>Dynamic Hypertext Markup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DHTML</a:t>
            </a:r>
            <a:r>
              <a:rPr lang="en-US" dirty="0" smtClean="0"/>
              <a:t> stands for </a:t>
            </a:r>
            <a:r>
              <a:rPr lang="en-US" b="1" dirty="0" smtClean="0"/>
              <a:t>Dynamic Hypertext Markup language</a:t>
            </a:r>
            <a:r>
              <a:rPr lang="en-US" dirty="0" smtClean="0"/>
              <a:t> i.e., </a:t>
            </a:r>
            <a:r>
              <a:rPr lang="en-US" b="1" dirty="0" smtClean="0"/>
              <a:t>Dynamic HTML</a:t>
            </a:r>
            <a:r>
              <a:rPr lang="en-US" dirty="0" smtClean="0"/>
              <a:t>.</a:t>
            </a:r>
          </a:p>
          <a:p>
            <a:r>
              <a:rPr lang="en-US" dirty="0" smtClean="0"/>
              <a:t>Dynamic HTML is not a markup or programming language</a:t>
            </a:r>
          </a:p>
          <a:p>
            <a:r>
              <a:rPr lang="en-US" dirty="0" smtClean="0"/>
              <a:t>It is a term that combines the features of various web development technologies for creating the web pages dynamic and interactive.</a:t>
            </a:r>
          </a:p>
          <a:p>
            <a:r>
              <a:rPr lang="en-US" dirty="0" smtClean="0"/>
              <a:t>DHTML application was introduced by </a:t>
            </a:r>
            <a:r>
              <a:rPr lang="en-US" b="1" dirty="0" smtClean="0">
                <a:solidFill>
                  <a:srgbClr val="FF0000"/>
                </a:solidFill>
              </a:rPr>
              <a:t>Microsoft</a:t>
            </a:r>
            <a:r>
              <a:rPr lang="en-US" dirty="0" smtClean="0"/>
              <a:t> with the release of the </a:t>
            </a:r>
            <a:r>
              <a:rPr lang="en-US" dirty="0" smtClean="0">
                <a:solidFill>
                  <a:srgbClr val="FF0000"/>
                </a:solidFill>
              </a:rPr>
              <a:t>4</a:t>
            </a:r>
            <a:r>
              <a:rPr lang="en-US" baseline="30000" dirty="0" smtClean="0">
                <a:solidFill>
                  <a:srgbClr val="FF0000"/>
                </a:solidFill>
              </a:rPr>
              <a:t>th</a:t>
            </a:r>
            <a:r>
              <a:rPr lang="en-US" dirty="0" smtClean="0">
                <a:solidFill>
                  <a:srgbClr val="FF0000"/>
                </a:solidFill>
              </a:rPr>
              <a:t> version of IE (Internet Explorer)</a:t>
            </a:r>
            <a:r>
              <a:rPr lang="en-US" dirty="0" smtClean="0"/>
              <a:t> in 1997.</a:t>
            </a:r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USES OF DHTML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used  for designing </a:t>
            </a:r>
            <a:r>
              <a:rPr lang="en-US" b="1" dirty="0" smtClean="0">
                <a:solidFill>
                  <a:srgbClr val="FF0000"/>
                </a:solidFill>
              </a:rPr>
              <a:t>the animated and interactive web pages </a:t>
            </a:r>
            <a:r>
              <a:rPr lang="en-US" dirty="0" smtClean="0"/>
              <a:t>that are developed in </a:t>
            </a:r>
            <a:r>
              <a:rPr lang="en-US" b="1" dirty="0" smtClean="0"/>
              <a:t>real-time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Helps users by </a:t>
            </a:r>
            <a:r>
              <a:rPr lang="en-US" b="1" dirty="0" smtClean="0">
                <a:solidFill>
                  <a:srgbClr val="00B050"/>
                </a:solidFill>
              </a:rPr>
              <a:t>animating the text and images </a:t>
            </a:r>
            <a:r>
              <a:rPr lang="en-US" dirty="0" smtClean="0"/>
              <a:t>in their documents.</a:t>
            </a:r>
          </a:p>
          <a:p>
            <a:r>
              <a:rPr lang="en-US" dirty="0" smtClean="0"/>
              <a:t>It allows the authors for </a:t>
            </a:r>
            <a:r>
              <a:rPr lang="en-US" b="1" dirty="0" smtClean="0">
                <a:solidFill>
                  <a:srgbClr val="00B050"/>
                </a:solidFill>
              </a:rPr>
              <a:t>adding the effects on their pages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also allows </a:t>
            </a:r>
            <a:r>
              <a:rPr lang="en-US" b="1" dirty="0" smtClean="0">
                <a:solidFill>
                  <a:srgbClr val="00B050"/>
                </a:solidFill>
              </a:rPr>
              <a:t>the page authors</a:t>
            </a:r>
            <a:r>
              <a:rPr lang="en-US" dirty="0" smtClean="0"/>
              <a:t> for including the </a:t>
            </a:r>
            <a:r>
              <a:rPr lang="en-US" b="1" dirty="0" smtClean="0">
                <a:solidFill>
                  <a:srgbClr val="00B050"/>
                </a:solidFill>
              </a:rPr>
              <a:t>drop-down menus or rollover buttons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term is also used to </a:t>
            </a:r>
            <a:r>
              <a:rPr lang="en-US" b="1" dirty="0" smtClean="0">
                <a:solidFill>
                  <a:srgbClr val="00B050"/>
                </a:solidFill>
              </a:rPr>
              <a:t>create various browser-based action games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Used to </a:t>
            </a:r>
            <a:r>
              <a:rPr lang="en-US" b="1" dirty="0" smtClean="0">
                <a:solidFill>
                  <a:srgbClr val="FF0000"/>
                </a:solidFill>
              </a:rPr>
              <a:t>add the ticker on various websites</a:t>
            </a:r>
            <a:r>
              <a:rPr lang="en-US" dirty="0" smtClean="0"/>
              <a:t>, which needs to </a:t>
            </a:r>
            <a:r>
              <a:rPr lang="en-US" b="1" u="sng" dirty="0" smtClean="0"/>
              <a:t>refresh their content automatically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the </a:t>
            </a:r>
            <a:r>
              <a:rPr lang="en-US" b="1" dirty="0" smtClean="0">
                <a:solidFill>
                  <a:srgbClr val="FF0000"/>
                </a:solidFill>
              </a:rPr>
              <a:t>web page dynamically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Dynamic Style</a:t>
            </a:r>
            <a:r>
              <a:rPr lang="en-US" dirty="0" smtClean="0"/>
              <a:t> is a feature, that allows the users to </a:t>
            </a:r>
            <a:r>
              <a:rPr lang="en-US" b="1" u="sng" dirty="0" smtClean="0">
                <a:solidFill>
                  <a:srgbClr val="FF0000"/>
                </a:solidFill>
              </a:rPr>
              <a:t>alter the font, size, color, and content of a web page</a:t>
            </a:r>
            <a:r>
              <a:rPr lang="en-US" dirty="0" smtClean="0"/>
              <a:t>.</a:t>
            </a:r>
          </a:p>
          <a:p>
            <a:r>
              <a:rPr lang="en-US" dirty="0" smtClean="0"/>
              <a:t>Facility for using </a:t>
            </a:r>
            <a:r>
              <a:rPr lang="en-US" b="1" dirty="0" smtClean="0">
                <a:solidFill>
                  <a:srgbClr val="FF0000"/>
                </a:solidFill>
              </a:rPr>
              <a:t>the events, methods, and properties</a:t>
            </a:r>
            <a:r>
              <a:rPr lang="en-US" dirty="0" smtClean="0"/>
              <a:t>. And, also provides the feature of </a:t>
            </a:r>
            <a:r>
              <a:rPr lang="en-US" b="1" dirty="0" smtClean="0">
                <a:solidFill>
                  <a:srgbClr val="00B050"/>
                </a:solidFill>
              </a:rPr>
              <a:t>code reusability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Feature in </a:t>
            </a:r>
            <a:r>
              <a:rPr lang="en-US" b="1" dirty="0" smtClean="0">
                <a:solidFill>
                  <a:srgbClr val="00B050"/>
                </a:solidFill>
              </a:rPr>
              <a:t>browsers for data binding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Users can easily </a:t>
            </a:r>
            <a:r>
              <a:rPr lang="en-US" b="1" dirty="0" smtClean="0">
                <a:solidFill>
                  <a:srgbClr val="00B050"/>
                </a:solidFill>
              </a:rPr>
              <a:t>create dynamic fonts </a:t>
            </a:r>
            <a:r>
              <a:rPr lang="en-US" dirty="0" smtClean="0"/>
              <a:t>for their </a:t>
            </a:r>
            <a:r>
              <a:rPr lang="en-US" b="1" dirty="0" smtClean="0"/>
              <a:t>web sites or web pages.</a:t>
            </a:r>
          </a:p>
          <a:p>
            <a:r>
              <a:rPr lang="en-US" dirty="0" smtClean="0"/>
              <a:t>Users can easily </a:t>
            </a:r>
            <a:r>
              <a:rPr lang="en-US" b="1" dirty="0" smtClean="0">
                <a:solidFill>
                  <a:srgbClr val="00B050"/>
                </a:solidFill>
              </a:rPr>
              <a:t>change the tags and their properties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web page functionality is </a:t>
            </a:r>
            <a:r>
              <a:rPr lang="en-US" b="1" dirty="0" smtClean="0">
                <a:solidFill>
                  <a:srgbClr val="00B050"/>
                </a:solidFill>
              </a:rPr>
              <a:t>enhanced</a:t>
            </a:r>
            <a:r>
              <a:rPr lang="en-US" dirty="0" smtClean="0"/>
              <a:t> because the DHTML uses </a:t>
            </a:r>
            <a:r>
              <a:rPr lang="en-US" b="1" dirty="0" smtClean="0"/>
              <a:t>low-bandwidth effect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lum bright="-10000" contrast="74000"/>
          </a:blip>
          <a:srcRect/>
          <a:stretch>
            <a:fillRect/>
          </a:stretch>
        </p:blipFill>
        <p:spPr bwMode="auto">
          <a:xfrm>
            <a:off x="156425" y="1041991"/>
            <a:ext cx="9115165" cy="56565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Diagram 5"/>
          <p:cNvGraphicFramePr/>
          <p:nvPr/>
        </p:nvGraphicFramePr>
        <p:xfrm>
          <a:off x="9664995" y="1977657"/>
          <a:ext cx="2206845" cy="24029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U-Turn Arrow 7"/>
          <p:cNvSpPr/>
          <p:nvPr/>
        </p:nvSpPr>
        <p:spPr>
          <a:xfrm>
            <a:off x="9271591" y="1796898"/>
            <a:ext cx="1286540" cy="531628"/>
          </a:xfrm>
          <a:prstGeom prst="utur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5695</TotalTime>
  <Words>2059</Words>
  <Application>Microsoft Office PowerPoint</Application>
  <PresentationFormat>Custom</PresentationFormat>
  <Paragraphs>429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Dividend</vt:lpstr>
      <vt:lpstr>BCAC 0019 Web Technology -1</vt:lpstr>
      <vt:lpstr>Syllabus</vt:lpstr>
      <vt:lpstr>Books</vt:lpstr>
      <vt:lpstr>WHY Need Web TECHNOLOGY ??</vt:lpstr>
      <vt:lpstr>What is TERMINOLOGY</vt:lpstr>
      <vt:lpstr>WEB PAGE </vt:lpstr>
      <vt:lpstr>Slide 7</vt:lpstr>
      <vt:lpstr>How does a Web Page Work</vt:lpstr>
      <vt:lpstr>How does a Web Page Work</vt:lpstr>
      <vt:lpstr>WEB SITE EXAMPLE</vt:lpstr>
      <vt:lpstr>WEB SITE  TYPES</vt:lpstr>
      <vt:lpstr>How to Start </vt:lpstr>
      <vt:lpstr>FIRST PAGE DESIGN </vt:lpstr>
      <vt:lpstr>Webpage   - STATIC OR DYNAMIC</vt:lpstr>
      <vt:lpstr>Characteristics</vt:lpstr>
      <vt:lpstr>website</vt:lpstr>
      <vt:lpstr>Slide 17</vt:lpstr>
      <vt:lpstr>Web browser </vt:lpstr>
      <vt:lpstr>History of Browser </vt:lpstr>
      <vt:lpstr>ASSIGNMENT </vt:lpstr>
      <vt:lpstr>Slide 21</vt:lpstr>
      <vt:lpstr>HEADING TAGS</vt:lpstr>
      <vt:lpstr>Paragraph  TAG</vt:lpstr>
      <vt:lpstr>Table tag </vt:lpstr>
      <vt:lpstr>Stylist Table </vt:lpstr>
      <vt:lpstr>IMAGE TAG </vt:lpstr>
      <vt:lpstr>FORM TAG</vt:lpstr>
      <vt:lpstr>FORM TAG </vt:lpstr>
      <vt:lpstr>Slide 29</vt:lpstr>
      <vt:lpstr>CHECKBOXES</vt:lpstr>
      <vt:lpstr>TEXT AREA </vt:lpstr>
      <vt:lpstr>Checkbox </vt:lpstr>
      <vt:lpstr>SUB /SUP TAG</vt:lpstr>
      <vt:lpstr>Cellpadding and Cellspacing Attributes</vt:lpstr>
      <vt:lpstr>Example </vt:lpstr>
      <vt:lpstr>Colspan and Rowspan Attributes</vt:lpstr>
      <vt:lpstr>EXAMPLE.</vt:lpstr>
      <vt:lpstr>Tables Backgrounds</vt:lpstr>
      <vt:lpstr>Example</vt:lpstr>
      <vt:lpstr>Figure tag</vt:lpstr>
      <vt:lpstr>Fram tag - caption</vt:lpstr>
      <vt:lpstr>Footer Tag</vt:lpstr>
      <vt:lpstr>Framesets</vt:lpstr>
      <vt:lpstr>DOM- Document object model</vt:lpstr>
      <vt:lpstr>DHTML: Dynamic Hypertext Markup  </vt:lpstr>
      <vt:lpstr>USES OF DHTML</vt:lpstr>
      <vt:lpstr>Features </vt:lpstr>
      <vt:lpstr>Slide 48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BCAC 0016 FUNDAMENTALS OF INTERNET PROGRAMMING </dc:title>
  <dc:creator>Nabanita Choudhury</dc:creator>
  <cp:lastModifiedBy>rc</cp:lastModifiedBy>
  <cp:revision>53</cp:revision>
  <dcterms:created xsi:type="dcterms:W3CDTF">2022-09-20T07:53:14Z</dcterms:created>
  <dcterms:modified xsi:type="dcterms:W3CDTF">2023-09-27T03:32:46Z</dcterms:modified>
</cp:coreProperties>
</file>