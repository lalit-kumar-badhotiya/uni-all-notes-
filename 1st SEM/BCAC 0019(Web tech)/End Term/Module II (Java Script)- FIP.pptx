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drawing2.xml" ContentType="application/vnd.ms-office.drawingml.diagramDrawing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diagrams/colors2.xml" ContentType="application/vnd.openxmlformats-officedocument.drawingml.diagramColors+xml"/>
  <Override PartName="/ppt/diagrams/drawing3.xml" ContentType="application/vnd.ms-office.drawingml.diagramDrawing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diagrams/quickStyle3.xml" ContentType="application/vnd.openxmlformats-officedocument.drawingml.diagramStyl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Default Extension="emf" ContentType="image/x-emf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8" r:id="rId14"/>
    <p:sldId id="267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80" r:id="rId25"/>
    <p:sldId id="278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90" d="100"/>
          <a:sy n="90" d="100"/>
        </p:scale>
        <p:origin x="120" y="6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950D155-5908-4A16-AF39-AEBC177DDAA0}" type="doc">
      <dgm:prSet loTypeId="urn:microsoft.com/office/officeart/2005/8/layout/gear1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B7C3E0B-9D05-4A7F-B332-F5B3CFDB2C18}">
      <dgm:prSet phldrT="[Text]" custT="1"/>
      <dgm:spPr>
        <a:solidFill>
          <a:srgbClr val="0070C0"/>
        </a:solidFill>
      </dgm:spPr>
      <dgm:t>
        <a:bodyPr/>
        <a:lstStyle/>
        <a:p>
          <a:r>
            <a:rPr lang="en-US" sz="1400" b="0" i="0" dirty="0" smtClean="0"/>
            <a:t>JavaScript</a:t>
          </a:r>
          <a:endParaRPr lang="en-US" sz="1400" dirty="0"/>
        </a:p>
      </dgm:t>
    </dgm:pt>
    <dgm:pt modelId="{9D6FDA9E-D0CE-4467-A536-1C36FB09BB3B}" type="parTrans" cxnId="{159A21F2-5C49-41AD-9C0D-0FD2D1F8DB6E}">
      <dgm:prSet/>
      <dgm:spPr/>
      <dgm:t>
        <a:bodyPr/>
        <a:lstStyle/>
        <a:p>
          <a:endParaRPr lang="en-US"/>
        </a:p>
      </dgm:t>
    </dgm:pt>
    <dgm:pt modelId="{E6F6C7C3-3DD8-424F-ACBD-8849CEAD8FD7}" type="sibTrans" cxnId="{159A21F2-5C49-41AD-9C0D-0FD2D1F8DB6E}">
      <dgm:prSet/>
      <dgm:spPr/>
      <dgm:t>
        <a:bodyPr/>
        <a:lstStyle/>
        <a:p>
          <a:endParaRPr lang="en-US"/>
        </a:p>
      </dgm:t>
    </dgm:pt>
    <dgm:pt modelId="{C361F5A6-616F-4E1A-9B9A-CB219E140CB9}">
      <dgm:prSet phldrT="[Text]"/>
      <dgm:spPr>
        <a:solidFill>
          <a:srgbClr val="92D050"/>
        </a:solidFill>
      </dgm:spPr>
      <dgm:t>
        <a:bodyPr/>
        <a:lstStyle/>
        <a:p>
          <a:r>
            <a:rPr lang="en-US" b="0" i="0" dirty="0" smtClean="0">
              <a:solidFill>
                <a:srgbClr val="FF0000"/>
              </a:solidFill>
            </a:rPr>
            <a:t>CSS</a:t>
          </a:r>
        </a:p>
        <a:p>
          <a:r>
            <a:rPr lang="en-US" b="0" i="0" dirty="0" smtClean="0">
              <a:solidFill>
                <a:srgbClr val="FF0000"/>
              </a:solidFill>
            </a:rPr>
            <a:t> &amp; DOM</a:t>
          </a:r>
          <a:endParaRPr lang="en-US" dirty="0">
            <a:solidFill>
              <a:srgbClr val="FF0000"/>
            </a:solidFill>
          </a:endParaRPr>
        </a:p>
      </dgm:t>
    </dgm:pt>
    <dgm:pt modelId="{000C23D2-42EA-4F4C-BD74-BD047425CA1D}" type="parTrans" cxnId="{5473CA60-A5C9-4E8E-A770-27F603717696}">
      <dgm:prSet/>
      <dgm:spPr/>
      <dgm:t>
        <a:bodyPr/>
        <a:lstStyle/>
        <a:p>
          <a:endParaRPr lang="en-US"/>
        </a:p>
      </dgm:t>
    </dgm:pt>
    <dgm:pt modelId="{5BE08F99-4438-4FCF-A2AB-B127A316C558}" type="sibTrans" cxnId="{5473CA60-A5C9-4E8E-A770-27F603717696}">
      <dgm:prSet/>
      <dgm:spPr/>
      <dgm:t>
        <a:bodyPr/>
        <a:lstStyle/>
        <a:p>
          <a:endParaRPr lang="en-US"/>
        </a:p>
      </dgm:t>
    </dgm:pt>
    <dgm:pt modelId="{BD44E417-3948-403C-83CC-F2986C81FA0D}">
      <dgm:prSet phldrT="[Text]"/>
      <dgm:spPr>
        <a:solidFill>
          <a:srgbClr val="00B0F0"/>
        </a:solidFill>
      </dgm:spPr>
      <dgm:t>
        <a:bodyPr/>
        <a:lstStyle/>
        <a:p>
          <a:r>
            <a:rPr lang="en-US" b="0" i="0" dirty="0" smtClean="0"/>
            <a:t>HTML</a:t>
          </a:r>
          <a:endParaRPr lang="en-US" dirty="0"/>
        </a:p>
      </dgm:t>
    </dgm:pt>
    <dgm:pt modelId="{BF6F1D2C-8721-4920-B739-73AAF0CD822C}" type="parTrans" cxnId="{0461DBEE-24D2-4022-8A6C-6A1061EBE64D}">
      <dgm:prSet/>
      <dgm:spPr/>
      <dgm:t>
        <a:bodyPr/>
        <a:lstStyle/>
        <a:p>
          <a:endParaRPr lang="en-US"/>
        </a:p>
      </dgm:t>
    </dgm:pt>
    <dgm:pt modelId="{C38D2B26-9621-4985-954B-723164C865EA}" type="sibTrans" cxnId="{0461DBEE-24D2-4022-8A6C-6A1061EBE64D}">
      <dgm:prSet/>
      <dgm:spPr/>
      <dgm:t>
        <a:bodyPr/>
        <a:lstStyle/>
        <a:p>
          <a:endParaRPr lang="en-US"/>
        </a:p>
      </dgm:t>
    </dgm:pt>
    <dgm:pt modelId="{B9A09728-A046-441C-A3B1-C409C88FF20A}">
      <dgm:prSet phldrT="[Text]"/>
      <dgm:spPr/>
      <dgm:t>
        <a:bodyPr/>
        <a:lstStyle/>
        <a:p>
          <a:endParaRPr lang="en-US"/>
        </a:p>
      </dgm:t>
    </dgm:pt>
    <dgm:pt modelId="{FE3EC3C3-B641-4A1B-B230-03BC5BA32992}" type="parTrans" cxnId="{E1683899-CE5E-4377-A51E-AEEC66CBB8F2}">
      <dgm:prSet/>
      <dgm:spPr/>
      <dgm:t>
        <a:bodyPr/>
        <a:lstStyle/>
        <a:p>
          <a:endParaRPr lang="en-US"/>
        </a:p>
      </dgm:t>
    </dgm:pt>
    <dgm:pt modelId="{A1798D4F-4AC6-47D4-ABA5-79C4297846C3}" type="sibTrans" cxnId="{E1683899-CE5E-4377-A51E-AEEC66CBB8F2}">
      <dgm:prSet/>
      <dgm:spPr/>
      <dgm:t>
        <a:bodyPr/>
        <a:lstStyle/>
        <a:p>
          <a:endParaRPr lang="en-US"/>
        </a:p>
      </dgm:t>
    </dgm:pt>
    <dgm:pt modelId="{EE494CBB-8B77-40A5-BAB5-5D282CD42E2A}">
      <dgm:prSet phldrT="[Text]"/>
      <dgm:spPr/>
      <dgm:t>
        <a:bodyPr/>
        <a:lstStyle/>
        <a:p>
          <a:endParaRPr lang="en-US"/>
        </a:p>
      </dgm:t>
    </dgm:pt>
    <dgm:pt modelId="{3BADBDF4-F570-4BA7-8F12-1173832AB3F8}" type="parTrans" cxnId="{26376B61-A058-4F00-879C-9FC476514629}">
      <dgm:prSet/>
      <dgm:spPr/>
      <dgm:t>
        <a:bodyPr/>
        <a:lstStyle/>
        <a:p>
          <a:endParaRPr lang="en-US"/>
        </a:p>
      </dgm:t>
    </dgm:pt>
    <dgm:pt modelId="{B7D55925-EB4D-4C5C-BBB4-E82CB247088C}" type="sibTrans" cxnId="{26376B61-A058-4F00-879C-9FC476514629}">
      <dgm:prSet/>
      <dgm:spPr/>
      <dgm:t>
        <a:bodyPr/>
        <a:lstStyle/>
        <a:p>
          <a:endParaRPr lang="en-US"/>
        </a:p>
      </dgm:t>
    </dgm:pt>
    <dgm:pt modelId="{BCFF2A13-F02A-4845-9B62-4CF3539AA2B9}" type="pres">
      <dgm:prSet presAssocID="{D950D155-5908-4A16-AF39-AEBC177DDAA0}" presName="composite" presStyleCnt="0">
        <dgm:presLayoutVars>
          <dgm:chMax val="3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5EC9076-6653-42BC-822A-F9C57D120728}" type="pres">
      <dgm:prSet presAssocID="{9B7C3E0B-9D05-4A7F-B332-F5B3CFDB2C18}" presName="gear1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A14103D-95B4-480C-9F7B-7DC5BB32835B}" type="pres">
      <dgm:prSet presAssocID="{9B7C3E0B-9D05-4A7F-B332-F5B3CFDB2C18}" presName="gear1srcNode" presStyleLbl="node1" presStyleIdx="0" presStyleCnt="3"/>
      <dgm:spPr/>
      <dgm:t>
        <a:bodyPr/>
        <a:lstStyle/>
        <a:p>
          <a:endParaRPr lang="en-US"/>
        </a:p>
      </dgm:t>
    </dgm:pt>
    <dgm:pt modelId="{E0907357-1858-461C-8827-E709B7DC54CF}" type="pres">
      <dgm:prSet presAssocID="{9B7C3E0B-9D05-4A7F-B332-F5B3CFDB2C18}" presName="gear1dstNode" presStyleLbl="node1" presStyleIdx="0" presStyleCnt="3"/>
      <dgm:spPr/>
      <dgm:t>
        <a:bodyPr/>
        <a:lstStyle/>
        <a:p>
          <a:endParaRPr lang="en-US"/>
        </a:p>
      </dgm:t>
    </dgm:pt>
    <dgm:pt modelId="{412D9A18-EC51-4EB4-9A47-F515877F1418}" type="pres">
      <dgm:prSet presAssocID="{C361F5A6-616F-4E1A-9B9A-CB219E140CB9}" presName="gear2" presStyleLbl="node1" presStyleIdx="1" presStyleCnt="3" custScaleX="136860" custScaleY="12008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5F0864E-D2B1-410C-B249-5D1735F17BEC}" type="pres">
      <dgm:prSet presAssocID="{C361F5A6-616F-4E1A-9B9A-CB219E140CB9}" presName="gear2srcNode" presStyleLbl="node1" presStyleIdx="1" presStyleCnt="3"/>
      <dgm:spPr/>
      <dgm:t>
        <a:bodyPr/>
        <a:lstStyle/>
        <a:p>
          <a:endParaRPr lang="en-US"/>
        </a:p>
      </dgm:t>
    </dgm:pt>
    <dgm:pt modelId="{89F7AD4D-16B5-4E69-8680-9273C833BAE1}" type="pres">
      <dgm:prSet presAssocID="{C361F5A6-616F-4E1A-9B9A-CB219E140CB9}" presName="gear2dstNode" presStyleLbl="node1" presStyleIdx="1" presStyleCnt="3"/>
      <dgm:spPr/>
      <dgm:t>
        <a:bodyPr/>
        <a:lstStyle/>
        <a:p>
          <a:endParaRPr lang="en-US"/>
        </a:p>
      </dgm:t>
    </dgm:pt>
    <dgm:pt modelId="{C0E12AB9-C4A6-456F-9671-A0305559445B}" type="pres">
      <dgm:prSet presAssocID="{BD44E417-3948-403C-83CC-F2986C81FA0D}" presName="gear3" presStyleLbl="node1" presStyleIdx="2" presStyleCnt="3"/>
      <dgm:spPr/>
      <dgm:t>
        <a:bodyPr/>
        <a:lstStyle/>
        <a:p>
          <a:endParaRPr lang="en-US"/>
        </a:p>
      </dgm:t>
    </dgm:pt>
    <dgm:pt modelId="{706614A1-55CA-4C75-ADC5-BC32B98356AA}" type="pres">
      <dgm:prSet presAssocID="{BD44E417-3948-403C-83CC-F2986C81FA0D}" presName="gear3tx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9157AD8-83FA-49B1-8532-EA29E0787033}" type="pres">
      <dgm:prSet presAssocID="{BD44E417-3948-403C-83CC-F2986C81FA0D}" presName="gear3srcNode" presStyleLbl="node1" presStyleIdx="2" presStyleCnt="3"/>
      <dgm:spPr/>
      <dgm:t>
        <a:bodyPr/>
        <a:lstStyle/>
        <a:p>
          <a:endParaRPr lang="en-US"/>
        </a:p>
      </dgm:t>
    </dgm:pt>
    <dgm:pt modelId="{D1DDC004-80AF-4B91-8362-C1B520E52E11}" type="pres">
      <dgm:prSet presAssocID="{BD44E417-3948-403C-83CC-F2986C81FA0D}" presName="gear3dstNode" presStyleLbl="node1" presStyleIdx="2" presStyleCnt="3"/>
      <dgm:spPr/>
      <dgm:t>
        <a:bodyPr/>
        <a:lstStyle/>
        <a:p>
          <a:endParaRPr lang="en-US"/>
        </a:p>
      </dgm:t>
    </dgm:pt>
    <dgm:pt modelId="{821D93E3-B54A-4FB8-A92F-A680970FEA52}" type="pres">
      <dgm:prSet presAssocID="{E6F6C7C3-3DD8-424F-ACBD-8849CEAD8FD7}" presName="connector1" presStyleLbl="sibTrans2D1" presStyleIdx="0" presStyleCnt="3"/>
      <dgm:spPr/>
      <dgm:t>
        <a:bodyPr/>
        <a:lstStyle/>
        <a:p>
          <a:endParaRPr lang="en-US"/>
        </a:p>
      </dgm:t>
    </dgm:pt>
    <dgm:pt modelId="{C4D0D85B-02B4-4298-AEBD-10827F5BFE28}" type="pres">
      <dgm:prSet presAssocID="{5BE08F99-4438-4FCF-A2AB-B127A316C558}" presName="connector2" presStyleLbl="sibTrans2D1" presStyleIdx="1" presStyleCnt="3" custScaleX="121000"/>
      <dgm:spPr/>
      <dgm:t>
        <a:bodyPr/>
        <a:lstStyle/>
        <a:p>
          <a:endParaRPr lang="en-US"/>
        </a:p>
      </dgm:t>
    </dgm:pt>
    <dgm:pt modelId="{B85F00AB-4429-4739-8E1B-1BB9A73EA36B}" type="pres">
      <dgm:prSet presAssocID="{C38D2B26-9621-4985-954B-723164C865EA}" presName="connector3" presStyleLbl="sibTrans2D1" presStyleIdx="2" presStyleCnt="3"/>
      <dgm:spPr/>
      <dgm:t>
        <a:bodyPr/>
        <a:lstStyle/>
        <a:p>
          <a:endParaRPr lang="en-US"/>
        </a:p>
      </dgm:t>
    </dgm:pt>
  </dgm:ptLst>
  <dgm:cxnLst>
    <dgm:cxn modelId="{6D95B45E-84F1-4331-9A28-0343D8DB51F6}" type="presOf" srcId="{BD44E417-3948-403C-83CC-F2986C81FA0D}" destId="{D1DDC004-80AF-4B91-8362-C1B520E52E11}" srcOrd="3" destOrd="0" presId="urn:microsoft.com/office/officeart/2005/8/layout/gear1"/>
    <dgm:cxn modelId="{354E09D6-859A-47A7-AD66-93F7C0A9A356}" type="presOf" srcId="{D950D155-5908-4A16-AF39-AEBC177DDAA0}" destId="{BCFF2A13-F02A-4845-9B62-4CF3539AA2B9}" srcOrd="0" destOrd="0" presId="urn:microsoft.com/office/officeart/2005/8/layout/gear1"/>
    <dgm:cxn modelId="{02A8E0D4-ED2F-492E-AEB5-8C92576B0A2F}" type="presOf" srcId="{9B7C3E0B-9D05-4A7F-B332-F5B3CFDB2C18}" destId="{E0907357-1858-461C-8827-E709B7DC54CF}" srcOrd="2" destOrd="0" presId="urn:microsoft.com/office/officeart/2005/8/layout/gear1"/>
    <dgm:cxn modelId="{0461DBEE-24D2-4022-8A6C-6A1061EBE64D}" srcId="{D950D155-5908-4A16-AF39-AEBC177DDAA0}" destId="{BD44E417-3948-403C-83CC-F2986C81FA0D}" srcOrd="2" destOrd="0" parTransId="{BF6F1D2C-8721-4920-B739-73AAF0CD822C}" sibTransId="{C38D2B26-9621-4985-954B-723164C865EA}"/>
    <dgm:cxn modelId="{36D7D901-310A-47BB-BFA1-437279339895}" type="presOf" srcId="{C361F5A6-616F-4E1A-9B9A-CB219E140CB9}" destId="{35F0864E-D2B1-410C-B249-5D1735F17BEC}" srcOrd="1" destOrd="0" presId="urn:microsoft.com/office/officeart/2005/8/layout/gear1"/>
    <dgm:cxn modelId="{26376B61-A058-4F00-879C-9FC476514629}" srcId="{D950D155-5908-4A16-AF39-AEBC177DDAA0}" destId="{EE494CBB-8B77-40A5-BAB5-5D282CD42E2A}" srcOrd="4" destOrd="0" parTransId="{3BADBDF4-F570-4BA7-8F12-1173832AB3F8}" sibTransId="{B7D55925-EB4D-4C5C-BBB4-E82CB247088C}"/>
    <dgm:cxn modelId="{37610ED2-DEF8-4DE0-BE66-412CC0F37C79}" type="presOf" srcId="{C361F5A6-616F-4E1A-9B9A-CB219E140CB9}" destId="{412D9A18-EC51-4EB4-9A47-F515877F1418}" srcOrd="0" destOrd="0" presId="urn:microsoft.com/office/officeart/2005/8/layout/gear1"/>
    <dgm:cxn modelId="{19398FCD-7A1B-41BC-A2B5-8DAD62C0F561}" type="presOf" srcId="{C38D2B26-9621-4985-954B-723164C865EA}" destId="{B85F00AB-4429-4739-8E1B-1BB9A73EA36B}" srcOrd="0" destOrd="0" presId="urn:microsoft.com/office/officeart/2005/8/layout/gear1"/>
    <dgm:cxn modelId="{1A043CFC-48A4-49B3-B993-FD97723DCA2B}" type="presOf" srcId="{9B7C3E0B-9D05-4A7F-B332-F5B3CFDB2C18}" destId="{DA14103D-95B4-480C-9F7B-7DC5BB32835B}" srcOrd="1" destOrd="0" presId="urn:microsoft.com/office/officeart/2005/8/layout/gear1"/>
    <dgm:cxn modelId="{B6A3212C-5C3D-43C9-A921-184D7508F063}" type="presOf" srcId="{BD44E417-3948-403C-83CC-F2986C81FA0D}" destId="{706614A1-55CA-4C75-ADC5-BC32B98356AA}" srcOrd="1" destOrd="0" presId="urn:microsoft.com/office/officeart/2005/8/layout/gear1"/>
    <dgm:cxn modelId="{A08A71D2-C71D-4130-882D-A5B43595BA07}" type="presOf" srcId="{9B7C3E0B-9D05-4A7F-B332-F5B3CFDB2C18}" destId="{55EC9076-6653-42BC-822A-F9C57D120728}" srcOrd="0" destOrd="0" presId="urn:microsoft.com/office/officeart/2005/8/layout/gear1"/>
    <dgm:cxn modelId="{159A21F2-5C49-41AD-9C0D-0FD2D1F8DB6E}" srcId="{D950D155-5908-4A16-AF39-AEBC177DDAA0}" destId="{9B7C3E0B-9D05-4A7F-B332-F5B3CFDB2C18}" srcOrd="0" destOrd="0" parTransId="{9D6FDA9E-D0CE-4467-A536-1C36FB09BB3B}" sibTransId="{E6F6C7C3-3DD8-424F-ACBD-8849CEAD8FD7}"/>
    <dgm:cxn modelId="{D9E728CA-E449-44A2-AD08-FA3BC2CDB9EA}" type="presOf" srcId="{BD44E417-3948-403C-83CC-F2986C81FA0D}" destId="{C0E12AB9-C4A6-456F-9671-A0305559445B}" srcOrd="0" destOrd="0" presId="urn:microsoft.com/office/officeart/2005/8/layout/gear1"/>
    <dgm:cxn modelId="{F9480787-CD5F-4889-A39A-CA23413FB9A5}" type="presOf" srcId="{BD44E417-3948-403C-83CC-F2986C81FA0D}" destId="{B9157AD8-83FA-49B1-8532-EA29E0787033}" srcOrd="2" destOrd="0" presId="urn:microsoft.com/office/officeart/2005/8/layout/gear1"/>
    <dgm:cxn modelId="{E1683899-CE5E-4377-A51E-AEEC66CBB8F2}" srcId="{D950D155-5908-4A16-AF39-AEBC177DDAA0}" destId="{B9A09728-A046-441C-A3B1-C409C88FF20A}" srcOrd="3" destOrd="0" parTransId="{FE3EC3C3-B641-4A1B-B230-03BC5BA32992}" sibTransId="{A1798D4F-4AC6-47D4-ABA5-79C4297846C3}"/>
    <dgm:cxn modelId="{5473CA60-A5C9-4E8E-A770-27F603717696}" srcId="{D950D155-5908-4A16-AF39-AEBC177DDAA0}" destId="{C361F5A6-616F-4E1A-9B9A-CB219E140CB9}" srcOrd="1" destOrd="0" parTransId="{000C23D2-42EA-4F4C-BD74-BD047425CA1D}" sibTransId="{5BE08F99-4438-4FCF-A2AB-B127A316C558}"/>
    <dgm:cxn modelId="{D014F5FF-FF93-4C67-B58A-8ED0FD77D587}" type="presOf" srcId="{5BE08F99-4438-4FCF-A2AB-B127A316C558}" destId="{C4D0D85B-02B4-4298-AEBD-10827F5BFE28}" srcOrd="0" destOrd="0" presId="urn:microsoft.com/office/officeart/2005/8/layout/gear1"/>
    <dgm:cxn modelId="{15BA919A-A981-4DCB-A9D6-114FC7E77AD7}" type="presOf" srcId="{E6F6C7C3-3DD8-424F-ACBD-8849CEAD8FD7}" destId="{821D93E3-B54A-4FB8-A92F-A680970FEA52}" srcOrd="0" destOrd="0" presId="urn:microsoft.com/office/officeart/2005/8/layout/gear1"/>
    <dgm:cxn modelId="{31553A39-B1D5-4F5B-BA84-4C76B8C4BAC2}" type="presOf" srcId="{C361F5A6-616F-4E1A-9B9A-CB219E140CB9}" destId="{89F7AD4D-16B5-4E69-8680-9273C833BAE1}" srcOrd="2" destOrd="0" presId="urn:microsoft.com/office/officeart/2005/8/layout/gear1"/>
    <dgm:cxn modelId="{8499DAF2-193A-4B3A-9B22-F801562111AA}" type="presParOf" srcId="{BCFF2A13-F02A-4845-9B62-4CF3539AA2B9}" destId="{55EC9076-6653-42BC-822A-F9C57D120728}" srcOrd="0" destOrd="0" presId="urn:microsoft.com/office/officeart/2005/8/layout/gear1"/>
    <dgm:cxn modelId="{E9BB7BF4-A94A-47B9-945D-8B07334F64B0}" type="presParOf" srcId="{BCFF2A13-F02A-4845-9B62-4CF3539AA2B9}" destId="{DA14103D-95B4-480C-9F7B-7DC5BB32835B}" srcOrd="1" destOrd="0" presId="urn:microsoft.com/office/officeart/2005/8/layout/gear1"/>
    <dgm:cxn modelId="{F9B294A0-80F1-48F3-9D48-B4D75FD1E587}" type="presParOf" srcId="{BCFF2A13-F02A-4845-9B62-4CF3539AA2B9}" destId="{E0907357-1858-461C-8827-E709B7DC54CF}" srcOrd="2" destOrd="0" presId="urn:microsoft.com/office/officeart/2005/8/layout/gear1"/>
    <dgm:cxn modelId="{8A6F2C1F-927F-4C64-A322-552DDE9E5A75}" type="presParOf" srcId="{BCFF2A13-F02A-4845-9B62-4CF3539AA2B9}" destId="{412D9A18-EC51-4EB4-9A47-F515877F1418}" srcOrd="3" destOrd="0" presId="urn:microsoft.com/office/officeart/2005/8/layout/gear1"/>
    <dgm:cxn modelId="{AE0B2B11-E1C4-4D80-A2C2-4FD42DB05F57}" type="presParOf" srcId="{BCFF2A13-F02A-4845-9B62-4CF3539AA2B9}" destId="{35F0864E-D2B1-410C-B249-5D1735F17BEC}" srcOrd="4" destOrd="0" presId="urn:microsoft.com/office/officeart/2005/8/layout/gear1"/>
    <dgm:cxn modelId="{6275948A-9B3D-4747-BF93-A734283D245B}" type="presParOf" srcId="{BCFF2A13-F02A-4845-9B62-4CF3539AA2B9}" destId="{89F7AD4D-16B5-4E69-8680-9273C833BAE1}" srcOrd="5" destOrd="0" presId="urn:microsoft.com/office/officeart/2005/8/layout/gear1"/>
    <dgm:cxn modelId="{22FEF8EE-5E68-4AAE-AC60-E63AAA7DF06B}" type="presParOf" srcId="{BCFF2A13-F02A-4845-9B62-4CF3539AA2B9}" destId="{C0E12AB9-C4A6-456F-9671-A0305559445B}" srcOrd="6" destOrd="0" presId="urn:microsoft.com/office/officeart/2005/8/layout/gear1"/>
    <dgm:cxn modelId="{9CC3BE7A-DE04-424C-8716-0E453E09E669}" type="presParOf" srcId="{BCFF2A13-F02A-4845-9B62-4CF3539AA2B9}" destId="{706614A1-55CA-4C75-ADC5-BC32B98356AA}" srcOrd="7" destOrd="0" presId="urn:microsoft.com/office/officeart/2005/8/layout/gear1"/>
    <dgm:cxn modelId="{627F5F4D-7356-4258-99FD-B24DDF90C50C}" type="presParOf" srcId="{BCFF2A13-F02A-4845-9B62-4CF3539AA2B9}" destId="{B9157AD8-83FA-49B1-8532-EA29E0787033}" srcOrd="8" destOrd="0" presId="urn:microsoft.com/office/officeart/2005/8/layout/gear1"/>
    <dgm:cxn modelId="{ABE08CC2-708A-4458-9B01-4C7EB7EEA2A0}" type="presParOf" srcId="{BCFF2A13-F02A-4845-9B62-4CF3539AA2B9}" destId="{D1DDC004-80AF-4B91-8362-C1B520E52E11}" srcOrd="9" destOrd="0" presId="urn:microsoft.com/office/officeart/2005/8/layout/gear1"/>
    <dgm:cxn modelId="{02630E50-16D2-499C-A0D1-154AC3A8B687}" type="presParOf" srcId="{BCFF2A13-F02A-4845-9B62-4CF3539AA2B9}" destId="{821D93E3-B54A-4FB8-A92F-A680970FEA52}" srcOrd="10" destOrd="0" presId="urn:microsoft.com/office/officeart/2005/8/layout/gear1"/>
    <dgm:cxn modelId="{3AA05B40-B0A6-4851-85F2-36E28F2297DF}" type="presParOf" srcId="{BCFF2A13-F02A-4845-9B62-4CF3539AA2B9}" destId="{C4D0D85B-02B4-4298-AEBD-10827F5BFE28}" srcOrd="11" destOrd="0" presId="urn:microsoft.com/office/officeart/2005/8/layout/gear1"/>
    <dgm:cxn modelId="{CEB2509D-6C82-410A-914A-DF32CFF8817A}" type="presParOf" srcId="{BCFF2A13-F02A-4845-9B62-4CF3539AA2B9}" destId="{B85F00AB-4429-4739-8E1B-1BB9A73EA36B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2E3686D-A1EF-49C5-924F-16B1A4FC1ACD}" type="doc">
      <dgm:prSet loTypeId="urn:microsoft.com/office/officeart/2005/8/layout/gear1" loCatId="cycle" qsTypeId="urn:microsoft.com/office/officeart/2005/8/quickstyle/simple1" qsCatId="simple" csTypeId="urn:microsoft.com/office/officeart/2005/8/colors/accent1_2" csCatId="accent1" phldr="1"/>
      <dgm:spPr/>
    </dgm:pt>
    <dgm:pt modelId="{028F6ABF-40DD-4441-AA8D-E4C49F0D8FB0}">
      <dgm:prSet phldrT="[Text]"/>
      <dgm:spPr>
        <a:solidFill>
          <a:srgbClr val="FF0000"/>
        </a:solidFill>
      </dgm:spPr>
      <dgm:t>
        <a:bodyPr/>
        <a:lstStyle/>
        <a:p>
          <a:r>
            <a:rPr lang="en-US" dirty="0" smtClean="0"/>
            <a:t>Load Image </a:t>
          </a:r>
          <a:endParaRPr lang="en-US" dirty="0"/>
        </a:p>
      </dgm:t>
    </dgm:pt>
    <dgm:pt modelId="{6B15F1BC-3162-402A-B254-822A1F5D07E3}" type="parTrans" cxnId="{18859B04-9236-4103-ACAB-7628A53BF8DF}">
      <dgm:prSet/>
      <dgm:spPr/>
      <dgm:t>
        <a:bodyPr/>
        <a:lstStyle/>
        <a:p>
          <a:endParaRPr lang="en-US"/>
        </a:p>
      </dgm:t>
    </dgm:pt>
    <dgm:pt modelId="{D28DD463-72C5-416C-B553-1AC60E1A68CC}" type="sibTrans" cxnId="{18859B04-9236-4103-ACAB-7628A53BF8DF}">
      <dgm:prSet/>
      <dgm:spPr/>
      <dgm:t>
        <a:bodyPr/>
        <a:lstStyle/>
        <a:p>
          <a:endParaRPr lang="en-US"/>
        </a:p>
      </dgm:t>
    </dgm:pt>
    <dgm:pt modelId="{9849B469-5C35-4B31-B980-94566059B202}">
      <dgm:prSet phldrT="[Text]" custT="1"/>
      <dgm:spPr>
        <a:solidFill>
          <a:srgbClr val="92D050"/>
        </a:solidFill>
      </dgm:spPr>
      <dgm:t>
        <a:bodyPr/>
        <a:lstStyle/>
        <a:p>
          <a:r>
            <a:rPr lang="en-US" sz="1400" b="1" dirty="0" smtClean="0"/>
            <a:t>Button Click</a:t>
          </a:r>
          <a:endParaRPr lang="en-US" sz="1400" b="1" dirty="0"/>
        </a:p>
      </dgm:t>
    </dgm:pt>
    <dgm:pt modelId="{D4A53AB6-123C-4D7D-B12F-621849F8C5C4}" type="parTrans" cxnId="{4C37FCB7-F799-4217-A9C3-36D43056C8B7}">
      <dgm:prSet/>
      <dgm:spPr/>
      <dgm:t>
        <a:bodyPr/>
        <a:lstStyle/>
        <a:p>
          <a:endParaRPr lang="en-US"/>
        </a:p>
      </dgm:t>
    </dgm:pt>
    <dgm:pt modelId="{424C8DE2-17F2-411C-B0E4-44359E782580}" type="sibTrans" cxnId="{4C37FCB7-F799-4217-A9C3-36D43056C8B7}">
      <dgm:prSet/>
      <dgm:spPr/>
      <dgm:t>
        <a:bodyPr/>
        <a:lstStyle/>
        <a:p>
          <a:endParaRPr lang="en-US"/>
        </a:p>
      </dgm:t>
    </dgm:pt>
    <dgm:pt modelId="{E5308B25-5A7A-45A2-BBBF-382548CFA418}">
      <dgm:prSet phldrT="[Text]" custT="1"/>
      <dgm:spPr>
        <a:solidFill>
          <a:srgbClr val="00B0F0"/>
        </a:solidFill>
      </dgm:spPr>
      <dgm:t>
        <a:bodyPr/>
        <a:lstStyle/>
        <a:p>
          <a:r>
            <a:rPr lang="en-US" sz="1200" b="1" dirty="0" smtClean="0"/>
            <a:t>Form Submission</a:t>
          </a:r>
          <a:endParaRPr lang="en-US" sz="1200" b="1" dirty="0"/>
        </a:p>
      </dgm:t>
    </dgm:pt>
    <dgm:pt modelId="{8DD40957-3B14-43E3-A635-0A4DE8CBD6EC}" type="parTrans" cxnId="{FF6EDBBF-4F1F-4C8C-B942-26841A84F125}">
      <dgm:prSet/>
      <dgm:spPr/>
      <dgm:t>
        <a:bodyPr/>
        <a:lstStyle/>
        <a:p>
          <a:endParaRPr lang="en-US"/>
        </a:p>
      </dgm:t>
    </dgm:pt>
    <dgm:pt modelId="{3F8BF079-62D9-464C-9198-78DDF02ADBB9}" type="sibTrans" cxnId="{FF6EDBBF-4F1F-4C8C-B942-26841A84F125}">
      <dgm:prSet/>
      <dgm:spPr/>
      <dgm:t>
        <a:bodyPr/>
        <a:lstStyle/>
        <a:p>
          <a:endParaRPr lang="en-US"/>
        </a:p>
      </dgm:t>
    </dgm:pt>
    <dgm:pt modelId="{5EC694FC-41AB-48BE-92B4-17D6A5A0628B}" type="pres">
      <dgm:prSet presAssocID="{D2E3686D-A1EF-49C5-924F-16B1A4FC1ACD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8ADD7463-CBA7-4208-B458-A23AF54B078B}" type="pres">
      <dgm:prSet presAssocID="{028F6ABF-40DD-4441-AA8D-E4C49F0D8FB0}" presName="gear1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29A9858-88A9-4287-B80A-CA9B1745A216}" type="pres">
      <dgm:prSet presAssocID="{028F6ABF-40DD-4441-AA8D-E4C49F0D8FB0}" presName="gear1srcNode" presStyleLbl="node1" presStyleIdx="0" presStyleCnt="3"/>
      <dgm:spPr/>
      <dgm:t>
        <a:bodyPr/>
        <a:lstStyle/>
        <a:p>
          <a:endParaRPr lang="en-US"/>
        </a:p>
      </dgm:t>
    </dgm:pt>
    <dgm:pt modelId="{2DC83143-4ECC-4FB9-BD5A-CB21C4959710}" type="pres">
      <dgm:prSet presAssocID="{028F6ABF-40DD-4441-AA8D-E4C49F0D8FB0}" presName="gear1dstNode" presStyleLbl="node1" presStyleIdx="0" presStyleCnt="3"/>
      <dgm:spPr/>
      <dgm:t>
        <a:bodyPr/>
        <a:lstStyle/>
        <a:p>
          <a:endParaRPr lang="en-US"/>
        </a:p>
      </dgm:t>
    </dgm:pt>
    <dgm:pt modelId="{6DF09FB3-C2A3-4C7B-A85D-CE0429C6C3C6}" type="pres">
      <dgm:prSet presAssocID="{9849B469-5C35-4B31-B980-94566059B202}" presName="gear2" presStyleLbl="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2C6DBC1-FD0C-457E-865D-296F33B307B5}" type="pres">
      <dgm:prSet presAssocID="{9849B469-5C35-4B31-B980-94566059B202}" presName="gear2srcNode" presStyleLbl="node1" presStyleIdx="1" presStyleCnt="3"/>
      <dgm:spPr/>
      <dgm:t>
        <a:bodyPr/>
        <a:lstStyle/>
        <a:p>
          <a:endParaRPr lang="en-US"/>
        </a:p>
      </dgm:t>
    </dgm:pt>
    <dgm:pt modelId="{4647D115-6170-43F1-AAA9-68313A61540C}" type="pres">
      <dgm:prSet presAssocID="{9849B469-5C35-4B31-B980-94566059B202}" presName="gear2dstNode" presStyleLbl="node1" presStyleIdx="1" presStyleCnt="3"/>
      <dgm:spPr/>
      <dgm:t>
        <a:bodyPr/>
        <a:lstStyle/>
        <a:p>
          <a:endParaRPr lang="en-US"/>
        </a:p>
      </dgm:t>
    </dgm:pt>
    <dgm:pt modelId="{202BCBE0-12E4-43D6-8184-CB7584764132}" type="pres">
      <dgm:prSet presAssocID="{E5308B25-5A7A-45A2-BBBF-382548CFA418}" presName="gear3" presStyleLbl="node1" presStyleIdx="2" presStyleCnt="3" custScaleX="128092"/>
      <dgm:spPr/>
      <dgm:t>
        <a:bodyPr/>
        <a:lstStyle/>
        <a:p>
          <a:endParaRPr lang="en-US"/>
        </a:p>
      </dgm:t>
    </dgm:pt>
    <dgm:pt modelId="{F9E9A1BF-BA29-4947-BE30-481B7C474D6A}" type="pres">
      <dgm:prSet presAssocID="{E5308B25-5A7A-45A2-BBBF-382548CFA418}" presName="gear3tx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34CAEB5-A025-4286-9A11-9F2976A4C350}" type="pres">
      <dgm:prSet presAssocID="{E5308B25-5A7A-45A2-BBBF-382548CFA418}" presName="gear3srcNode" presStyleLbl="node1" presStyleIdx="2" presStyleCnt="3"/>
      <dgm:spPr/>
      <dgm:t>
        <a:bodyPr/>
        <a:lstStyle/>
        <a:p>
          <a:endParaRPr lang="en-US"/>
        </a:p>
      </dgm:t>
    </dgm:pt>
    <dgm:pt modelId="{AA987735-1D13-443E-AE12-1DED29CD4077}" type="pres">
      <dgm:prSet presAssocID="{E5308B25-5A7A-45A2-BBBF-382548CFA418}" presName="gear3dstNode" presStyleLbl="node1" presStyleIdx="2" presStyleCnt="3"/>
      <dgm:spPr/>
      <dgm:t>
        <a:bodyPr/>
        <a:lstStyle/>
        <a:p>
          <a:endParaRPr lang="en-US"/>
        </a:p>
      </dgm:t>
    </dgm:pt>
    <dgm:pt modelId="{94195CDF-F0A1-4CF4-86DD-E3E4184838D7}" type="pres">
      <dgm:prSet presAssocID="{D28DD463-72C5-416C-B553-1AC60E1A68CC}" presName="connector1" presStyleLbl="sibTrans2D1" presStyleIdx="0" presStyleCnt="3"/>
      <dgm:spPr/>
      <dgm:t>
        <a:bodyPr/>
        <a:lstStyle/>
        <a:p>
          <a:endParaRPr lang="en-US"/>
        </a:p>
      </dgm:t>
    </dgm:pt>
    <dgm:pt modelId="{7EED1F52-4F93-4ADB-889D-5A23469CE8D6}" type="pres">
      <dgm:prSet presAssocID="{424C8DE2-17F2-411C-B0E4-44359E782580}" presName="connector2" presStyleLbl="sibTrans2D1" presStyleIdx="1" presStyleCnt="3"/>
      <dgm:spPr/>
      <dgm:t>
        <a:bodyPr/>
        <a:lstStyle/>
        <a:p>
          <a:endParaRPr lang="en-US"/>
        </a:p>
      </dgm:t>
    </dgm:pt>
    <dgm:pt modelId="{08A519A9-9E73-4CCC-9DFF-6B158D66A595}" type="pres">
      <dgm:prSet presAssocID="{3F8BF079-62D9-464C-9198-78DDF02ADBB9}" presName="connector3" presStyleLbl="sibTrans2D1" presStyleIdx="2" presStyleCnt="3"/>
      <dgm:spPr/>
      <dgm:t>
        <a:bodyPr/>
        <a:lstStyle/>
        <a:p>
          <a:endParaRPr lang="en-US"/>
        </a:p>
      </dgm:t>
    </dgm:pt>
  </dgm:ptLst>
  <dgm:cxnLst>
    <dgm:cxn modelId="{21EBAC00-E5E3-46CC-BC97-30826CFC958E}" type="presOf" srcId="{9849B469-5C35-4B31-B980-94566059B202}" destId="{6DF09FB3-C2A3-4C7B-A85D-CE0429C6C3C6}" srcOrd="0" destOrd="0" presId="urn:microsoft.com/office/officeart/2005/8/layout/gear1"/>
    <dgm:cxn modelId="{7CF715D2-E060-47F5-BDFB-7471D6F26F37}" type="presOf" srcId="{424C8DE2-17F2-411C-B0E4-44359E782580}" destId="{7EED1F52-4F93-4ADB-889D-5A23469CE8D6}" srcOrd="0" destOrd="0" presId="urn:microsoft.com/office/officeart/2005/8/layout/gear1"/>
    <dgm:cxn modelId="{DCF76EF8-7763-4156-B528-B3F71947A6E2}" type="presOf" srcId="{028F6ABF-40DD-4441-AA8D-E4C49F0D8FB0}" destId="{2DC83143-4ECC-4FB9-BD5A-CB21C4959710}" srcOrd="2" destOrd="0" presId="urn:microsoft.com/office/officeart/2005/8/layout/gear1"/>
    <dgm:cxn modelId="{70E5FF71-1FC5-48F2-A5CF-FB0ED4EB2B16}" type="presOf" srcId="{9849B469-5C35-4B31-B980-94566059B202}" destId="{B2C6DBC1-FD0C-457E-865D-296F33B307B5}" srcOrd="1" destOrd="0" presId="urn:microsoft.com/office/officeart/2005/8/layout/gear1"/>
    <dgm:cxn modelId="{AB992A7D-6485-4773-9E5E-8C97813ECB42}" type="presOf" srcId="{E5308B25-5A7A-45A2-BBBF-382548CFA418}" destId="{134CAEB5-A025-4286-9A11-9F2976A4C350}" srcOrd="2" destOrd="0" presId="urn:microsoft.com/office/officeart/2005/8/layout/gear1"/>
    <dgm:cxn modelId="{4517BD80-DE81-4C59-A12B-AE4F8FD771BE}" type="presOf" srcId="{E5308B25-5A7A-45A2-BBBF-382548CFA418}" destId="{202BCBE0-12E4-43D6-8184-CB7584764132}" srcOrd="0" destOrd="0" presId="urn:microsoft.com/office/officeart/2005/8/layout/gear1"/>
    <dgm:cxn modelId="{24C7B386-4574-4813-A951-4D7A33E6269B}" type="presOf" srcId="{D2E3686D-A1EF-49C5-924F-16B1A4FC1ACD}" destId="{5EC694FC-41AB-48BE-92B4-17D6A5A0628B}" srcOrd="0" destOrd="0" presId="urn:microsoft.com/office/officeart/2005/8/layout/gear1"/>
    <dgm:cxn modelId="{3FD88098-DC8A-42C3-AE06-5F3D7A0630A1}" type="presOf" srcId="{3F8BF079-62D9-464C-9198-78DDF02ADBB9}" destId="{08A519A9-9E73-4CCC-9DFF-6B158D66A595}" srcOrd="0" destOrd="0" presId="urn:microsoft.com/office/officeart/2005/8/layout/gear1"/>
    <dgm:cxn modelId="{286355BB-3783-4E28-8E2C-A7C77B311D45}" type="presOf" srcId="{028F6ABF-40DD-4441-AA8D-E4C49F0D8FB0}" destId="{629A9858-88A9-4287-B80A-CA9B1745A216}" srcOrd="1" destOrd="0" presId="urn:microsoft.com/office/officeart/2005/8/layout/gear1"/>
    <dgm:cxn modelId="{108E33B8-5A17-4331-B494-2A5155E47076}" type="presOf" srcId="{9849B469-5C35-4B31-B980-94566059B202}" destId="{4647D115-6170-43F1-AAA9-68313A61540C}" srcOrd="2" destOrd="0" presId="urn:microsoft.com/office/officeart/2005/8/layout/gear1"/>
    <dgm:cxn modelId="{F0224798-556E-4C97-A798-CCE9F6093C87}" type="presOf" srcId="{E5308B25-5A7A-45A2-BBBF-382548CFA418}" destId="{AA987735-1D13-443E-AE12-1DED29CD4077}" srcOrd="3" destOrd="0" presId="urn:microsoft.com/office/officeart/2005/8/layout/gear1"/>
    <dgm:cxn modelId="{75AEC5E2-CF9B-47A3-921C-69256495CB49}" type="presOf" srcId="{E5308B25-5A7A-45A2-BBBF-382548CFA418}" destId="{F9E9A1BF-BA29-4947-BE30-481B7C474D6A}" srcOrd="1" destOrd="0" presId="urn:microsoft.com/office/officeart/2005/8/layout/gear1"/>
    <dgm:cxn modelId="{97F8F80E-8191-4265-B50C-A5F65583B27B}" type="presOf" srcId="{D28DD463-72C5-416C-B553-1AC60E1A68CC}" destId="{94195CDF-F0A1-4CF4-86DD-E3E4184838D7}" srcOrd="0" destOrd="0" presId="urn:microsoft.com/office/officeart/2005/8/layout/gear1"/>
    <dgm:cxn modelId="{18859B04-9236-4103-ACAB-7628A53BF8DF}" srcId="{D2E3686D-A1EF-49C5-924F-16B1A4FC1ACD}" destId="{028F6ABF-40DD-4441-AA8D-E4C49F0D8FB0}" srcOrd="0" destOrd="0" parTransId="{6B15F1BC-3162-402A-B254-822A1F5D07E3}" sibTransId="{D28DD463-72C5-416C-B553-1AC60E1A68CC}"/>
    <dgm:cxn modelId="{B981746B-1A96-49F4-B147-0A20E57D181A}" type="presOf" srcId="{028F6ABF-40DD-4441-AA8D-E4C49F0D8FB0}" destId="{8ADD7463-CBA7-4208-B458-A23AF54B078B}" srcOrd="0" destOrd="0" presId="urn:microsoft.com/office/officeart/2005/8/layout/gear1"/>
    <dgm:cxn modelId="{4C37FCB7-F799-4217-A9C3-36D43056C8B7}" srcId="{D2E3686D-A1EF-49C5-924F-16B1A4FC1ACD}" destId="{9849B469-5C35-4B31-B980-94566059B202}" srcOrd="1" destOrd="0" parTransId="{D4A53AB6-123C-4D7D-B12F-621849F8C5C4}" sibTransId="{424C8DE2-17F2-411C-B0E4-44359E782580}"/>
    <dgm:cxn modelId="{FF6EDBBF-4F1F-4C8C-B942-26841A84F125}" srcId="{D2E3686D-A1EF-49C5-924F-16B1A4FC1ACD}" destId="{E5308B25-5A7A-45A2-BBBF-382548CFA418}" srcOrd="2" destOrd="0" parTransId="{8DD40957-3B14-43E3-A635-0A4DE8CBD6EC}" sibTransId="{3F8BF079-62D9-464C-9198-78DDF02ADBB9}"/>
    <dgm:cxn modelId="{CFAB8E88-4154-4AD5-94A6-FAB77DDCB781}" type="presParOf" srcId="{5EC694FC-41AB-48BE-92B4-17D6A5A0628B}" destId="{8ADD7463-CBA7-4208-B458-A23AF54B078B}" srcOrd="0" destOrd="0" presId="urn:microsoft.com/office/officeart/2005/8/layout/gear1"/>
    <dgm:cxn modelId="{8AD5E16D-C17C-4A52-841F-8E1F5B8C83FF}" type="presParOf" srcId="{5EC694FC-41AB-48BE-92B4-17D6A5A0628B}" destId="{629A9858-88A9-4287-B80A-CA9B1745A216}" srcOrd="1" destOrd="0" presId="urn:microsoft.com/office/officeart/2005/8/layout/gear1"/>
    <dgm:cxn modelId="{83F196DF-CE62-4FAA-BC33-C451BE2054E4}" type="presParOf" srcId="{5EC694FC-41AB-48BE-92B4-17D6A5A0628B}" destId="{2DC83143-4ECC-4FB9-BD5A-CB21C4959710}" srcOrd="2" destOrd="0" presId="urn:microsoft.com/office/officeart/2005/8/layout/gear1"/>
    <dgm:cxn modelId="{AAC921EE-4645-4FB6-AF16-219B069C8D6F}" type="presParOf" srcId="{5EC694FC-41AB-48BE-92B4-17D6A5A0628B}" destId="{6DF09FB3-C2A3-4C7B-A85D-CE0429C6C3C6}" srcOrd="3" destOrd="0" presId="urn:microsoft.com/office/officeart/2005/8/layout/gear1"/>
    <dgm:cxn modelId="{5EDAFA98-0D26-4CE6-AFC3-23E53AA03199}" type="presParOf" srcId="{5EC694FC-41AB-48BE-92B4-17D6A5A0628B}" destId="{B2C6DBC1-FD0C-457E-865D-296F33B307B5}" srcOrd="4" destOrd="0" presId="urn:microsoft.com/office/officeart/2005/8/layout/gear1"/>
    <dgm:cxn modelId="{F97AD804-D335-4F6E-ACB4-0D5B8D893405}" type="presParOf" srcId="{5EC694FC-41AB-48BE-92B4-17D6A5A0628B}" destId="{4647D115-6170-43F1-AAA9-68313A61540C}" srcOrd="5" destOrd="0" presId="urn:microsoft.com/office/officeart/2005/8/layout/gear1"/>
    <dgm:cxn modelId="{4F1EB7F2-10CF-4391-9F74-3F05450A8FA2}" type="presParOf" srcId="{5EC694FC-41AB-48BE-92B4-17D6A5A0628B}" destId="{202BCBE0-12E4-43D6-8184-CB7584764132}" srcOrd="6" destOrd="0" presId="urn:microsoft.com/office/officeart/2005/8/layout/gear1"/>
    <dgm:cxn modelId="{1C9749C0-334A-46F4-B722-FA315513C8A2}" type="presParOf" srcId="{5EC694FC-41AB-48BE-92B4-17D6A5A0628B}" destId="{F9E9A1BF-BA29-4947-BE30-481B7C474D6A}" srcOrd="7" destOrd="0" presId="urn:microsoft.com/office/officeart/2005/8/layout/gear1"/>
    <dgm:cxn modelId="{293D96C4-BEA8-449C-947E-9676C33CBBEC}" type="presParOf" srcId="{5EC694FC-41AB-48BE-92B4-17D6A5A0628B}" destId="{134CAEB5-A025-4286-9A11-9F2976A4C350}" srcOrd="8" destOrd="0" presId="urn:microsoft.com/office/officeart/2005/8/layout/gear1"/>
    <dgm:cxn modelId="{6E5A3FCC-AA60-4348-900F-3BC1F91BCFD5}" type="presParOf" srcId="{5EC694FC-41AB-48BE-92B4-17D6A5A0628B}" destId="{AA987735-1D13-443E-AE12-1DED29CD4077}" srcOrd="9" destOrd="0" presId="urn:microsoft.com/office/officeart/2005/8/layout/gear1"/>
    <dgm:cxn modelId="{97FDDBEF-F18A-4604-87A2-315A4CDA3DE2}" type="presParOf" srcId="{5EC694FC-41AB-48BE-92B4-17D6A5A0628B}" destId="{94195CDF-F0A1-4CF4-86DD-E3E4184838D7}" srcOrd="10" destOrd="0" presId="urn:microsoft.com/office/officeart/2005/8/layout/gear1"/>
    <dgm:cxn modelId="{A8195DC2-DFC9-4C04-9063-5D044D33C4DC}" type="presParOf" srcId="{5EC694FC-41AB-48BE-92B4-17D6A5A0628B}" destId="{7EED1F52-4F93-4ADB-889D-5A23469CE8D6}" srcOrd="11" destOrd="0" presId="urn:microsoft.com/office/officeart/2005/8/layout/gear1"/>
    <dgm:cxn modelId="{CFBFB97D-FC29-459B-BF0D-507A2D7B1709}" type="presParOf" srcId="{5EC694FC-41AB-48BE-92B4-17D6A5A0628B}" destId="{08A519A9-9E73-4CCC-9DFF-6B158D66A595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B3A4B2D-E877-43F2-89BE-30C92A91A41E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214B416-639C-4166-9AE8-0CF3A8088AFC}">
      <dgm:prSet phldrT="[Text]"/>
      <dgm:spPr/>
      <dgm:t>
        <a:bodyPr/>
        <a:lstStyle/>
        <a:p>
          <a:r>
            <a:rPr lang="en-US" b="0" i="0" dirty="0" err="1" smtClean="0"/>
            <a:t>onclick</a:t>
          </a:r>
          <a:endParaRPr lang="en-US" dirty="0"/>
        </a:p>
      </dgm:t>
    </dgm:pt>
    <dgm:pt modelId="{E38CC48D-36DC-4C2E-83BD-2E3A5A8D4713}" type="parTrans" cxnId="{96654316-5128-4D67-B6F7-F5A510873884}">
      <dgm:prSet/>
      <dgm:spPr/>
      <dgm:t>
        <a:bodyPr/>
        <a:lstStyle/>
        <a:p>
          <a:endParaRPr lang="en-US"/>
        </a:p>
      </dgm:t>
    </dgm:pt>
    <dgm:pt modelId="{CA9C9BF2-FA16-4D5E-A4A0-A0E4DB80C299}" type="sibTrans" cxnId="{96654316-5128-4D67-B6F7-F5A510873884}">
      <dgm:prSet/>
      <dgm:spPr/>
      <dgm:t>
        <a:bodyPr/>
        <a:lstStyle/>
        <a:p>
          <a:endParaRPr lang="en-US"/>
        </a:p>
      </dgm:t>
    </dgm:pt>
    <dgm:pt modelId="{0C77B7A3-EA5D-493A-92B5-94EAB2B12EF8}">
      <dgm:prSet phldrT="[Text]"/>
      <dgm:spPr/>
      <dgm:t>
        <a:bodyPr/>
        <a:lstStyle/>
        <a:p>
          <a:r>
            <a:rPr lang="en-US" b="0" i="0" dirty="0" err="1" smtClean="0"/>
            <a:t>ondblclick</a:t>
          </a:r>
          <a:endParaRPr lang="en-US" dirty="0"/>
        </a:p>
      </dgm:t>
    </dgm:pt>
    <dgm:pt modelId="{FE1253C1-3CCA-43E6-B88B-3EBD9255BB35}" type="parTrans" cxnId="{46575513-316F-459D-BED1-D2D650D1D450}">
      <dgm:prSet/>
      <dgm:spPr/>
      <dgm:t>
        <a:bodyPr/>
        <a:lstStyle/>
        <a:p>
          <a:endParaRPr lang="en-US"/>
        </a:p>
      </dgm:t>
    </dgm:pt>
    <dgm:pt modelId="{D3A130F0-B2C6-4949-9A46-EFA47DC099AB}" type="sibTrans" cxnId="{46575513-316F-459D-BED1-D2D650D1D450}">
      <dgm:prSet/>
      <dgm:spPr/>
      <dgm:t>
        <a:bodyPr/>
        <a:lstStyle/>
        <a:p>
          <a:endParaRPr lang="en-US"/>
        </a:p>
      </dgm:t>
    </dgm:pt>
    <dgm:pt modelId="{A4BF5807-5834-4672-B859-79304DDD1CF5}">
      <dgm:prSet phldrT="[Text]"/>
      <dgm:spPr/>
      <dgm:t>
        <a:bodyPr/>
        <a:lstStyle/>
        <a:p>
          <a:r>
            <a:rPr lang="en-US" b="0" i="0" dirty="0" err="1" smtClean="0"/>
            <a:t>onsubmit</a:t>
          </a:r>
          <a:endParaRPr lang="en-US" dirty="0"/>
        </a:p>
      </dgm:t>
    </dgm:pt>
    <dgm:pt modelId="{CC8C6427-BA83-4B63-8DC0-472570A1BC94}" type="parTrans" cxnId="{DDBF85B4-2369-426C-BA6C-28509F2EDDCB}">
      <dgm:prSet/>
      <dgm:spPr/>
      <dgm:t>
        <a:bodyPr/>
        <a:lstStyle/>
        <a:p>
          <a:endParaRPr lang="en-US"/>
        </a:p>
      </dgm:t>
    </dgm:pt>
    <dgm:pt modelId="{7628A26A-F741-4E66-859F-F910A6382120}" type="sibTrans" cxnId="{DDBF85B4-2369-426C-BA6C-28509F2EDDCB}">
      <dgm:prSet/>
      <dgm:spPr/>
      <dgm:t>
        <a:bodyPr/>
        <a:lstStyle/>
        <a:p>
          <a:endParaRPr lang="en-US"/>
        </a:p>
      </dgm:t>
    </dgm:pt>
    <dgm:pt modelId="{2F9AED4B-2B1D-4C1C-A6AA-CF10F0C71FAF}" type="pres">
      <dgm:prSet presAssocID="{8B3A4B2D-E877-43F2-89BE-30C92A91A41E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BC6AC54-A25D-4516-B801-4BEDC8B71AAA}" type="pres">
      <dgm:prSet presAssocID="{F214B416-639C-4166-9AE8-0CF3A8088AFC}" presName="parentLin" presStyleCnt="0"/>
      <dgm:spPr/>
    </dgm:pt>
    <dgm:pt modelId="{B93AA0CA-8BAE-415D-A221-B8FD83ABD64A}" type="pres">
      <dgm:prSet presAssocID="{F214B416-639C-4166-9AE8-0CF3A8088AFC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067120B8-6253-409A-931A-71FDFD8EB6B0}" type="pres">
      <dgm:prSet presAssocID="{F214B416-639C-4166-9AE8-0CF3A8088AFC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F8FAF50-9F53-4ACE-BED1-4E459A7F967C}" type="pres">
      <dgm:prSet presAssocID="{F214B416-639C-4166-9AE8-0CF3A8088AFC}" presName="negativeSpace" presStyleCnt="0"/>
      <dgm:spPr/>
    </dgm:pt>
    <dgm:pt modelId="{7EB5C3B9-0B7C-4E6B-8526-C850DCF0BDC0}" type="pres">
      <dgm:prSet presAssocID="{F214B416-639C-4166-9AE8-0CF3A8088AFC}" presName="childText" presStyleLbl="conFgAcc1" presStyleIdx="0" presStyleCnt="3">
        <dgm:presLayoutVars>
          <dgm:bulletEnabled val="1"/>
        </dgm:presLayoutVars>
      </dgm:prSet>
      <dgm:spPr/>
    </dgm:pt>
    <dgm:pt modelId="{684504AB-ABDB-4A7B-88DB-4DE7CA31E048}" type="pres">
      <dgm:prSet presAssocID="{CA9C9BF2-FA16-4D5E-A4A0-A0E4DB80C299}" presName="spaceBetweenRectangles" presStyleCnt="0"/>
      <dgm:spPr/>
    </dgm:pt>
    <dgm:pt modelId="{735CE982-7238-4AA1-9892-0C009FDDE914}" type="pres">
      <dgm:prSet presAssocID="{0C77B7A3-EA5D-493A-92B5-94EAB2B12EF8}" presName="parentLin" presStyleCnt="0"/>
      <dgm:spPr/>
    </dgm:pt>
    <dgm:pt modelId="{CAADB1F8-5365-4240-8C63-EDDADE6225C2}" type="pres">
      <dgm:prSet presAssocID="{0C77B7A3-EA5D-493A-92B5-94EAB2B12EF8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3921A5A9-18AD-4581-BC23-2AC5C92D0802}" type="pres">
      <dgm:prSet presAssocID="{0C77B7A3-EA5D-493A-92B5-94EAB2B12EF8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B07E3F3-62AC-4081-9D00-28D4737F3B99}" type="pres">
      <dgm:prSet presAssocID="{0C77B7A3-EA5D-493A-92B5-94EAB2B12EF8}" presName="negativeSpace" presStyleCnt="0"/>
      <dgm:spPr/>
    </dgm:pt>
    <dgm:pt modelId="{386D69CB-7F4F-4239-848E-2B265AE50475}" type="pres">
      <dgm:prSet presAssocID="{0C77B7A3-EA5D-493A-92B5-94EAB2B12EF8}" presName="childText" presStyleLbl="conFgAcc1" presStyleIdx="1" presStyleCnt="3">
        <dgm:presLayoutVars>
          <dgm:bulletEnabled val="1"/>
        </dgm:presLayoutVars>
      </dgm:prSet>
      <dgm:spPr/>
    </dgm:pt>
    <dgm:pt modelId="{54FB08C4-8BEF-41D9-9392-7360A25E7407}" type="pres">
      <dgm:prSet presAssocID="{D3A130F0-B2C6-4949-9A46-EFA47DC099AB}" presName="spaceBetweenRectangles" presStyleCnt="0"/>
      <dgm:spPr/>
    </dgm:pt>
    <dgm:pt modelId="{4FEDB3CB-6008-49F2-B704-FEADED284A45}" type="pres">
      <dgm:prSet presAssocID="{A4BF5807-5834-4672-B859-79304DDD1CF5}" presName="parentLin" presStyleCnt="0"/>
      <dgm:spPr/>
    </dgm:pt>
    <dgm:pt modelId="{951312E9-7CFA-432E-9314-4164933ADF6E}" type="pres">
      <dgm:prSet presAssocID="{A4BF5807-5834-4672-B859-79304DDD1CF5}" presName="parentLeftMargin" presStyleLbl="node1" presStyleIdx="1" presStyleCnt="3"/>
      <dgm:spPr/>
      <dgm:t>
        <a:bodyPr/>
        <a:lstStyle/>
        <a:p>
          <a:endParaRPr lang="en-US"/>
        </a:p>
      </dgm:t>
    </dgm:pt>
    <dgm:pt modelId="{3F4F9EA3-BCF4-4284-9B6C-1A615193972D}" type="pres">
      <dgm:prSet presAssocID="{A4BF5807-5834-4672-B859-79304DDD1CF5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5FB9B5D-D68D-4325-8AEC-524791B903A0}" type="pres">
      <dgm:prSet presAssocID="{A4BF5807-5834-4672-B859-79304DDD1CF5}" presName="negativeSpace" presStyleCnt="0"/>
      <dgm:spPr/>
    </dgm:pt>
    <dgm:pt modelId="{1129B5C7-20BB-412D-98E5-1FD0A9EF438D}" type="pres">
      <dgm:prSet presAssocID="{A4BF5807-5834-4672-B859-79304DDD1CF5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46575513-316F-459D-BED1-D2D650D1D450}" srcId="{8B3A4B2D-E877-43F2-89BE-30C92A91A41E}" destId="{0C77B7A3-EA5D-493A-92B5-94EAB2B12EF8}" srcOrd="1" destOrd="0" parTransId="{FE1253C1-3CCA-43E6-B88B-3EBD9255BB35}" sibTransId="{D3A130F0-B2C6-4949-9A46-EFA47DC099AB}"/>
    <dgm:cxn modelId="{5B5D9ACD-B01B-4131-A4A4-14D7A48BAF73}" type="presOf" srcId="{0C77B7A3-EA5D-493A-92B5-94EAB2B12EF8}" destId="{3921A5A9-18AD-4581-BC23-2AC5C92D0802}" srcOrd="1" destOrd="0" presId="urn:microsoft.com/office/officeart/2005/8/layout/list1"/>
    <dgm:cxn modelId="{1F08598D-4FCB-4B8D-A5D9-B270802B669B}" type="presOf" srcId="{F214B416-639C-4166-9AE8-0CF3A8088AFC}" destId="{067120B8-6253-409A-931A-71FDFD8EB6B0}" srcOrd="1" destOrd="0" presId="urn:microsoft.com/office/officeart/2005/8/layout/list1"/>
    <dgm:cxn modelId="{96654316-5128-4D67-B6F7-F5A510873884}" srcId="{8B3A4B2D-E877-43F2-89BE-30C92A91A41E}" destId="{F214B416-639C-4166-9AE8-0CF3A8088AFC}" srcOrd="0" destOrd="0" parTransId="{E38CC48D-36DC-4C2E-83BD-2E3A5A8D4713}" sibTransId="{CA9C9BF2-FA16-4D5E-A4A0-A0E4DB80C299}"/>
    <dgm:cxn modelId="{BEFBB18A-96A4-4D53-9713-296FD67DAE80}" type="presOf" srcId="{0C77B7A3-EA5D-493A-92B5-94EAB2B12EF8}" destId="{CAADB1F8-5365-4240-8C63-EDDADE6225C2}" srcOrd="0" destOrd="0" presId="urn:microsoft.com/office/officeart/2005/8/layout/list1"/>
    <dgm:cxn modelId="{DDBF85B4-2369-426C-BA6C-28509F2EDDCB}" srcId="{8B3A4B2D-E877-43F2-89BE-30C92A91A41E}" destId="{A4BF5807-5834-4672-B859-79304DDD1CF5}" srcOrd="2" destOrd="0" parTransId="{CC8C6427-BA83-4B63-8DC0-472570A1BC94}" sibTransId="{7628A26A-F741-4E66-859F-F910A6382120}"/>
    <dgm:cxn modelId="{61F35159-E0FB-49C0-9CFA-80B7FEB7E8AB}" type="presOf" srcId="{8B3A4B2D-E877-43F2-89BE-30C92A91A41E}" destId="{2F9AED4B-2B1D-4C1C-A6AA-CF10F0C71FAF}" srcOrd="0" destOrd="0" presId="urn:microsoft.com/office/officeart/2005/8/layout/list1"/>
    <dgm:cxn modelId="{4FF41FD3-BA27-4772-B991-EC37B5E9A84A}" type="presOf" srcId="{F214B416-639C-4166-9AE8-0CF3A8088AFC}" destId="{B93AA0CA-8BAE-415D-A221-B8FD83ABD64A}" srcOrd="0" destOrd="0" presId="urn:microsoft.com/office/officeart/2005/8/layout/list1"/>
    <dgm:cxn modelId="{F5B43EAF-4EB3-49B5-8311-FDDEDF1B47EE}" type="presOf" srcId="{A4BF5807-5834-4672-B859-79304DDD1CF5}" destId="{951312E9-7CFA-432E-9314-4164933ADF6E}" srcOrd="0" destOrd="0" presId="urn:microsoft.com/office/officeart/2005/8/layout/list1"/>
    <dgm:cxn modelId="{9BF491DD-2659-4DEB-A1BD-63DAA38F83CC}" type="presOf" srcId="{A4BF5807-5834-4672-B859-79304DDD1CF5}" destId="{3F4F9EA3-BCF4-4284-9B6C-1A615193972D}" srcOrd="1" destOrd="0" presId="urn:microsoft.com/office/officeart/2005/8/layout/list1"/>
    <dgm:cxn modelId="{FCFE9C88-BFD0-43AE-B6A5-14D99A6C09A6}" type="presParOf" srcId="{2F9AED4B-2B1D-4C1C-A6AA-CF10F0C71FAF}" destId="{6BC6AC54-A25D-4516-B801-4BEDC8B71AAA}" srcOrd="0" destOrd="0" presId="urn:microsoft.com/office/officeart/2005/8/layout/list1"/>
    <dgm:cxn modelId="{BE9ECC93-6531-4A9E-B1FB-157EC63A5590}" type="presParOf" srcId="{6BC6AC54-A25D-4516-B801-4BEDC8B71AAA}" destId="{B93AA0CA-8BAE-415D-A221-B8FD83ABD64A}" srcOrd="0" destOrd="0" presId="urn:microsoft.com/office/officeart/2005/8/layout/list1"/>
    <dgm:cxn modelId="{633E334C-8A3B-4DC1-A7D9-F9443D03C711}" type="presParOf" srcId="{6BC6AC54-A25D-4516-B801-4BEDC8B71AAA}" destId="{067120B8-6253-409A-931A-71FDFD8EB6B0}" srcOrd="1" destOrd="0" presId="urn:microsoft.com/office/officeart/2005/8/layout/list1"/>
    <dgm:cxn modelId="{DF6C67AE-145F-4F3B-8EC0-E43BF1E89491}" type="presParOf" srcId="{2F9AED4B-2B1D-4C1C-A6AA-CF10F0C71FAF}" destId="{0F8FAF50-9F53-4ACE-BED1-4E459A7F967C}" srcOrd="1" destOrd="0" presId="urn:microsoft.com/office/officeart/2005/8/layout/list1"/>
    <dgm:cxn modelId="{528D84CD-5247-4C82-A5D7-579CF1D89154}" type="presParOf" srcId="{2F9AED4B-2B1D-4C1C-A6AA-CF10F0C71FAF}" destId="{7EB5C3B9-0B7C-4E6B-8526-C850DCF0BDC0}" srcOrd="2" destOrd="0" presId="urn:microsoft.com/office/officeart/2005/8/layout/list1"/>
    <dgm:cxn modelId="{78F3887A-52FA-4719-BD5C-10C685559A68}" type="presParOf" srcId="{2F9AED4B-2B1D-4C1C-A6AA-CF10F0C71FAF}" destId="{684504AB-ABDB-4A7B-88DB-4DE7CA31E048}" srcOrd="3" destOrd="0" presId="urn:microsoft.com/office/officeart/2005/8/layout/list1"/>
    <dgm:cxn modelId="{363CBF04-3824-4134-B6ED-DD037475C7D6}" type="presParOf" srcId="{2F9AED4B-2B1D-4C1C-A6AA-CF10F0C71FAF}" destId="{735CE982-7238-4AA1-9892-0C009FDDE914}" srcOrd="4" destOrd="0" presId="urn:microsoft.com/office/officeart/2005/8/layout/list1"/>
    <dgm:cxn modelId="{6076044E-1AD6-4818-BAAA-8E619AACD1E2}" type="presParOf" srcId="{735CE982-7238-4AA1-9892-0C009FDDE914}" destId="{CAADB1F8-5365-4240-8C63-EDDADE6225C2}" srcOrd="0" destOrd="0" presId="urn:microsoft.com/office/officeart/2005/8/layout/list1"/>
    <dgm:cxn modelId="{A6958058-80DC-4CE2-8DBF-44AA7739A731}" type="presParOf" srcId="{735CE982-7238-4AA1-9892-0C009FDDE914}" destId="{3921A5A9-18AD-4581-BC23-2AC5C92D0802}" srcOrd="1" destOrd="0" presId="urn:microsoft.com/office/officeart/2005/8/layout/list1"/>
    <dgm:cxn modelId="{EDDBBB6C-4805-4E03-B2FA-5AB86D27317D}" type="presParOf" srcId="{2F9AED4B-2B1D-4C1C-A6AA-CF10F0C71FAF}" destId="{5B07E3F3-62AC-4081-9D00-28D4737F3B99}" srcOrd="5" destOrd="0" presId="urn:microsoft.com/office/officeart/2005/8/layout/list1"/>
    <dgm:cxn modelId="{575CC3A7-425C-4CBD-AEAF-2B976174E91B}" type="presParOf" srcId="{2F9AED4B-2B1D-4C1C-A6AA-CF10F0C71FAF}" destId="{386D69CB-7F4F-4239-848E-2B265AE50475}" srcOrd="6" destOrd="0" presId="urn:microsoft.com/office/officeart/2005/8/layout/list1"/>
    <dgm:cxn modelId="{B27B1E72-37AE-4D98-A3C5-C09DEC490283}" type="presParOf" srcId="{2F9AED4B-2B1D-4C1C-A6AA-CF10F0C71FAF}" destId="{54FB08C4-8BEF-41D9-9392-7360A25E7407}" srcOrd="7" destOrd="0" presId="urn:microsoft.com/office/officeart/2005/8/layout/list1"/>
    <dgm:cxn modelId="{C6411115-A2C2-46CB-B26E-217D0F0C6F59}" type="presParOf" srcId="{2F9AED4B-2B1D-4C1C-A6AA-CF10F0C71FAF}" destId="{4FEDB3CB-6008-49F2-B704-FEADED284A45}" srcOrd="8" destOrd="0" presId="urn:microsoft.com/office/officeart/2005/8/layout/list1"/>
    <dgm:cxn modelId="{8E63A381-780F-41B4-807A-B9BF584DD4A0}" type="presParOf" srcId="{4FEDB3CB-6008-49F2-B704-FEADED284A45}" destId="{951312E9-7CFA-432E-9314-4164933ADF6E}" srcOrd="0" destOrd="0" presId="urn:microsoft.com/office/officeart/2005/8/layout/list1"/>
    <dgm:cxn modelId="{D37EB595-5651-42A0-A898-CE1E809CB880}" type="presParOf" srcId="{4FEDB3CB-6008-49F2-B704-FEADED284A45}" destId="{3F4F9EA3-BCF4-4284-9B6C-1A615193972D}" srcOrd="1" destOrd="0" presId="urn:microsoft.com/office/officeart/2005/8/layout/list1"/>
    <dgm:cxn modelId="{DE159D47-F7D4-49BD-AB9A-8C3F025DCB38}" type="presParOf" srcId="{2F9AED4B-2B1D-4C1C-A6AA-CF10F0C71FAF}" destId="{45FB9B5D-D68D-4325-8AEC-524791B903A0}" srcOrd="9" destOrd="0" presId="urn:microsoft.com/office/officeart/2005/8/layout/list1"/>
    <dgm:cxn modelId="{8792B8DB-3102-4438-A8D4-E3B73FB877FE}" type="presParOf" srcId="{2F9AED4B-2B1D-4C1C-A6AA-CF10F0C71FAF}" destId="{1129B5C7-20BB-412D-98E5-1FD0A9EF438D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5EC9076-6653-42BC-822A-F9C57D120728}">
      <dsp:nvSpPr>
        <dsp:cNvPr id="0" name=""/>
        <dsp:cNvSpPr/>
      </dsp:nvSpPr>
      <dsp:spPr>
        <a:xfrm>
          <a:off x="993080" y="1091136"/>
          <a:ext cx="1213764" cy="1213764"/>
        </a:xfrm>
        <a:prstGeom prst="gear9">
          <a:avLst/>
        </a:prstGeom>
        <a:solidFill>
          <a:srgbClr val="0070C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0" i="0" kern="1200" dirty="0" smtClean="0"/>
            <a:t>JavaScript</a:t>
          </a:r>
          <a:endParaRPr lang="en-US" sz="1400" kern="1200" dirty="0"/>
        </a:p>
      </dsp:txBody>
      <dsp:txXfrm>
        <a:off x="993080" y="1091136"/>
        <a:ext cx="1213764" cy="1213764"/>
      </dsp:txXfrm>
    </dsp:sp>
    <dsp:sp modelId="{412D9A18-EC51-4EB4-9A47-F515877F1418}">
      <dsp:nvSpPr>
        <dsp:cNvPr id="0" name=""/>
        <dsp:cNvSpPr/>
      </dsp:nvSpPr>
      <dsp:spPr>
        <a:xfrm>
          <a:off x="124201" y="715593"/>
          <a:ext cx="1208115" cy="1060044"/>
        </a:xfrm>
        <a:prstGeom prst="gear6">
          <a:avLst/>
        </a:prstGeom>
        <a:solidFill>
          <a:srgbClr val="92D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0" i="0" kern="1200" dirty="0" smtClean="0">
              <a:solidFill>
                <a:srgbClr val="FF0000"/>
              </a:solidFill>
            </a:rPr>
            <a:t>CSS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0" i="0" kern="1200" dirty="0" smtClean="0">
              <a:solidFill>
                <a:srgbClr val="FF0000"/>
              </a:solidFill>
            </a:rPr>
            <a:t> &amp; DOM</a:t>
          </a:r>
          <a:endParaRPr lang="en-US" sz="1300" kern="1200" dirty="0">
            <a:solidFill>
              <a:srgbClr val="FF0000"/>
            </a:solidFill>
          </a:endParaRPr>
        </a:p>
      </dsp:txBody>
      <dsp:txXfrm>
        <a:off x="124201" y="715593"/>
        <a:ext cx="1208115" cy="1060044"/>
      </dsp:txXfrm>
    </dsp:sp>
    <dsp:sp modelId="{C0E12AB9-C4A6-456F-9671-A0305559445B}">
      <dsp:nvSpPr>
        <dsp:cNvPr id="0" name=""/>
        <dsp:cNvSpPr/>
      </dsp:nvSpPr>
      <dsp:spPr>
        <a:xfrm rot="20700000">
          <a:off x="781313" y="195247"/>
          <a:ext cx="864903" cy="864903"/>
        </a:xfrm>
        <a:prstGeom prst="gear6">
          <a:avLst/>
        </a:prstGeom>
        <a:solidFill>
          <a:srgbClr val="00B0F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0" i="0" kern="1200" dirty="0" smtClean="0"/>
            <a:t>HTML</a:t>
          </a:r>
          <a:endParaRPr lang="en-US" sz="1300" kern="1200" dirty="0"/>
        </a:p>
      </dsp:txBody>
      <dsp:txXfrm>
        <a:off x="971011" y="384946"/>
        <a:ext cx="485505" cy="485505"/>
      </dsp:txXfrm>
    </dsp:sp>
    <dsp:sp modelId="{821D93E3-B54A-4FB8-A92F-A680970FEA52}">
      <dsp:nvSpPr>
        <dsp:cNvPr id="0" name=""/>
        <dsp:cNvSpPr/>
      </dsp:nvSpPr>
      <dsp:spPr>
        <a:xfrm>
          <a:off x="879506" y="919193"/>
          <a:ext cx="1553618" cy="1553618"/>
        </a:xfrm>
        <a:prstGeom prst="circularArrow">
          <a:avLst>
            <a:gd name="adj1" fmla="val 4687"/>
            <a:gd name="adj2" fmla="val 299029"/>
            <a:gd name="adj3" fmla="val 2436374"/>
            <a:gd name="adj4" fmla="val 16045340"/>
            <a:gd name="adj5" fmla="val 546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D0D85B-02B4-4298-AEBD-10827F5BFE28}">
      <dsp:nvSpPr>
        <dsp:cNvPr id="0" name=""/>
        <dsp:cNvSpPr/>
      </dsp:nvSpPr>
      <dsp:spPr>
        <a:xfrm>
          <a:off x="12034" y="617459"/>
          <a:ext cx="1365849" cy="1128801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5F00AB-4429-4739-8E1B-1BB9A73EA36B}">
      <dsp:nvSpPr>
        <dsp:cNvPr id="0" name=""/>
        <dsp:cNvSpPr/>
      </dsp:nvSpPr>
      <dsp:spPr>
        <a:xfrm>
          <a:off x="581252" y="14330"/>
          <a:ext cx="1217075" cy="1217075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8ADD7463-CBA7-4208-B458-A23AF54B078B}">
      <dsp:nvSpPr>
        <dsp:cNvPr id="0" name=""/>
        <dsp:cNvSpPr/>
      </dsp:nvSpPr>
      <dsp:spPr>
        <a:xfrm>
          <a:off x="1581592" y="1626497"/>
          <a:ext cx="1933058" cy="1933058"/>
        </a:xfrm>
        <a:prstGeom prst="gear9">
          <a:avLst/>
        </a:prstGeom>
        <a:solidFill>
          <a:srgbClr val="FF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Load Image </a:t>
          </a:r>
          <a:endParaRPr lang="en-US" sz="3400" kern="1200" dirty="0"/>
        </a:p>
      </dsp:txBody>
      <dsp:txXfrm>
        <a:off x="1581592" y="1626497"/>
        <a:ext cx="1933058" cy="1933058"/>
      </dsp:txXfrm>
    </dsp:sp>
    <dsp:sp modelId="{6DF09FB3-C2A3-4C7B-A85D-CE0429C6C3C6}">
      <dsp:nvSpPr>
        <dsp:cNvPr id="0" name=""/>
        <dsp:cNvSpPr/>
      </dsp:nvSpPr>
      <dsp:spPr>
        <a:xfrm>
          <a:off x="456904" y="1169592"/>
          <a:ext cx="1405860" cy="1405860"/>
        </a:xfrm>
        <a:prstGeom prst="gear6">
          <a:avLst/>
        </a:prstGeom>
        <a:solidFill>
          <a:srgbClr val="92D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/>
            <a:t>Button Click</a:t>
          </a:r>
          <a:endParaRPr lang="en-US" sz="1400" b="1" kern="1200" dirty="0"/>
        </a:p>
      </dsp:txBody>
      <dsp:txXfrm>
        <a:off x="456904" y="1169592"/>
        <a:ext cx="1405860" cy="1405860"/>
      </dsp:txXfrm>
    </dsp:sp>
    <dsp:sp modelId="{202BCBE0-12E4-43D6-8184-CB7584764132}">
      <dsp:nvSpPr>
        <dsp:cNvPr id="0" name=""/>
        <dsp:cNvSpPr/>
      </dsp:nvSpPr>
      <dsp:spPr>
        <a:xfrm rot="20700000">
          <a:off x="980034" y="270510"/>
          <a:ext cx="1906046" cy="1235820"/>
        </a:xfrm>
        <a:prstGeom prst="gear6">
          <a:avLst/>
        </a:prstGeom>
        <a:solidFill>
          <a:srgbClr val="00B0F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smtClean="0"/>
            <a:t>Form Submission</a:t>
          </a:r>
          <a:endParaRPr lang="en-US" sz="1200" b="1" kern="1200" dirty="0"/>
        </a:p>
      </dsp:txBody>
      <dsp:txXfrm>
        <a:off x="1437839" y="501809"/>
        <a:ext cx="990437" cy="773223"/>
      </dsp:txXfrm>
    </dsp:sp>
    <dsp:sp modelId="{94195CDF-F0A1-4CF4-86DD-E3E4184838D7}">
      <dsp:nvSpPr>
        <dsp:cNvPr id="0" name=""/>
        <dsp:cNvSpPr/>
      </dsp:nvSpPr>
      <dsp:spPr>
        <a:xfrm>
          <a:off x="1425635" y="1338941"/>
          <a:ext cx="2474314" cy="2474314"/>
        </a:xfrm>
        <a:prstGeom prst="circularArrow">
          <a:avLst>
            <a:gd name="adj1" fmla="val 4687"/>
            <a:gd name="adj2" fmla="val 299029"/>
            <a:gd name="adj3" fmla="val 2497559"/>
            <a:gd name="adj4" fmla="val 15901958"/>
            <a:gd name="adj5" fmla="val 546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ED1F52-4F93-4ADB-889D-5A23469CE8D6}">
      <dsp:nvSpPr>
        <dsp:cNvPr id="0" name=""/>
        <dsp:cNvSpPr/>
      </dsp:nvSpPr>
      <dsp:spPr>
        <a:xfrm>
          <a:off x="207929" y="861445"/>
          <a:ext cx="1797743" cy="1797743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A519A9-9E73-4CCC-9DFF-6B158D66A595}">
      <dsp:nvSpPr>
        <dsp:cNvPr id="0" name=""/>
        <dsp:cNvSpPr/>
      </dsp:nvSpPr>
      <dsp:spPr>
        <a:xfrm>
          <a:off x="925710" y="-99105"/>
          <a:ext cx="1938330" cy="1938330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7EB5C3B9-0B7C-4E6B-8526-C850DCF0BDC0}">
      <dsp:nvSpPr>
        <dsp:cNvPr id="0" name=""/>
        <dsp:cNvSpPr/>
      </dsp:nvSpPr>
      <dsp:spPr>
        <a:xfrm>
          <a:off x="0" y="285722"/>
          <a:ext cx="4720856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7120B8-6253-409A-931A-71FDFD8EB6B0}">
      <dsp:nvSpPr>
        <dsp:cNvPr id="0" name=""/>
        <dsp:cNvSpPr/>
      </dsp:nvSpPr>
      <dsp:spPr>
        <a:xfrm>
          <a:off x="236042" y="20042"/>
          <a:ext cx="3304599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4906" tIns="0" rIns="124906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0" i="0" kern="1200" dirty="0" err="1" smtClean="0"/>
            <a:t>onclick</a:t>
          </a:r>
          <a:endParaRPr lang="en-US" sz="1800" kern="1200" dirty="0"/>
        </a:p>
      </dsp:txBody>
      <dsp:txXfrm>
        <a:off x="236042" y="20042"/>
        <a:ext cx="3304599" cy="531360"/>
      </dsp:txXfrm>
    </dsp:sp>
    <dsp:sp modelId="{386D69CB-7F4F-4239-848E-2B265AE50475}">
      <dsp:nvSpPr>
        <dsp:cNvPr id="0" name=""/>
        <dsp:cNvSpPr/>
      </dsp:nvSpPr>
      <dsp:spPr>
        <a:xfrm>
          <a:off x="0" y="1102202"/>
          <a:ext cx="4720856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21A5A9-18AD-4581-BC23-2AC5C92D0802}">
      <dsp:nvSpPr>
        <dsp:cNvPr id="0" name=""/>
        <dsp:cNvSpPr/>
      </dsp:nvSpPr>
      <dsp:spPr>
        <a:xfrm>
          <a:off x="236042" y="836522"/>
          <a:ext cx="3304599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4906" tIns="0" rIns="124906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0" i="0" kern="1200" dirty="0" err="1" smtClean="0"/>
            <a:t>ondblclick</a:t>
          </a:r>
          <a:endParaRPr lang="en-US" sz="1800" kern="1200" dirty="0"/>
        </a:p>
      </dsp:txBody>
      <dsp:txXfrm>
        <a:off x="236042" y="836522"/>
        <a:ext cx="3304599" cy="531360"/>
      </dsp:txXfrm>
    </dsp:sp>
    <dsp:sp modelId="{1129B5C7-20BB-412D-98E5-1FD0A9EF438D}">
      <dsp:nvSpPr>
        <dsp:cNvPr id="0" name=""/>
        <dsp:cNvSpPr/>
      </dsp:nvSpPr>
      <dsp:spPr>
        <a:xfrm>
          <a:off x="0" y="1918682"/>
          <a:ext cx="4720856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4F9EA3-BCF4-4284-9B6C-1A615193972D}">
      <dsp:nvSpPr>
        <dsp:cNvPr id="0" name=""/>
        <dsp:cNvSpPr/>
      </dsp:nvSpPr>
      <dsp:spPr>
        <a:xfrm>
          <a:off x="236042" y="1653002"/>
          <a:ext cx="3304599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4906" tIns="0" rIns="124906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0" i="0" kern="1200" dirty="0" err="1" smtClean="0"/>
            <a:t>onsubmit</a:t>
          </a:r>
          <a:endParaRPr lang="en-US" sz="1800" kern="1200" dirty="0"/>
        </a:p>
      </dsp:txBody>
      <dsp:txXfrm>
        <a:off x="236042" y="1653002"/>
        <a:ext cx="3304599" cy="5313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D33AE2-4A57-4E11-B5EF-33C71D53BDA3}" type="datetimeFigureOut">
              <a:rPr lang="en-IN" smtClean="0"/>
              <a:pPr/>
              <a:t>06-12-2022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618BBD-C243-4D3B-B6F0-A703A6AD686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59300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258E385-D2A8-4FE5-9B10-631050A56D87}" type="datetime1">
              <a:rPr lang="en-US" smtClean="0"/>
              <a:pPr/>
              <a:t>12/6/2022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CD199-3BD4-42A3-9D85-C9FB67266B5A}" type="datetime1">
              <a:rPr lang="en-US" smtClean="0"/>
              <a:pPr/>
              <a:t>12/6/2022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BFC280E-E7AB-43BD-8B24-E65D3060C198}" type="datetime1">
              <a:rPr lang="en-US" smtClean="0"/>
              <a:pPr/>
              <a:t>12/6/2022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2B1AA-7274-4973-996B-A90ACABF3F61}" type="datetime1">
              <a:rPr lang="en-US" smtClean="0"/>
              <a:pPr/>
              <a:t>12/6/2022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3ABE4-DE4A-4580-8D73-C96596A0552B}" type="datetime1">
              <a:rPr lang="en-US" smtClean="0"/>
              <a:pPr/>
              <a:t>12/6/2022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0DC3B-CDEB-499B-834D-D0FD4DA457DD}" type="datetime1">
              <a:rPr lang="en-US" smtClean="0"/>
              <a:pPr/>
              <a:t>12/6/2022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FDDFC-4154-4EBD-8AA2-610CDF0572FB}" type="datetime1">
              <a:rPr lang="en-US" smtClean="0"/>
              <a:pPr/>
              <a:t>12/6/2022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42790C3-5786-4A22-9AC0-C5ACC1FABF65}" type="datetime1">
              <a:rPr lang="en-US" smtClean="0"/>
              <a:pPr/>
              <a:t>12/6/2022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CADA0-8319-439C-9A8A-050676129435}" type="datetime1">
              <a:rPr lang="en-US" smtClean="0"/>
              <a:pPr/>
              <a:t>12/6/2022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DD053-5A3B-4FCC-B742-BBADE34091D2}" type="datetime1">
              <a:rPr lang="en-US" smtClean="0"/>
              <a:pPr/>
              <a:t>12/6/2022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AB59D5A-2B76-4892-B4DE-A3DD5EFD27B6}" type="datetime1">
              <a:rPr lang="en-US" smtClean="0"/>
              <a:pPr/>
              <a:t>12/6/2022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3211272-68D5-4016-9D3F-DEAA1A4548EE}" type="datetime1">
              <a:rPr lang="en-US" smtClean="0"/>
              <a:pPr/>
              <a:t>12/6/2022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js/js_es6.asp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4D8BAD8-BEB8-C943-2960-67D01952B0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2" y="1020431"/>
            <a:ext cx="7853682" cy="1349545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BCAC 0016</a:t>
            </a:r>
            <a:r>
              <a:rPr lang="en-IN" dirty="0"/>
              <a:t/>
            </a:r>
            <a:br>
              <a:rPr lang="en-IN" dirty="0"/>
            </a:br>
            <a:r>
              <a:rPr lang="en-IN" sz="2700" dirty="0">
                <a:latin typeface="Times New Roman" pitchFamily="18" charset="0"/>
                <a:cs typeface="Times New Roman" pitchFamily="18" charset="0"/>
              </a:rPr>
              <a:t>FUNDAMENTALS OF INTERNET PROGRAMMING 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A996F582-37D4-4EAE-D38B-C642647C52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527" y="3889596"/>
            <a:ext cx="10993546" cy="2333404"/>
          </a:xfrm>
        </p:spPr>
        <p:txBody>
          <a:bodyPr>
            <a:normAutofit/>
          </a:bodyPr>
          <a:lstStyle/>
          <a:p>
            <a:r>
              <a:rPr lang="en-IN" sz="2200" cap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Dr. </a:t>
            </a:r>
            <a:r>
              <a:rPr lang="en-IN" sz="2200" cap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KANTA PRASAD SHARMA ( K P SHARMA)</a:t>
            </a:r>
            <a:endParaRPr lang="en-IN" sz="2200" cap="none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IN" sz="2200" cap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Assistant Professor,</a:t>
            </a:r>
          </a:p>
          <a:p>
            <a:r>
              <a:rPr lang="en-IN" sz="2200" cap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</a:t>
            </a:r>
            <a:r>
              <a:rPr lang="en-IN" sz="2200" cap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Engineering </a:t>
            </a:r>
            <a:r>
              <a:rPr lang="en-IN" sz="2200" cap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&amp;  </a:t>
            </a:r>
            <a:r>
              <a:rPr lang="en-IN" sz="2200" cap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Applications,</a:t>
            </a:r>
          </a:p>
          <a:p>
            <a:r>
              <a:rPr lang="en-IN" sz="2200" cap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GLA University, </a:t>
            </a:r>
            <a:r>
              <a:rPr lang="en-IN" sz="2200" cap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Mathura</a:t>
            </a:r>
          </a:p>
          <a:p>
            <a:endParaRPr lang="en-IN" sz="2200" cap="none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6" name="Picture 2" descr="Gla Logo">
            <a:extLst>
              <a:ext uri="{FF2B5EF4-FFF2-40B4-BE49-F238E27FC236}">
                <a16:creationId xmlns="" xmlns:a16="http://schemas.microsoft.com/office/drawing/2014/main" id="{6E870F6E-5857-ADD9-B260-1347DEBA9C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6768" y="652215"/>
            <a:ext cx="2814040" cy="176078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3863615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DFFA25E-F1BA-6DA3-EF2D-C542105C0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29744"/>
          </a:xfrm>
        </p:spPr>
        <p:txBody>
          <a:bodyPr/>
          <a:lstStyle/>
          <a:p>
            <a:r>
              <a:rPr lang="en-IN" dirty="0"/>
              <a:t>Syllabus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17DB6B77-8EA1-8CCF-2611-390FB0F80E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1433" y="1929030"/>
            <a:ext cx="8996566" cy="492897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6DDC57A-FD8D-79F5-9F13-229D794BE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891677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DFFA25E-F1BA-6DA3-EF2D-C542105C0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Books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6DDC57A-FD8D-79F5-9F13-229D794BE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D7CBFCCE-A4D8-5ED5-3476-0D7AAD4D2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15000"/>
              </a:lnSpc>
              <a:spcBef>
                <a:spcPts val="600"/>
              </a:spcBef>
              <a:spcAft>
                <a:spcPts val="1000"/>
              </a:spcAft>
              <a:tabLst>
                <a:tab pos="2865755" algn="ctr"/>
              </a:tabLst>
            </a:pPr>
            <a:r>
              <a:rPr lang="en-US" sz="1800" b="1" dirty="0">
                <a:solidFill>
                  <a:srgbClr val="0066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Text Books: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19138" lvl="0" indent="-365125" algn="just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solidFill>
                  <a:schemeClr val="tx1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Thomas Powell, ”HTML &amp; CSS: The Complete Reference , Fifth Edition, 2010, McGraw Hill Education India</a:t>
            </a:r>
            <a:endParaRPr lang="en-IN" sz="18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1000"/>
              </a:spcAft>
              <a:tabLst>
                <a:tab pos="2865755" algn="ctr"/>
              </a:tabLst>
            </a:pPr>
            <a:r>
              <a:rPr lang="en-US" sz="1800" b="1" dirty="0">
                <a:solidFill>
                  <a:srgbClr val="0066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Reference Books: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19138" lvl="0" indent="-365125" algn="just" fontAlgn="base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●"/>
            </a:pPr>
            <a:r>
              <a:rPr lang="en-US" sz="18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Deborah S. Ray, Eric J. Ray , “Mastering HTML 4”, 2</a:t>
            </a:r>
            <a:r>
              <a:rPr lang="en-US" sz="1800" baseline="30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nd</a:t>
            </a:r>
            <a:r>
              <a:rPr lang="en-US" sz="18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Ed, Willy India  </a:t>
            </a:r>
            <a:endParaRPr lang="en-IN" sz="1800" dirty="0">
              <a:effectLst/>
              <a:latin typeface="Noto Sans Symbols"/>
              <a:ea typeface="Noto Sans Symbols"/>
              <a:cs typeface="Noto Sans Symbols"/>
            </a:endParaRPr>
          </a:p>
          <a:p>
            <a:pPr marL="719138" lvl="0" indent="-365125" algn="just" fontAlgn="base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●"/>
            </a:pPr>
            <a:r>
              <a:rPr lang="en-US" sz="18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Steven M. Schafer,  “HTML, XHTML, and CSS Bible”, 5ed Wiley India </a:t>
            </a:r>
            <a:endParaRPr lang="en-IN" sz="1800" dirty="0">
              <a:effectLst/>
              <a:latin typeface="Noto Sans Symbols"/>
              <a:ea typeface="Noto Sans Symbols"/>
              <a:cs typeface="Noto Sans Symbols"/>
            </a:endParaRPr>
          </a:p>
          <a:p>
            <a:pPr marL="719138" lvl="0" indent="-365125" algn="just" fontAlgn="base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●"/>
            </a:pPr>
            <a:r>
              <a:rPr lang="en-US" sz="18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John Duckett,  “Beginning HTML, XHTML, CSS, and JavaScript” , Wiley India</a:t>
            </a:r>
            <a:endParaRPr lang="en-IN" sz="1800" dirty="0">
              <a:effectLst/>
              <a:latin typeface="Noto Sans Symbols"/>
              <a:ea typeface="Noto Sans Symbols"/>
              <a:cs typeface="Noto Sans Symbols"/>
            </a:endParaRPr>
          </a:p>
          <a:p>
            <a:pPr marL="719138" lvl="0" indent="-365125" algn="just" fontAlgn="base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●"/>
            </a:pPr>
            <a:r>
              <a:rPr lang="en-US" sz="18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Wendy Willard, HTML: A Beginner's Guide, Fifth Edition 2013, TMH</a:t>
            </a:r>
            <a:endParaRPr lang="en-IN" sz="1800" dirty="0">
              <a:effectLst/>
              <a:latin typeface="Noto Sans Symbols"/>
              <a:ea typeface="Noto Sans Symbols"/>
              <a:cs typeface="Noto Sans Symbols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527236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86083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DHTML</a:t>
            </a:r>
            <a:r>
              <a:rPr lang="en-US" dirty="0" smtClean="0"/>
              <a:t>: </a:t>
            </a:r>
            <a:r>
              <a:rPr lang="en-US" b="1" dirty="0" smtClean="0"/>
              <a:t>Dynamic Hypertext Markup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DHTML</a:t>
            </a:r>
            <a:r>
              <a:rPr lang="en-US" dirty="0" smtClean="0"/>
              <a:t> stands for </a:t>
            </a:r>
            <a:r>
              <a:rPr lang="en-US" b="1" dirty="0" smtClean="0"/>
              <a:t>Dynamic Hypertext Markup language</a:t>
            </a:r>
            <a:r>
              <a:rPr lang="en-US" dirty="0" smtClean="0"/>
              <a:t> i.e., </a:t>
            </a:r>
            <a:r>
              <a:rPr lang="en-US" b="1" dirty="0" smtClean="0"/>
              <a:t>Dynamic HTML</a:t>
            </a:r>
            <a:r>
              <a:rPr lang="en-US" dirty="0" smtClean="0"/>
              <a:t>.</a:t>
            </a:r>
          </a:p>
          <a:p>
            <a:r>
              <a:rPr lang="en-US" dirty="0" smtClean="0"/>
              <a:t>Dynamic HTML is not a markup or programming language</a:t>
            </a:r>
          </a:p>
          <a:p>
            <a:r>
              <a:rPr lang="en-US" dirty="0" smtClean="0"/>
              <a:t>It is a term that combines the features of various web development technologies for creating the web pages dynamic and interactive.</a:t>
            </a:r>
          </a:p>
          <a:p>
            <a:r>
              <a:rPr lang="en-US" dirty="0" smtClean="0"/>
              <a:t>DHTML application was introduced by </a:t>
            </a:r>
            <a:r>
              <a:rPr lang="en-US" b="1" dirty="0" smtClean="0">
                <a:solidFill>
                  <a:srgbClr val="FF0000"/>
                </a:solidFill>
              </a:rPr>
              <a:t>Microsoft</a:t>
            </a:r>
            <a:r>
              <a:rPr lang="en-US" dirty="0" smtClean="0"/>
              <a:t> with the release of the </a:t>
            </a:r>
            <a:r>
              <a:rPr lang="en-US" dirty="0" smtClean="0">
                <a:solidFill>
                  <a:srgbClr val="FF0000"/>
                </a:solidFill>
              </a:rPr>
              <a:t>4</a:t>
            </a:r>
            <a:r>
              <a:rPr lang="en-US" baseline="30000" dirty="0" smtClean="0">
                <a:solidFill>
                  <a:srgbClr val="FF0000"/>
                </a:solidFill>
              </a:rPr>
              <a:t>th</a:t>
            </a:r>
            <a:r>
              <a:rPr lang="en-US" dirty="0" smtClean="0">
                <a:solidFill>
                  <a:srgbClr val="FF0000"/>
                </a:solidFill>
              </a:rPr>
              <a:t> version of IE (Internet Explorer)</a:t>
            </a:r>
            <a:r>
              <a:rPr lang="en-US" dirty="0" smtClean="0"/>
              <a:t> in 1997.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USES OF DHTML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used  for designing </a:t>
            </a:r>
            <a:r>
              <a:rPr lang="en-US" b="1" dirty="0" smtClean="0">
                <a:solidFill>
                  <a:srgbClr val="FF0000"/>
                </a:solidFill>
              </a:rPr>
              <a:t>the animated and interactive web pages </a:t>
            </a:r>
            <a:r>
              <a:rPr lang="en-US" dirty="0" smtClean="0"/>
              <a:t>that are developed in </a:t>
            </a:r>
            <a:r>
              <a:rPr lang="en-US" b="1" dirty="0" smtClean="0"/>
              <a:t>real-time</a:t>
            </a:r>
            <a:r>
              <a:rPr lang="en-US" dirty="0" smtClean="0"/>
              <a:t>.</a:t>
            </a:r>
          </a:p>
          <a:p>
            <a:r>
              <a:rPr lang="en-US" dirty="0" smtClean="0"/>
              <a:t>Helps users by </a:t>
            </a:r>
            <a:r>
              <a:rPr lang="en-US" b="1" dirty="0" smtClean="0">
                <a:solidFill>
                  <a:srgbClr val="00B050"/>
                </a:solidFill>
              </a:rPr>
              <a:t>animating the text and images </a:t>
            </a:r>
            <a:r>
              <a:rPr lang="en-US" dirty="0" smtClean="0"/>
              <a:t>in their documents.</a:t>
            </a:r>
          </a:p>
          <a:p>
            <a:r>
              <a:rPr lang="en-US" dirty="0" smtClean="0"/>
              <a:t>It allows the authors for </a:t>
            </a:r>
            <a:r>
              <a:rPr lang="en-US" b="1" dirty="0" smtClean="0">
                <a:solidFill>
                  <a:srgbClr val="00B050"/>
                </a:solidFill>
              </a:rPr>
              <a:t>adding the effects on their pages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It also allows </a:t>
            </a:r>
            <a:r>
              <a:rPr lang="en-US" b="1" dirty="0" smtClean="0">
                <a:solidFill>
                  <a:srgbClr val="00B050"/>
                </a:solidFill>
              </a:rPr>
              <a:t>the page authors</a:t>
            </a:r>
            <a:r>
              <a:rPr lang="en-US" dirty="0" smtClean="0"/>
              <a:t> for including the </a:t>
            </a:r>
            <a:r>
              <a:rPr lang="en-US" b="1" dirty="0" smtClean="0">
                <a:solidFill>
                  <a:srgbClr val="00B050"/>
                </a:solidFill>
              </a:rPr>
              <a:t>drop-down menus or rollover buttons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This term is also used to </a:t>
            </a:r>
            <a:r>
              <a:rPr lang="en-US" b="1" dirty="0" smtClean="0">
                <a:solidFill>
                  <a:srgbClr val="00B050"/>
                </a:solidFill>
              </a:rPr>
              <a:t>create various browser-based action games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Used to </a:t>
            </a:r>
            <a:r>
              <a:rPr lang="en-US" b="1" dirty="0" smtClean="0">
                <a:solidFill>
                  <a:srgbClr val="FF0000"/>
                </a:solidFill>
              </a:rPr>
              <a:t>add the ticker on various websites</a:t>
            </a:r>
            <a:r>
              <a:rPr lang="en-US" dirty="0" smtClean="0"/>
              <a:t>, which needs to </a:t>
            </a:r>
            <a:r>
              <a:rPr lang="en-US" b="1" u="sng" dirty="0" smtClean="0"/>
              <a:t>refresh their content automatically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Features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Create the </a:t>
            </a:r>
            <a:r>
              <a:rPr lang="en-US" b="1" dirty="0" smtClean="0">
                <a:solidFill>
                  <a:srgbClr val="FF0000"/>
                </a:solidFill>
              </a:rPr>
              <a:t>web page dynamically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Dynamic Style</a:t>
            </a:r>
            <a:r>
              <a:rPr lang="en-US" dirty="0" smtClean="0"/>
              <a:t> is a feature, that allows the users to </a:t>
            </a:r>
            <a:r>
              <a:rPr lang="en-US" b="1" u="sng" dirty="0" smtClean="0">
                <a:solidFill>
                  <a:srgbClr val="FF0000"/>
                </a:solidFill>
              </a:rPr>
              <a:t>alter the font, size, color, and content of a web page</a:t>
            </a:r>
            <a:r>
              <a:rPr lang="en-US" dirty="0" smtClean="0"/>
              <a:t>.</a:t>
            </a:r>
          </a:p>
          <a:p>
            <a:r>
              <a:rPr lang="en-US" dirty="0" smtClean="0"/>
              <a:t>Facility for using </a:t>
            </a:r>
            <a:r>
              <a:rPr lang="en-US" b="1" dirty="0" smtClean="0">
                <a:solidFill>
                  <a:srgbClr val="FF0000"/>
                </a:solidFill>
              </a:rPr>
              <a:t>the events, methods, and properties</a:t>
            </a:r>
            <a:r>
              <a:rPr lang="en-US" dirty="0" smtClean="0"/>
              <a:t>. And, also provides the feature of </a:t>
            </a:r>
            <a:r>
              <a:rPr lang="en-US" b="1" dirty="0" smtClean="0">
                <a:solidFill>
                  <a:srgbClr val="00B050"/>
                </a:solidFill>
              </a:rPr>
              <a:t>code reusability</a:t>
            </a:r>
            <a:r>
              <a:rPr lang="en-US" dirty="0" smtClean="0"/>
              <a:t>.</a:t>
            </a:r>
          </a:p>
          <a:p>
            <a:r>
              <a:rPr lang="en-US" dirty="0" smtClean="0"/>
              <a:t>Feature in </a:t>
            </a:r>
            <a:r>
              <a:rPr lang="en-US" b="1" dirty="0" smtClean="0">
                <a:solidFill>
                  <a:srgbClr val="00B050"/>
                </a:solidFill>
              </a:rPr>
              <a:t>browsers for data binding</a:t>
            </a:r>
            <a:r>
              <a:rPr lang="en-US" dirty="0" smtClean="0"/>
              <a:t>.</a:t>
            </a:r>
          </a:p>
          <a:p>
            <a:r>
              <a:rPr lang="en-US" dirty="0" smtClean="0"/>
              <a:t>Users can easily </a:t>
            </a:r>
            <a:r>
              <a:rPr lang="en-US" b="1" dirty="0" smtClean="0">
                <a:solidFill>
                  <a:srgbClr val="00B050"/>
                </a:solidFill>
              </a:rPr>
              <a:t>create dynamic fonts </a:t>
            </a:r>
            <a:r>
              <a:rPr lang="en-US" dirty="0" smtClean="0"/>
              <a:t>for their </a:t>
            </a:r>
            <a:r>
              <a:rPr lang="en-US" b="1" dirty="0" smtClean="0"/>
              <a:t>web sites or web pages.</a:t>
            </a:r>
          </a:p>
          <a:p>
            <a:r>
              <a:rPr lang="en-US" dirty="0" smtClean="0"/>
              <a:t>Users can easily </a:t>
            </a:r>
            <a:r>
              <a:rPr lang="en-US" b="1" dirty="0" smtClean="0">
                <a:solidFill>
                  <a:srgbClr val="00B050"/>
                </a:solidFill>
              </a:rPr>
              <a:t>change the tags and their properties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web page functionality is </a:t>
            </a:r>
            <a:r>
              <a:rPr lang="en-US" b="1" dirty="0" smtClean="0">
                <a:solidFill>
                  <a:srgbClr val="00B050"/>
                </a:solidFill>
              </a:rPr>
              <a:t>enhanced</a:t>
            </a:r>
            <a:r>
              <a:rPr lang="en-US" dirty="0" smtClean="0"/>
              <a:t> because the DHTML uses </a:t>
            </a:r>
            <a:r>
              <a:rPr lang="en-US" b="1" dirty="0" smtClean="0"/>
              <a:t>low-bandwidth effect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30568" y="1765005"/>
            <a:ext cx="8530232" cy="49335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" name="Diagram 5"/>
          <p:cNvGraphicFramePr/>
          <p:nvPr/>
        </p:nvGraphicFramePr>
        <p:xfrm>
          <a:off x="9664995" y="1977657"/>
          <a:ext cx="2206845" cy="24029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U-Turn Arrow 7"/>
          <p:cNvSpPr/>
          <p:nvPr/>
        </p:nvSpPr>
        <p:spPr>
          <a:xfrm>
            <a:off x="8878186" y="1881959"/>
            <a:ext cx="1286540" cy="531628"/>
          </a:xfrm>
          <a:prstGeom prst="utur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JAVA Script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071" y="1775637"/>
            <a:ext cx="11029615" cy="2796363"/>
          </a:xfrm>
        </p:spPr>
        <p:txBody>
          <a:bodyPr/>
          <a:lstStyle/>
          <a:p>
            <a:r>
              <a:rPr lang="en-US" dirty="0" smtClean="0"/>
              <a:t>JavaScript can be included in HTML pages.</a:t>
            </a:r>
          </a:p>
          <a:p>
            <a:r>
              <a:rPr lang="en-US" dirty="0" smtClean="0"/>
              <a:t>which creates the content of the page as dynamic. </a:t>
            </a:r>
          </a:p>
          <a:p>
            <a:r>
              <a:rPr lang="en-US" dirty="0" smtClean="0"/>
              <a:t>We can easily type the JavaScript code within the </a:t>
            </a:r>
            <a:r>
              <a:rPr lang="en-US" dirty="0" smtClean="0">
                <a:solidFill>
                  <a:srgbClr val="FF0000"/>
                </a:solidFill>
              </a:rPr>
              <a:t>&lt;head&gt; or &lt;body&gt;</a:t>
            </a:r>
            <a:r>
              <a:rPr lang="en-US" dirty="0" smtClean="0"/>
              <a:t> tag of a HTML page.</a:t>
            </a:r>
          </a:p>
          <a:p>
            <a:r>
              <a:rPr lang="en-US" dirty="0" smtClean="0"/>
              <a:t> If we want to add the </a:t>
            </a:r>
            <a:r>
              <a:rPr lang="en-US" b="1" dirty="0" smtClean="0">
                <a:solidFill>
                  <a:srgbClr val="FF0000"/>
                </a:solidFill>
              </a:rPr>
              <a:t>external source file of JavaScript</a:t>
            </a:r>
            <a:r>
              <a:rPr lang="en-US" dirty="0" smtClean="0"/>
              <a:t>, we can easily add using the </a:t>
            </a:r>
            <a:r>
              <a:rPr lang="en-US" dirty="0" smtClean="0">
                <a:solidFill>
                  <a:srgbClr val="FF0000"/>
                </a:solidFill>
              </a:rPr>
              <a:t>&lt;</a:t>
            </a:r>
            <a:r>
              <a:rPr lang="en-US" dirty="0" err="1" smtClean="0">
                <a:solidFill>
                  <a:srgbClr val="FF0000"/>
                </a:solidFill>
              </a:rPr>
              <a:t>src</a:t>
            </a:r>
            <a:r>
              <a:rPr lang="en-US" dirty="0" smtClean="0">
                <a:solidFill>
                  <a:srgbClr val="FF0000"/>
                </a:solidFill>
              </a:rPr>
              <a:t>&gt; attribute</a:t>
            </a:r>
            <a:r>
              <a:rPr lang="en-US" dirty="0" smtClean="0"/>
              <a:t>.</a:t>
            </a:r>
          </a:p>
          <a:p>
            <a:r>
              <a:rPr lang="en-US" dirty="0" smtClean="0"/>
              <a:t>Example : uses of JavaScript technology with the DHTML.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405" y="1860700"/>
            <a:ext cx="4380613" cy="4890976"/>
          </a:xfrm>
          <a:solidFill>
            <a:schemeClr val="bg1"/>
          </a:solidFill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2100" b="1" dirty="0" smtClean="0"/>
              <a:t>     &lt;HTML&gt;</a:t>
            </a:r>
            <a:r>
              <a:rPr lang="en-US" sz="2100" dirty="0" smtClean="0"/>
              <a:t>  </a:t>
            </a:r>
          </a:p>
          <a:p>
            <a:pPr>
              <a:buNone/>
            </a:pPr>
            <a:r>
              <a:rPr lang="en-US" sz="2100" b="1" dirty="0" smtClean="0"/>
              <a:t>     &lt;head&gt;</a:t>
            </a:r>
            <a:r>
              <a:rPr lang="en-US" sz="2100" dirty="0" smtClean="0"/>
              <a:t>  </a:t>
            </a:r>
          </a:p>
          <a:p>
            <a:pPr>
              <a:buNone/>
            </a:pPr>
            <a:r>
              <a:rPr lang="en-US" sz="2100" b="1" dirty="0" smtClean="0"/>
              <a:t>     &lt;title&gt;</a:t>
            </a:r>
            <a:r>
              <a:rPr lang="en-US" sz="2100" dirty="0" smtClean="0"/>
              <a:t>  </a:t>
            </a:r>
          </a:p>
          <a:p>
            <a:pPr>
              <a:buNone/>
            </a:pPr>
            <a:r>
              <a:rPr lang="en-US" sz="2100" dirty="0" smtClean="0"/>
              <a:t>     Welcome in My JavaScript  Class</a:t>
            </a:r>
          </a:p>
          <a:p>
            <a:pPr>
              <a:buNone/>
            </a:pPr>
            <a:r>
              <a:rPr lang="en-US" sz="2100" b="1" dirty="0" smtClean="0"/>
              <a:t>     &lt;/title&gt;</a:t>
            </a:r>
            <a:r>
              <a:rPr lang="en-US" sz="2100" dirty="0" smtClean="0"/>
              <a:t>  </a:t>
            </a:r>
          </a:p>
          <a:p>
            <a:pPr>
              <a:buNone/>
            </a:pPr>
            <a:r>
              <a:rPr lang="en-US" sz="2100" b="1" dirty="0" smtClean="0"/>
              <a:t>    &lt;/head&gt;</a:t>
            </a:r>
            <a:r>
              <a:rPr lang="en-US" sz="2100" dirty="0" smtClean="0"/>
              <a:t>  </a:t>
            </a:r>
          </a:p>
          <a:p>
            <a:pPr>
              <a:buNone/>
            </a:pPr>
            <a:r>
              <a:rPr lang="en-US" sz="2100" b="1" dirty="0" smtClean="0"/>
              <a:t>     &lt;body&gt;</a:t>
            </a:r>
            <a:r>
              <a:rPr lang="en-US" sz="2100" dirty="0" smtClean="0"/>
              <a:t>  </a:t>
            </a:r>
          </a:p>
          <a:p>
            <a:pPr>
              <a:buNone/>
            </a:pPr>
            <a:r>
              <a:rPr lang="en-US" sz="2100" b="1" dirty="0" smtClean="0"/>
              <a:t>      &lt;script</a:t>
            </a:r>
            <a:r>
              <a:rPr lang="en-US" sz="2100" dirty="0" smtClean="0"/>
              <a:t> type="text/</a:t>
            </a:r>
            <a:r>
              <a:rPr lang="en-US" sz="2100" dirty="0" err="1" smtClean="0"/>
              <a:t>javascript</a:t>
            </a:r>
            <a:r>
              <a:rPr lang="en-US" sz="2100" dirty="0" smtClean="0"/>
              <a:t>"</a:t>
            </a:r>
            <a:r>
              <a:rPr lang="en-US" sz="2100" b="1" dirty="0" smtClean="0"/>
              <a:t>&gt;</a:t>
            </a:r>
            <a:r>
              <a:rPr lang="en-US" sz="2100" dirty="0" smtClean="0"/>
              <a:t>  </a:t>
            </a:r>
          </a:p>
          <a:p>
            <a:pPr>
              <a:buNone/>
            </a:pPr>
            <a:r>
              <a:rPr lang="en-US" sz="2100" dirty="0" smtClean="0">
                <a:solidFill>
                  <a:srgbClr val="FF0000"/>
                </a:solidFill>
              </a:rPr>
              <a:t>       </a:t>
            </a:r>
            <a:r>
              <a:rPr lang="en-US" sz="2100" dirty="0" err="1" smtClean="0">
                <a:solidFill>
                  <a:srgbClr val="FF0000"/>
                </a:solidFill>
              </a:rPr>
              <a:t>document.write</a:t>
            </a:r>
            <a:r>
              <a:rPr lang="en-US" sz="2100" dirty="0" smtClean="0">
                <a:solidFill>
                  <a:srgbClr val="FF0000"/>
                </a:solidFill>
              </a:rPr>
              <a:t>(“</a:t>
            </a:r>
            <a:r>
              <a:rPr lang="en-US" sz="2100" dirty="0" smtClean="0">
                <a:solidFill>
                  <a:srgbClr val="92D050"/>
                </a:solidFill>
              </a:rPr>
              <a:t>GLA University </a:t>
            </a:r>
            <a:r>
              <a:rPr lang="en-US" sz="2100" dirty="0" smtClean="0">
                <a:solidFill>
                  <a:srgbClr val="FF0000"/>
                </a:solidFill>
              </a:rPr>
              <a:t>");  </a:t>
            </a:r>
          </a:p>
          <a:p>
            <a:pPr>
              <a:buNone/>
            </a:pPr>
            <a:r>
              <a:rPr lang="en-US" sz="2100" b="1" dirty="0" smtClean="0"/>
              <a:t>      &lt;/script&gt;</a:t>
            </a:r>
            <a:r>
              <a:rPr lang="en-US" sz="2100" dirty="0" smtClean="0"/>
              <a:t>  </a:t>
            </a:r>
          </a:p>
          <a:p>
            <a:pPr>
              <a:buNone/>
            </a:pPr>
            <a:r>
              <a:rPr lang="en-US" sz="2100" b="1" dirty="0" smtClean="0"/>
              <a:t>      &lt;/body&gt;</a:t>
            </a:r>
            <a:r>
              <a:rPr lang="en-US" sz="2100" dirty="0" smtClean="0"/>
              <a:t>  </a:t>
            </a:r>
          </a:p>
          <a:p>
            <a:pPr>
              <a:buNone/>
            </a:pPr>
            <a:r>
              <a:rPr lang="en-US" sz="2100" b="1" dirty="0" smtClean="0"/>
              <a:t>      &lt;/html&gt;</a:t>
            </a:r>
            <a:r>
              <a:rPr lang="en-US" sz="2100" dirty="0" smtClean="0"/>
              <a:t>  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135523" y="1786269"/>
            <a:ext cx="6283843" cy="4801314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 smtClean="0"/>
              <a:t>&lt;html&gt;</a:t>
            </a:r>
            <a:r>
              <a:rPr lang="en-US" dirty="0" smtClean="0"/>
              <a:t>  </a:t>
            </a:r>
            <a:r>
              <a:rPr lang="en-US" b="1" dirty="0" smtClean="0"/>
              <a:t>&lt;head&gt;</a:t>
            </a:r>
            <a:r>
              <a:rPr lang="en-US" dirty="0" smtClean="0"/>
              <a:t> </a:t>
            </a:r>
          </a:p>
          <a:p>
            <a:r>
              <a:rPr lang="en-US" dirty="0" smtClean="0"/>
              <a:t> </a:t>
            </a:r>
            <a:r>
              <a:rPr lang="en-US" b="1" dirty="0" smtClean="0"/>
              <a:t>&lt;title&gt;</a:t>
            </a:r>
            <a:r>
              <a:rPr lang="en-US" dirty="0" smtClean="0"/>
              <a:t>  Welcome in My DHTML with JavaScript  </a:t>
            </a:r>
            <a:r>
              <a:rPr lang="en-US" b="1" dirty="0" smtClean="0"/>
              <a:t>&lt;/title&gt;</a:t>
            </a:r>
            <a:r>
              <a:rPr lang="en-US" dirty="0" smtClean="0"/>
              <a:t>  </a:t>
            </a:r>
          </a:p>
          <a:p>
            <a:r>
              <a:rPr lang="en-US" b="1" dirty="0" smtClean="0">
                <a:solidFill>
                  <a:srgbClr val="0070C0"/>
                </a:solidFill>
              </a:rPr>
              <a:t>&lt;script</a:t>
            </a:r>
            <a:r>
              <a:rPr lang="en-US" dirty="0" smtClean="0">
                <a:solidFill>
                  <a:srgbClr val="0070C0"/>
                </a:solidFill>
              </a:rPr>
              <a:t> type="text/</a:t>
            </a:r>
            <a:r>
              <a:rPr lang="en-US" dirty="0" err="1" smtClean="0">
                <a:solidFill>
                  <a:srgbClr val="0070C0"/>
                </a:solidFill>
              </a:rPr>
              <a:t>javascript</a:t>
            </a:r>
            <a:r>
              <a:rPr lang="en-US" dirty="0" smtClean="0">
                <a:solidFill>
                  <a:srgbClr val="0070C0"/>
                </a:solidFill>
              </a:rPr>
              <a:t>"</a:t>
            </a:r>
            <a:r>
              <a:rPr lang="en-US" b="1" dirty="0" smtClean="0">
                <a:solidFill>
                  <a:srgbClr val="0070C0"/>
                </a:solidFill>
              </a:rPr>
              <a:t>&gt;</a:t>
            </a:r>
            <a:r>
              <a:rPr lang="en-US" dirty="0" smtClean="0">
                <a:solidFill>
                  <a:srgbClr val="0070C0"/>
                </a:solidFill>
              </a:rPr>
              <a:t>  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function </a:t>
            </a:r>
            <a:r>
              <a:rPr lang="en-US" dirty="0" err="1" smtClean="0">
                <a:solidFill>
                  <a:srgbClr val="FF0000"/>
                </a:solidFill>
              </a:rPr>
              <a:t>dateandtime</a:t>
            </a:r>
            <a:r>
              <a:rPr lang="en-US" dirty="0" smtClean="0">
                <a:solidFill>
                  <a:srgbClr val="FF0000"/>
                </a:solidFill>
              </a:rPr>
              <a:t>()  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{  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alert(Date());  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}  </a:t>
            </a:r>
          </a:p>
          <a:p>
            <a:r>
              <a:rPr lang="en-US" b="1" dirty="0" smtClean="0">
                <a:solidFill>
                  <a:srgbClr val="0070C0"/>
                </a:solidFill>
              </a:rPr>
              <a:t>&lt;/script&gt;</a:t>
            </a:r>
            <a:r>
              <a:rPr lang="en-US" dirty="0" smtClean="0">
                <a:solidFill>
                  <a:srgbClr val="0070C0"/>
                </a:solidFill>
              </a:rPr>
              <a:t> </a:t>
            </a:r>
            <a:r>
              <a:rPr lang="en-US" dirty="0" smtClean="0"/>
              <a:t> </a:t>
            </a:r>
          </a:p>
          <a:p>
            <a:r>
              <a:rPr lang="en-US" b="1" dirty="0" smtClean="0"/>
              <a:t>&lt;/head&gt;</a:t>
            </a:r>
            <a:r>
              <a:rPr lang="en-US" dirty="0" smtClean="0"/>
              <a:t>  </a:t>
            </a:r>
          </a:p>
          <a:p>
            <a:r>
              <a:rPr lang="en-US" b="1" dirty="0" smtClean="0"/>
              <a:t>&lt;body</a:t>
            </a:r>
            <a:r>
              <a:rPr lang="en-US" dirty="0" smtClean="0"/>
              <a:t> </a:t>
            </a:r>
            <a:r>
              <a:rPr lang="en-US" dirty="0" err="1" smtClean="0"/>
              <a:t>bgcolor</a:t>
            </a:r>
            <a:r>
              <a:rPr lang="en-US" dirty="0" smtClean="0"/>
              <a:t>="orange"</a:t>
            </a:r>
            <a:r>
              <a:rPr lang="en-US" b="1" dirty="0" smtClean="0"/>
              <a:t>&gt;</a:t>
            </a:r>
            <a:r>
              <a:rPr lang="en-US" dirty="0" smtClean="0"/>
              <a:t>  </a:t>
            </a:r>
          </a:p>
          <a:p>
            <a:r>
              <a:rPr lang="en-US" b="1" dirty="0" smtClean="0"/>
              <a:t>&lt;font</a:t>
            </a:r>
            <a:r>
              <a:rPr lang="en-US" dirty="0" smtClean="0"/>
              <a:t> size="4" color="blue"</a:t>
            </a:r>
            <a:r>
              <a:rPr lang="en-US" b="1" dirty="0" smtClean="0"/>
              <a:t>&gt;</a:t>
            </a:r>
            <a:r>
              <a:rPr lang="en-US" dirty="0" smtClean="0"/>
              <a:t>  </a:t>
            </a:r>
          </a:p>
          <a:p>
            <a:r>
              <a:rPr lang="en-US" b="1" dirty="0" smtClean="0"/>
              <a:t>&lt;center&gt;</a:t>
            </a:r>
            <a:r>
              <a:rPr lang="en-US" dirty="0" smtClean="0"/>
              <a:t> </a:t>
            </a:r>
            <a:r>
              <a:rPr lang="en-US" b="1" dirty="0" smtClean="0"/>
              <a:t>&lt;p&gt;</a:t>
            </a:r>
            <a:r>
              <a:rPr lang="en-US" dirty="0" smtClean="0"/>
              <a:t>  </a:t>
            </a:r>
          </a:p>
          <a:p>
            <a:r>
              <a:rPr lang="en-US" dirty="0" smtClean="0"/>
              <a:t>Click here </a:t>
            </a:r>
            <a:r>
              <a:rPr lang="en-US" b="1" dirty="0" smtClean="0">
                <a:solidFill>
                  <a:srgbClr val="FF0000"/>
                </a:solidFill>
              </a:rPr>
              <a:t>&lt;a</a:t>
            </a:r>
            <a:r>
              <a:rPr lang="en-US" dirty="0" smtClean="0">
                <a:solidFill>
                  <a:srgbClr val="FF0000"/>
                </a:solidFill>
              </a:rPr>
              <a:t> </a:t>
            </a:r>
            <a:r>
              <a:rPr lang="en-US" dirty="0" err="1" smtClean="0">
                <a:solidFill>
                  <a:srgbClr val="FF0000"/>
                </a:solidFill>
              </a:rPr>
              <a:t>href</a:t>
            </a:r>
            <a:r>
              <a:rPr lang="en-US" dirty="0" smtClean="0">
                <a:solidFill>
                  <a:srgbClr val="FF0000"/>
                </a:solidFill>
              </a:rPr>
              <a:t>="#" </a:t>
            </a:r>
            <a:r>
              <a:rPr lang="en-US" dirty="0" err="1" smtClean="0">
                <a:solidFill>
                  <a:srgbClr val="FF0000"/>
                </a:solidFill>
              </a:rPr>
              <a:t>onClick</a:t>
            </a:r>
            <a:r>
              <a:rPr lang="en-US" dirty="0" smtClean="0">
                <a:solidFill>
                  <a:srgbClr val="FF0000"/>
                </a:solidFill>
              </a:rPr>
              <a:t>="</a:t>
            </a:r>
            <a:r>
              <a:rPr lang="en-US" dirty="0" err="1" smtClean="0">
                <a:solidFill>
                  <a:srgbClr val="FF0000"/>
                </a:solidFill>
              </a:rPr>
              <a:t>dateandtime</a:t>
            </a:r>
            <a:r>
              <a:rPr lang="en-US" dirty="0" smtClean="0">
                <a:solidFill>
                  <a:srgbClr val="FF0000"/>
                </a:solidFill>
              </a:rPr>
              <a:t>();"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  <a:r>
              <a:rPr lang="en-US" dirty="0" smtClean="0"/>
              <a:t> Date and Time </a:t>
            </a:r>
            <a:r>
              <a:rPr lang="en-US" b="1" dirty="0" smtClean="0"/>
              <a:t>&lt;/a&gt;</a:t>
            </a:r>
            <a:r>
              <a:rPr lang="en-US" dirty="0" smtClean="0"/>
              <a:t>  </a:t>
            </a:r>
          </a:p>
          <a:p>
            <a:r>
              <a:rPr lang="en-US" b="1" dirty="0" smtClean="0"/>
              <a:t>&lt;/p&gt;</a:t>
            </a:r>
            <a:r>
              <a:rPr lang="en-US" dirty="0" smtClean="0"/>
              <a:t> </a:t>
            </a:r>
            <a:r>
              <a:rPr lang="en-US" b="1" dirty="0" smtClean="0"/>
              <a:t>&lt;/center&gt;</a:t>
            </a:r>
            <a:r>
              <a:rPr lang="en-US" dirty="0" smtClean="0"/>
              <a:t>  </a:t>
            </a:r>
          </a:p>
          <a:p>
            <a:r>
              <a:rPr lang="en-US" b="1" dirty="0" smtClean="0"/>
              <a:t>&lt;/font&gt;</a:t>
            </a:r>
            <a:r>
              <a:rPr lang="en-US" dirty="0" smtClean="0"/>
              <a:t>  </a:t>
            </a:r>
          </a:p>
          <a:p>
            <a:r>
              <a:rPr lang="en-US" b="1" dirty="0" smtClean="0"/>
              <a:t>&lt;/body&gt;</a:t>
            </a:r>
            <a:r>
              <a:rPr lang="en-US" dirty="0" smtClean="0"/>
              <a:t>  </a:t>
            </a:r>
            <a:r>
              <a:rPr lang="en-US" b="1" dirty="0" smtClean="0"/>
              <a:t>&lt;/html&gt;</a:t>
            </a:r>
            <a:r>
              <a:rPr lang="en-US" dirty="0" smtClean="0"/>
              <a:t>  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754504"/>
          </a:xfrm>
        </p:spPr>
        <p:txBody>
          <a:bodyPr/>
          <a:lstStyle/>
          <a:p>
            <a:r>
              <a:rPr lang="en-US" dirty="0" smtClean="0"/>
              <a:t>JavaScript and HTML DOM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337" y="1797726"/>
            <a:ext cx="11029615" cy="956108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With version 4 of HTML, JavaScript code can also change the inner content and attributes of the HTML event.</a:t>
            </a:r>
          </a:p>
          <a:p>
            <a:r>
              <a:rPr lang="en-US" dirty="0" smtClean="0"/>
              <a:t>We are checking the Grade of a student according to the percentage criteria with the JavaScript and HTML DOM.</a:t>
            </a:r>
          </a:p>
          <a:p>
            <a:r>
              <a:rPr lang="en-US" dirty="0" smtClean="0"/>
              <a:t>Problem 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91356" y="3375837"/>
            <a:ext cx="5046588" cy="3085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223" y="1839435"/>
            <a:ext cx="4731489" cy="4859078"/>
          </a:xfrm>
          <a:ln>
            <a:solidFill>
              <a:srgbClr val="FF0000"/>
            </a:solidFill>
          </a:ln>
        </p:spPr>
        <p:txBody>
          <a:bodyPr>
            <a:noAutofit/>
          </a:bodyPr>
          <a:lstStyle/>
          <a:p>
            <a:pPr>
              <a:buNone/>
            </a:pPr>
            <a:r>
              <a:rPr lang="en-US" sz="1400" b="1" dirty="0" smtClean="0"/>
              <a:t>&lt;html&gt;</a:t>
            </a:r>
            <a:r>
              <a:rPr lang="en-US" sz="1400" dirty="0" smtClean="0"/>
              <a:t>   </a:t>
            </a:r>
          </a:p>
          <a:p>
            <a:pPr>
              <a:buNone/>
            </a:pPr>
            <a:r>
              <a:rPr lang="en-US" sz="1400" dirty="0" smtClean="0"/>
              <a:t>    </a:t>
            </a:r>
            <a:r>
              <a:rPr lang="en-US" sz="1400" b="1" dirty="0" smtClean="0"/>
              <a:t>&lt;head&gt;</a:t>
            </a:r>
            <a:r>
              <a:rPr lang="en-US" sz="1400" dirty="0" smtClean="0"/>
              <a:t>  </a:t>
            </a:r>
            <a:r>
              <a:rPr lang="en-US" sz="1400" b="1" dirty="0" smtClean="0"/>
              <a:t>&lt;title&gt;</a:t>
            </a:r>
            <a:r>
              <a:rPr lang="en-US" sz="1400" dirty="0" smtClean="0"/>
              <a:t> Check Student Grade  </a:t>
            </a:r>
            <a:r>
              <a:rPr lang="en-US" sz="1400" b="1" dirty="0" smtClean="0"/>
              <a:t>&lt;/title&gt;</a:t>
            </a:r>
            <a:r>
              <a:rPr lang="en-US" sz="1400" dirty="0" smtClean="0"/>
              <a:t> </a:t>
            </a:r>
            <a:r>
              <a:rPr lang="en-US" sz="1400" b="1" dirty="0" smtClean="0"/>
              <a:t>&lt;/head&gt;</a:t>
            </a:r>
            <a:r>
              <a:rPr lang="en-US" sz="1400" dirty="0" smtClean="0"/>
              <a:t> </a:t>
            </a:r>
          </a:p>
          <a:p>
            <a:pPr>
              <a:buNone/>
            </a:pPr>
            <a:r>
              <a:rPr lang="en-US" sz="1400" b="1" dirty="0" smtClean="0">
                <a:solidFill>
                  <a:srgbClr val="FF0000"/>
                </a:solidFill>
              </a:rPr>
              <a:t>&lt;body&gt;</a:t>
            </a:r>
            <a:r>
              <a:rPr lang="en-US" sz="1400" dirty="0" smtClean="0"/>
              <a:t>   </a:t>
            </a:r>
          </a:p>
          <a:p>
            <a:pPr>
              <a:buNone/>
            </a:pPr>
            <a:r>
              <a:rPr lang="en-US" sz="1400" b="1" dirty="0" smtClean="0"/>
              <a:t>&lt;p&gt;</a:t>
            </a:r>
            <a:r>
              <a:rPr lang="en-US" sz="1400" dirty="0" smtClean="0"/>
              <a:t>Enter the percentage of a Student:</a:t>
            </a:r>
            <a:r>
              <a:rPr lang="en-US" sz="1400" b="1" dirty="0" smtClean="0"/>
              <a:t>&lt;/p&gt;</a:t>
            </a:r>
            <a:r>
              <a:rPr lang="en-US" sz="1400" dirty="0" smtClean="0"/>
              <a:t>   </a:t>
            </a:r>
          </a:p>
          <a:p>
            <a:pPr>
              <a:buNone/>
            </a:pPr>
            <a:r>
              <a:rPr lang="en-US" sz="1400" b="1" dirty="0" smtClean="0">
                <a:solidFill>
                  <a:srgbClr val="FF0000"/>
                </a:solidFill>
              </a:rPr>
              <a:t>&lt;input type="text" id="percentage"&gt;  </a:t>
            </a:r>
          </a:p>
          <a:p>
            <a:pPr>
              <a:buNone/>
            </a:pPr>
            <a:r>
              <a:rPr lang="en-US" sz="1600" b="1" dirty="0" smtClean="0">
                <a:solidFill>
                  <a:srgbClr val="0070C0"/>
                </a:solidFill>
              </a:rPr>
              <a:t>&lt;button </a:t>
            </a:r>
            <a:r>
              <a:rPr lang="en-US" sz="1400" b="1" dirty="0" smtClean="0">
                <a:solidFill>
                  <a:srgbClr val="0070C0"/>
                </a:solidFill>
              </a:rPr>
              <a:t>type="button" </a:t>
            </a:r>
            <a:r>
              <a:rPr lang="en-US" sz="1400" b="1" dirty="0" err="1" smtClean="0">
                <a:solidFill>
                  <a:srgbClr val="0070C0"/>
                </a:solidFill>
              </a:rPr>
              <a:t>onclick</a:t>
            </a:r>
            <a:r>
              <a:rPr lang="en-US" sz="1400" b="1" dirty="0" smtClean="0">
                <a:solidFill>
                  <a:srgbClr val="0070C0"/>
                </a:solidFill>
              </a:rPr>
              <a:t>="</a:t>
            </a:r>
            <a:r>
              <a:rPr lang="en-US" sz="1400" b="1" dirty="0" err="1" smtClean="0">
                <a:solidFill>
                  <a:srgbClr val="0070C0"/>
                </a:solidFill>
              </a:rPr>
              <a:t>checkGrade</a:t>
            </a:r>
            <a:r>
              <a:rPr lang="en-US" sz="1400" b="1" dirty="0" smtClean="0">
                <a:solidFill>
                  <a:srgbClr val="0070C0"/>
                </a:solidFill>
              </a:rPr>
              <a:t>()"&gt;  </a:t>
            </a:r>
          </a:p>
          <a:p>
            <a:pPr>
              <a:buNone/>
            </a:pPr>
            <a:r>
              <a:rPr lang="en-US" sz="1400" dirty="0" smtClean="0"/>
              <a:t>Find Grade  </a:t>
            </a:r>
          </a:p>
          <a:p>
            <a:pPr>
              <a:buNone/>
            </a:pPr>
            <a:r>
              <a:rPr lang="en-US" sz="1400" b="1" dirty="0" smtClean="0">
                <a:solidFill>
                  <a:srgbClr val="0070C0"/>
                </a:solidFill>
              </a:rPr>
              <a:t>&lt;/button&gt;</a:t>
            </a:r>
            <a:r>
              <a:rPr lang="en-US" sz="1400" dirty="0" smtClean="0">
                <a:solidFill>
                  <a:srgbClr val="0070C0"/>
                </a:solidFill>
              </a:rPr>
              <a:t>   </a:t>
            </a:r>
          </a:p>
          <a:p>
            <a:pPr>
              <a:buNone/>
            </a:pPr>
            <a:r>
              <a:rPr lang="en-US" sz="1400" b="1" dirty="0" smtClean="0"/>
              <a:t>&lt;p</a:t>
            </a:r>
            <a:r>
              <a:rPr lang="en-US" sz="1400" dirty="0" smtClean="0"/>
              <a:t> id="demo"</a:t>
            </a:r>
            <a:r>
              <a:rPr lang="en-US" sz="1400" b="1" dirty="0" smtClean="0"/>
              <a:t>&gt;&lt;/p&gt;</a:t>
            </a:r>
            <a:r>
              <a:rPr lang="en-US" sz="1400" dirty="0" smtClean="0"/>
              <a:t>  </a:t>
            </a:r>
          </a:p>
          <a:p>
            <a:pPr>
              <a:buNone/>
            </a:pPr>
            <a:r>
              <a:rPr lang="en-US" sz="1400" b="1" dirty="0" smtClean="0">
                <a:solidFill>
                  <a:srgbClr val="FF0000"/>
                </a:solidFill>
              </a:rPr>
              <a:t>&lt;script type="text/</a:t>
            </a:r>
            <a:r>
              <a:rPr lang="en-US" sz="1400" b="1" dirty="0" err="1" smtClean="0">
                <a:solidFill>
                  <a:srgbClr val="FF0000"/>
                </a:solidFill>
              </a:rPr>
              <a:t>javascript</a:t>
            </a:r>
            <a:r>
              <a:rPr lang="en-US" sz="1400" b="1" dirty="0" smtClean="0">
                <a:solidFill>
                  <a:srgbClr val="FF0000"/>
                </a:solidFill>
              </a:rPr>
              <a:t>"&gt;  </a:t>
            </a:r>
            <a:r>
              <a:rPr lang="en-US" sz="1400" b="1" dirty="0" smtClean="0"/>
              <a:t>  </a:t>
            </a:r>
          </a:p>
          <a:p>
            <a:pPr>
              <a:buNone/>
            </a:pPr>
            <a:r>
              <a:rPr lang="en-US" sz="1600" dirty="0" smtClean="0">
                <a:solidFill>
                  <a:schemeClr val="accent3"/>
                </a:solidFill>
              </a:rPr>
              <a:t> function </a:t>
            </a:r>
            <a:r>
              <a:rPr lang="en-US" sz="1600" dirty="0" err="1" smtClean="0">
                <a:solidFill>
                  <a:schemeClr val="accent3"/>
                </a:solidFill>
              </a:rPr>
              <a:t>checkGrade</a:t>
            </a:r>
            <a:r>
              <a:rPr lang="en-US" sz="1600" dirty="0" smtClean="0">
                <a:solidFill>
                  <a:schemeClr val="accent3"/>
                </a:solidFill>
              </a:rPr>
              <a:t>()</a:t>
            </a:r>
          </a:p>
          <a:p>
            <a:pPr>
              <a:buNone/>
            </a:pPr>
            <a:r>
              <a:rPr lang="en-US" sz="1600" dirty="0" smtClean="0"/>
              <a:t>    {   </a:t>
            </a:r>
          </a:p>
          <a:p>
            <a:pPr>
              <a:buNone/>
            </a:pPr>
            <a:r>
              <a:rPr lang="en-US" sz="1600" dirty="0" smtClean="0"/>
              <a:t>     </a:t>
            </a:r>
            <a:r>
              <a:rPr lang="en-US" sz="1600" dirty="0" err="1" smtClean="0"/>
              <a:t>var</a:t>
            </a:r>
            <a:r>
              <a:rPr lang="en-US" sz="1600" dirty="0" smtClean="0"/>
              <a:t> </a:t>
            </a:r>
            <a:r>
              <a:rPr lang="en-US" sz="1600" dirty="0" err="1" smtClean="0"/>
              <a:t>x,p</a:t>
            </a:r>
            <a:r>
              <a:rPr lang="en-US" sz="1600" dirty="0" smtClean="0"/>
              <a:t>, text;   </a:t>
            </a:r>
          </a:p>
          <a:p>
            <a:pPr>
              <a:buNone/>
            </a:pPr>
            <a:r>
              <a:rPr lang="en-US" sz="1600" dirty="0" smtClean="0"/>
              <a:t>  </a:t>
            </a:r>
            <a:r>
              <a:rPr lang="en-US" sz="1600" dirty="0" smtClean="0">
                <a:solidFill>
                  <a:srgbClr val="FF0000"/>
                </a:solidFill>
              </a:rPr>
              <a:t>p = </a:t>
            </a:r>
            <a:r>
              <a:rPr lang="en-US" sz="1600" dirty="0" err="1" smtClean="0">
                <a:solidFill>
                  <a:srgbClr val="FF0000"/>
                </a:solidFill>
              </a:rPr>
              <a:t>document.getElementById</a:t>
            </a:r>
            <a:r>
              <a:rPr lang="en-US" sz="1600" dirty="0" smtClean="0">
                <a:solidFill>
                  <a:srgbClr val="FF0000"/>
                </a:solidFill>
              </a:rPr>
              <a:t>("percentage").</a:t>
            </a:r>
            <a:r>
              <a:rPr lang="en-US" sz="1600" dirty="0" smtClean="0">
                <a:solidFill>
                  <a:schemeClr val="tx1"/>
                </a:solidFill>
              </a:rPr>
              <a:t>value</a:t>
            </a:r>
            <a:r>
              <a:rPr lang="en-US" sz="1600" dirty="0" smtClean="0"/>
              <a:t>;   </a:t>
            </a:r>
            <a:endParaRPr lang="en-US" sz="14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199332" y="1843485"/>
            <a:ext cx="6539024" cy="480131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x=</a:t>
            </a:r>
            <a:r>
              <a:rPr lang="en-US" dirty="0" err="1" smtClean="0">
                <a:solidFill>
                  <a:srgbClr val="0070C0"/>
                </a:solidFill>
              </a:rPr>
              <a:t>parseInt</a:t>
            </a:r>
            <a:r>
              <a:rPr lang="en-US" dirty="0" smtClean="0">
                <a:solidFill>
                  <a:srgbClr val="0070C0"/>
                </a:solidFill>
              </a:rPr>
              <a:t>(p); </a:t>
            </a:r>
          </a:p>
          <a:p>
            <a:r>
              <a:rPr lang="en-US" dirty="0" smtClean="0">
                <a:solidFill>
                  <a:srgbClr val="00B050"/>
                </a:solidFill>
              </a:rPr>
              <a:t>if (x</a:t>
            </a:r>
            <a:r>
              <a:rPr lang="en-US" b="1" dirty="0" smtClean="0">
                <a:solidFill>
                  <a:srgbClr val="00B050"/>
                </a:solidFill>
              </a:rPr>
              <a:t>&gt;</a:t>
            </a:r>
            <a:r>
              <a:rPr lang="en-US" dirty="0" smtClean="0">
                <a:solidFill>
                  <a:srgbClr val="00B050"/>
                </a:solidFill>
              </a:rPr>
              <a:t>90 &amp;&amp; x </a:t>
            </a:r>
            <a:r>
              <a:rPr lang="en-US" b="1" dirty="0" smtClean="0">
                <a:solidFill>
                  <a:srgbClr val="00B050"/>
                </a:solidFill>
              </a:rPr>
              <a:t>&lt;</a:t>
            </a:r>
            <a:r>
              <a:rPr lang="en-US" dirty="0" smtClean="0">
                <a:solidFill>
                  <a:srgbClr val="00B050"/>
                </a:solidFill>
              </a:rPr>
              <a:t>= 100) </a:t>
            </a:r>
          </a:p>
          <a:p>
            <a:r>
              <a:rPr lang="en-US" dirty="0" smtClean="0"/>
              <a:t>   { 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document.getElementById</a:t>
            </a:r>
            <a:r>
              <a:rPr lang="en-US" dirty="0" smtClean="0"/>
              <a:t>("demo").</a:t>
            </a:r>
            <a:r>
              <a:rPr lang="en-US" dirty="0" err="1" smtClean="0"/>
              <a:t>innerHTML</a:t>
            </a:r>
            <a:r>
              <a:rPr lang="en-US" dirty="0" smtClean="0"/>
              <a:t> = "A1";  </a:t>
            </a:r>
          </a:p>
          <a:p>
            <a:r>
              <a:rPr lang="en-US" dirty="0" smtClean="0"/>
              <a:t>    } </a:t>
            </a:r>
          </a:p>
          <a:p>
            <a:r>
              <a:rPr lang="en-US" dirty="0" smtClean="0"/>
              <a:t>  </a:t>
            </a:r>
            <a:r>
              <a:rPr lang="en-US" dirty="0" smtClean="0">
                <a:solidFill>
                  <a:srgbClr val="00B050"/>
                </a:solidFill>
              </a:rPr>
              <a:t>else if (x</a:t>
            </a:r>
            <a:r>
              <a:rPr lang="en-US" b="1" dirty="0" smtClean="0">
                <a:solidFill>
                  <a:srgbClr val="00B050"/>
                </a:solidFill>
              </a:rPr>
              <a:t>&gt;</a:t>
            </a:r>
            <a:r>
              <a:rPr lang="en-US" dirty="0" smtClean="0">
                <a:solidFill>
                  <a:srgbClr val="00B050"/>
                </a:solidFill>
              </a:rPr>
              <a:t>80 &amp;&amp; x </a:t>
            </a:r>
            <a:r>
              <a:rPr lang="en-US" b="1" dirty="0" smtClean="0">
                <a:solidFill>
                  <a:srgbClr val="00B050"/>
                </a:solidFill>
              </a:rPr>
              <a:t>&lt;</a:t>
            </a:r>
            <a:r>
              <a:rPr lang="en-US" dirty="0" smtClean="0">
                <a:solidFill>
                  <a:srgbClr val="00B050"/>
                </a:solidFill>
              </a:rPr>
              <a:t>= 90) </a:t>
            </a:r>
          </a:p>
          <a:p>
            <a:r>
              <a:rPr lang="en-US" dirty="0" smtClean="0"/>
              <a:t>    {   </a:t>
            </a:r>
          </a:p>
          <a:p>
            <a:r>
              <a:rPr lang="en-US" dirty="0" smtClean="0"/>
              <a:t>     </a:t>
            </a:r>
            <a:r>
              <a:rPr lang="en-US" dirty="0" err="1" smtClean="0"/>
              <a:t>document.getElementById</a:t>
            </a:r>
            <a:r>
              <a:rPr lang="en-US" dirty="0" smtClean="0"/>
              <a:t>("demo").</a:t>
            </a:r>
            <a:r>
              <a:rPr lang="en-US" dirty="0" err="1" smtClean="0"/>
              <a:t>innerHTML</a:t>
            </a:r>
            <a:r>
              <a:rPr lang="en-US" dirty="0" smtClean="0"/>
              <a:t> = "A2";  </a:t>
            </a:r>
          </a:p>
          <a:p>
            <a:r>
              <a:rPr lang="en-US" dirty="0" smtClean="0"/>
              <a:t>    } </a:t>
            </a:r>
          </a:p>
          <a:p>
            <a:r>
              <a:rPr lang="en-US" dirty="0" smtClean="0"/>
              <a:t>    </a:t>
            </a:r>
            <a:r>
              <a:rPr lang="en-US" dirty="0" smtClean="0">
                <a:solidFill>
                  <a:srgbClr val="00B050"/>
                </a:solidFill>
              </a:rPr>
              <a:t>else if (x</a:t>
            </a:r>
            <a:r>
              <a:rPr lang="en-US" b="1" dirty="0" smtClean="0">
                <a:solidFill>
                  <a:srgbClr val="00B050"/>
                </a:solidFill>
              </a:rPr>
              <a:t>&gt;</a:t>
            </a:r>
            <a:r>
              <a:rPr lang="en-US" dirty="0" smtClean="0">
                <a:solidFill>
                  <a:srgbClr val="00B050"/>
                </a:solidFill>
              </a:rPr>
              <a:t>70 &amp;&amp; x </a:t>
            </a:r>
            <a:r>
              <a:rPr lang="en-US" b="1" dirty="0" smtClean="0">
                <a:solidFill>
                  <a:srgbClr val="00B050"/>
                </a:solidFill>
              </a:rPr>
              <a:t>&lt;</a:t>
            </a:r>
            <a:r>
              <a:rPr lang="en-US" dirty="0" smtClean="0">
                <a:solidFill>
                  <a:srgbClr val="00B050"/>
                </a:solidFill>
              </a:rPr>
              <a:t>= 80) </a:t>
            </a:r>
          </a:p>
          <a:p>
            <a:r>
              <a:rPr lang="en-US" dirty="0" smtClean="0"/>
              <a:t>      {   </a:t>
            </a:r>
          </a:p>
          <a:p>
            <a:r>
              <a:rPr lang="en-US" dirty="0" smtClean="0"/>
              <a:t>      </a:t>
            </a:r>
            <a:r>
              <a:rPr lang="en-US" dirty="0" err="1" smtClean="0"/>
              <a:t>document.getElementById</a:t>
            </a:r>
            <a:r>
              <a:rPr lang="en-US" dirty="0" smtClean="0"/>
              <a:t>("demo").</a:t>
            </a:r>
            <a:r>
              <a:rPr lang="en-US" dirty="0" err="1" smtClean="0"/>
              <a:t>innerHTML</a:t>
            </a:r>
            <a:r>
              <a:rPr lang="en-US" dirty="0" smtClean="0"/>
              <a:t> = "A3";  </a:t>
            </a:r>
          </a:p>
          <a:p>
            <a:r>
              <a:rPr lang="en-US" dirty="0" smtClean="0"/>
              <a:t>       }     </a:t>
            </a:r>
          </a:p>
          <a:p>
            <a:r>
              <a:rPr lang="en-US" dirty="0" smtClean="0"/>
              <a:t>      }   </a:t>
            </a:r>
          </a:p>
          <a:p>
            <a:r>
              <a:rPr lang="en-US" dirty="0" smtClean="0"/>
              <a:t>       </a:t>
            </a:r>
            <a:r>
              <a:rPr lang="en-US" dirty="0" smtClean="0">
                <a:solidFill>
                  <a:srgbClr val="FF0000"/>
                </a:solidFill>
              </a:rPr>
              <a:t> </a:t>
            </a:r>
            <a:r>
              <a:rPr lang="en-US" b="1" dirty="0" smtClean="0">
                <a:solidFill>
                  <a:srgbClr val="FF0000"/>
                </a:solidFill>
              </a:rPr>
              <a:t>&lt;/script&gt;</a:t>
            </a:r>
            <a:r>
              <a:rPr lang="en-US" dirty="0" smtClean="0">
                <a:solidFill>
                  <a:srgbClr val="FF0000"/>
                </a:solidFill>
              </a:rPr>
              <a:t> </a:t>
            </a:r>
            <a:r>
              <a:rPr lang="en-US" dirty="0" smtClean="0"/>
              <a:t>  </a:t>
            </a:r>
          </a:p>
          <a:p>
            <a:r>
              <a:rPr lang="en-US" dirty="0" smtClean="0"/>
              <a:t>    </a:t>
            </a:r>
            <a:r>
              <a:rPr lang="en-US" b="1" dirty="0" smtClean="0">
                <a:solidFill>
                  <a:srgbClr val="FF0000"/>
                </a:solidFill>
              </a:rPr>
              <a:t>&lt;/body&gt;</a:t>
            </a:r>
            <a:r>
              <a:rPr lang="en-US" dirty="0" smtClean="0">
                <a:solidFill>
                  <a:srgbClr val="FF0000"/>
                </a:solidFill>
              </a:rPr>
              <a:t> </a:t>
            </a:r>
            <a:r>
              <a:rPr lang="en-US" dirty="0" smtClean="0"/>
              <a:t>  </a:t>
            </a:r>
          </a:p>
          <a:p>
            <a:r>
              <a:rPr lang="en-US" b="1" dirty="0" smtClean="0"/>
              <a:t>&lt;/html&gt;</a:t>
            </a:r>
            <a:r>
              <a:rPr lang="en-US" dirty="0" smtClean="0"/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669444"/>
          </a:xfrm>
        </p:spPr>
        <p:txBody>
          <a:bodyPr/>
          <a:lstStyle/>
          <a:p>
            <a:r>
              <a:rPr lang="en-US" dirty="0" smtClean="0"/>
              <a:t>DHTML CSS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2180497"/>
            <a:ext cx="9934408" cy="2274545"/>
          </a:xfrm>
        </p:spPr>
        <p:txBody>
          <a:bodyPr/>
          <a:lstStyle/>
          <a:p>
            <a:r>
              <a:rPr lang="en-US" dirty="0" smtClean="0"/>
              <a:t>We can easily use the CSS with the DHTML page with the help of JavaScript and HTML DOM. </a:t>
            </a:r>
          </a:p>
          <a:p>
            <a:r>
              <a:rPr lang="en-US" dirty="0" smtClean="0"/>
              <a:t>With the help of </a:t>
            </a:r>
            <a:r>
              <a:rPr lang="en-US" b="1" dirty="0" err="1" smtClean="0">
                <a:solidFill>
                  <a:srgbClr val="FF0000"/>
                </a:solidFill>
              </a:rPr>
              <a:t>this.style.property</a:t>
            </a:r>
            <a:r>
              <a:rPr lang="en-US" b="1" dirty="0" smtClean="0">
                <a:solidFill>
                  <a:srgbClr val="FF0000"/>
                </a:solidFill>
              </a:rPr>
              <a:t>=new style</a:t>
            </a:r>
            <a:r>
              <a:rPr lang="en-US" dirty="0" smtClean="0"/>
              <a:t>  </a:t>
            </a:r>
          </a:p>
          <a:p>
            <a:r>
              <a:rPr lang="en-US" dirty="0" smtClean="0"/>
              <a:t>we can </a:t>
            </a:r>
            <a:r>
              <a:rPr lang="en-US" u="sng" dirty="0" smtClean="0"/>
              <a:t>change the style of the currently</a:t>
            </a:r>
            <a:r>
              <a:rPr lang="en-US" dirty="0" smtClean="0"/>
              <a:t> used HTML element. </a:t>
            </a:r>
          </a:p>
          <a:p>
            <a:r>
              <a:rPr lang="en-US" dirty="0" smtClean="0"/>
              <a:t>we can also </a:t>
            </a:r>
            <a:r>
              <a:rPr lang="en-US" u="sng" dirty="0" smtClean="0"/>
              <a:t>update the style</a:t>
            </a:r>
            <a:r>
              <a:rPr lang="en-US" dirty="0" smtClean="0"/>
              <a:t> of any particular HTML element by </a:t>
            </a:r>
          </a:p>
          <a:p>
            <a:r>
              <a:rPr lang="en-US" b="1" dirty="0" err="1" smtClean="0">
                <a:solidFill>
                  <a:srgbClr val="FF0000"/>
                </a:solidFill>
              </a:rPr>
              <a:t>document.getElementById</a:t>
            </a:r>
            <a:r>
              <a:rPr lang="en-US" b="1" dirty="0" smtClean="0">
                <a:solidFill>
                  <a:srgbClr val="FF0000"/>
                </a:solidFill>
              </a:rPr>
              <a:t>(id).</a:t>
            </a:r>
            <a:r>
              <a:rPr lang="en-US" b="1" dirty="0" err="1" smtClean="0">
                <a:solidFill>
                  <a:srgbClr val="FF0000"/>
                </a:solidFill>
              </a:rPr>
              <a:t>style.property</a:t>
            </a:r>
            <a:r>
              <a:rPr lang="en-US" b="1" dirty="0" smtClean="0">
                <a:solidFill>
                  <a:srgbClr val="FF0000"/>
                </a:solidFill>
              </a:rPr>
              <a:t> = </a:t>
            </a:r>
            <a:r>
              <a:rPr lang="en-US" b="1" dirty="0" err="1" smtClean="0">
                <a:solidFill>
                  <a:srgbClr val="FF0000"/>
                </a:solidFill>
              </a:rPr>
              <a:t>new_style</a:t>
            </a:r>
            <a:r>
              <a:rPr lang="en-US" dirty="0" smtClean="0"/>
              <a:t>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31334" y="5025546"/>
            <a:ext cx="2828925" cy="48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2139" y="2180496"/>
            <a:ext cx="6517759" cy="447548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/>
              <a:t>&lt;html&gt;</a:t>
            </a:r>
            <a:r>
              <a:rPr lang="en-US" dirty="0" smtClean="0"/>
              <a:t>  </a:t>
            </a:r>
          </a:p>
          <a:p>
            <a:pPr>
              <a:buNone/>
            </a:pPr>
            <a:r>
              <a:rPr lang="en-US" b="1" dirty="0" smtClean="0"/>
              <a:t>&lt;head&gt;</a:t>
            </a:r>
            <a:r>
              <a:rPr lang="en-US" dirty="0" smtClean="0"/>
              <a:t>  </a:t>
            </a:r>
          </a:p>
          <a:p>
            <a:pPr>
              <a:buNone/>
            </a:pPr>
            <a:r>
              <a:rPr lang="en-US" b="1" dirty="0" smtClean="0"/>
              <a:t>&lt;title&gt;</a:t>
            </a:r>
            <a:r>
              <a:rPr lang="en-US" dirty="0" smtClean="0"/>
              <a:t>  Changes current HTML TEXT Color on the Click</a:t>
            </a:r>
            <a:r>
              <a:rPr lang="en-US" b="1" dirty="0" smtClean="0"/>
              <a:t>&lt;/title&gt;</a:t>
            </a:r>
            <a:r>
              <a:rPr lang="en-US" dirty="0" smtClean="0"/>
              <a:t>  </a:t>
            </a:r>
          </a:p>
          <a:p>
            <a:pPr>
              <a:buNone/>
            </a:pPr>
            <a:r>
              <a:rPr lang="en-US" b="1" dirty="0" smtClean="0"/>
              <a:t>&lt;/head&gt;</a:t>
            </a:r>
            <a:r>
              <a:rPr lang="en-US" dirty="0" smtClean="0"/>
              <a:t>  </a:t>
            </a:r>
          </a:p>
          <a:p>
            <a:pPr>
              <a:buNone/>
            </a:pPr>
            <a:r>
              <a:rPr lang="en-US" b="1" dirty="0" smtClean="0"/>
              <a:t>&lt;body&gt;</a:t>
            </a:r>
            <a:r>
              <a:rPr lang="en-US" dirty="0" smtClean="0"/>
              <a:t>  </a:t>
            </a:r>
          </a:p>
          <a:p>
            <a:pPr>
              <a:buNone/>
            </a:pPr>
            <a:r>
              <a:rPr lang="en-US" b="1" dirty="0" smtClean="0"/>
              <a:t>&lt;center&gt;</a:t>
            </a:r>
            <a:r>
              <a:rPr lang="en-US" dirty="0" smtClean="0"/>
              <a:t>  </a:t>
            </a:r>
          </a:p>
          <a:p>
            <a:pPr>
              <a:buNone/>
            </a:pPr>
            <a:r>
              <a:rPr lang="en-US" b="1" dirty="0" smtClean="0"/>
              <a:t>&lt;h1</a:t>
            </a:r>
            <a:r>
              <a:rPr lang="en-US" dirty="0" smtClean="0"/>
              <a:t> </a:t>
            </a:r>
            <a:r>
              <a:rPr lang="en-US" dirty="0" err="1" smtClean="0">
                <a:solidFill>
                  <a:srgbClr val="FF0000"/>
                </a:solidFill>
              </a:rPr>
              <a:t>onclick</a:t>
            </a:r>
            <a:r>
              <a:rPr lang="en-US" dirty="0" smtClean="0">
                <a:solidFill>
                  <a:srgbClr val="FF0000"/>
                </a:solidFill>
              </a:rPr>
              <a:t>="</a:t>
            </a:r>
            <a:r>
              <a:rPr lang="en-US" dirty="0" err="1" smtClean="0">
                <a:solidFill>
                  <a:srgbClr val="FF0000"/>
                </a:solidFill>
              </a:rPr>
              <a:t>this.style.color</a:t>
            </a:r>
            <a:r>
              <a:rPr lang="en-US" dirty="0" smtClean="0">
                <a:solidFill>
                  <a:srgbClr val="FF0000"/>
                </a:solidFill>
              </a:rPr>
              <a:t>=</a:t>
            </a:r>
            <a:r>
              <a:rPr lang="en-US" dirty="0" smtClean="0">
                <a:solidFill>
                  <a:srgbClr val="0070C0"/>
                </a:solidFill>
              </a:rPr>
              <a:t>'blue'</a:t>
            </a:r>
            <a:r>
              <a:rPr lang="en-US" dirty="0" smtClean="0">
                <a:solidFill>
                  <a:srgbClr val="FF0000"/>
                </a:solidFill>
              </a:rPr>
              <a:t>"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  <a:r>
              <a:rPr lang="en-US" dirty="0" smtClean="0"/>
              <a:t> Welcome in FIP Class</a:t>
            </a:r>
            <a:r>
              <a:rPr lang="en-US" b="1" dirty="0" smtClean="0"/>
              <a:t>&lt;/h1&gt;</a:t>
            </a:r>
            <a:r>
              <a:rPr lang="en-US" dirty="0" smtClean="0"/>
              <a:t> </a:t>
            </a:r>
          </a:p>
          <a:p>
            <a:pPr>
              <a:buNone/>
            </a:pPr>
            <a:r>
              <a:rPr lang="en-US" b="1" dirty="0" smtClean="0"/>
              <a:t>&lt;center&gt;</a:t>
            </a:r>
            <a:r>
              <a:rPr lang="en-US" dirty="0" smtClean="0"/>
              <a:t>  </a:t>
            </a:r>
          </a:p>
          <a:p>
            <a:pPr>
              <a:buNone/>
            </a:pPr>
            <a:r>
              <a:rPr lang="en-US" b="1" dirty="0" smtClean="0"/>
              <a:t>&lt;/body&gt;</a:t>
            </a:r>
            <a:r>
              <a:rPr lang="en-US" dirty="0" smtClean="0"/>
              <a:t>  </a:t>
            </a:r>
          </a:p>
          <a:p>
            <a:pPr>
              <a:buNone/>
            </a:pPr>
            <a:r>
              <a:rPr lang="en-US" b="1" dirty="0" smtClean="0"/>
              <a:t>&lt;/html&gt;</a:t>
            </a:r>
            <a:r>
              <a:rPr lang="en-US" dirty="0" smtClean="0"/>
              <a:t>  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765137"/>
          </a:xfrm>
        </p:spPr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84384"/>
          </a:xfrm>
        </p:spPr>
        <p:txBody>
          <a:bodyPr/>
          <a:lstStyle/>
          <a:p>
            <a:r>
              <a:rPr lang="en-US" dirty="0" smtClean="0"/>
              <a:t>CSS with JavaScript in DHTML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6643" y="1807536"/>
            <a:ext cx="3522975" cy="1626780"/>
          </a:xfrm>
        </p:spPr>
        <p:txBody>
          <a:bodyPr>
            <a:normAutofit/>
          </a:bodyPr>
          <a:lstStyle/>
          <a:p>
            <a:r>
              <a:rPr lang="en-US" dirty="0" smtClean="0"/>
              <a:t>With version 4 of HTML, JavaScript code can also change the style such as size, color, and face of an HTML element.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136077" y="1935130"/>
            <a:ext cx="7963778" cy="452431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lang="en-US" b="1" dirty="0" smtClean="0"/>
              <a:t>&lt;html&gt;</a:t>
            </a:r>
            <a:r>
              <a:rPr lang="en-US" dirty="0" smtClean="0"/>
              <a:t>  </a:t>
            </a:r>
          </a:p>
          <a:p>
            <a:r>
              <a:rPr lang="en-US" b="1" dirty="0" smtClean="0"/>
              <a:t>&lt;head&gt;</a:t>
            </a:r>
            <a:r>
              <a:rPr lang="en-US" dirty="0" smtClean="0"/>
              <a:t>   </a:t>
            </a:r>
            <a:r>
              <a:rPr lang="en-US" b="1" dirty="0" smtClean="0"/>
              <a:t>&lt;title&gt;</a:t>
            </a:r>
            <a:r>
              <a:rPr lang="en-US" dirty="0" smtClean="0"/>
              <a:t>  </a:t>
            </a:r>
            <a:r>
              <a:rPr lang="en-US" b="1" dirty="0" smtClean="0"/>
              <a:t>&lt;/title&gt;</a:t>
            </a:r>
            <a:r>
              <a:rPr lang="en-US" dirty="0" smtClean="0"/>
              <a:t>  </a:t>
            </a:r>
          </a:p>
          <a:p>
            <a:r>
              <a:rPr lang="en-US" b="1" dirty="0" smtClean="0"/>
              <a:t>&lt;/head&gt;</a:t>
            </a:r>
            <a:r>
              <a:rPr lang="en-US" dirty="0" smtClean="0"/>
              <a:t>  </a:t>
            </a:r>
          </a:p>
          <a:p>
            <a:r>
              <a:rPr lang="en-US" b="1" dirty="0" smtClean="0">
                <a:solidFill>
                  <a:srgbClr val="0070C0"/>
                </a:solidFill>
              </a:rPr>
              <a:t>&lt;body&gt;</a:t>
            </a:r>
            <a:r>
              <a:rPr lang="en-US" dirty="0" smtClean="0">
                <a:solidFill>
                  <a:srgbClr val="0070C0"/>
                </a:solidFill>
              </a:rPr>
              <a:t> </a:t>
            </a:r>
            <a:r>
              <a:rPr lang="en-US" dirty="0" smtClean="0"/>
              <a:t> </a:t>
            </a:r>
          </a:p>
          <a:p>
            <a:r>
              <a:rPr lang="en-US" dirty="0" smtClean="0"/>
              <a:t> </a:t>
            </a:r>
            <a:r>
              <a:rPr lang="en-US" b="1" dirty="0" smtClean="0"/>
              <a:t>&lt;p</a:t>
            </a:r>
            <a:r>
              <a:rPr lang="en-US" dirty="0" smtClean="0"/>
              <a:t> id="</a:t>
            </a:r>
            <a:r>
              <a:rPr lang="en-US" dirty="0" smtClean="0">
                <a:solidFill>
                  <a:srgbClr val="0070C0"/>
                </a:solidFill>
              </a:rPr>
              <a:t>demo</a:t>
            </a:r>
            <a:r>
              <a:rPr lang="en-US" dirty="0" smtClean="0"/>
              <a:t>"</a:t>
            </a:r>
            <a:r>
              <a:rPr lang="en-US" b="1" dirty="0" smtClean="0"/>
              <a:t>&gt;</a:t>
            </a:r>
            <a:r>
              <a:rPr lang="en-US" dirty="0" smtClean="0"/>
              <a:t> Let us changes text color when click on the </a:t>
            </a:r>
            <a:r>
              <a:rPr lang="en-US" dirty="0" err="1" smtClean="0"/>
              <a:t>ifferent</a:t>
            </a:r>
            <a:r>
              <a:rPr lang="en-US" dirty="0" smtClean="0"/>
              <a:t> buttons. </a:t>
            </a:r>
            <a:r>
              <a:rPr lang="en-US" b="1" dirty="0" smtClean="0"/>
              <a:t>&lt;/p&gt;</a:t>
            </a:r>
            <a:r>
              <a:rPr lang="en-US" dirty="0" smtClean="0"/>
              <a:t>  </a:t>
            </a:r>
          </a:p>
          <a:p>
            <a:r>
              <a:rPr lang="en-US" dirty="0" smtClean="0"/>
              <a:t> </a:t>
            </a:r>
            <a:r>
              <a:rPr lang="en-US" b="1" dirty="0" smtClean="0"/>
              <a:t>&lt;button</a:t>
            </a:r>
            <a:r>
              <a:rPr lang="en-US" dirty="0" smtClean="0"/>
              <a:t> </a:t>
            </a:r>
            <a:r>
              <a:rPr lang="en-US" dirty="0" err="1" smtClean="0"/>
              <a:t>onclick</a:t>
            </a:r>
            <a:r>
              <a:rPr lang="en-US" dirty="0" smtClean="0"/>
              <a:t>="</a:t>
            </a:r>
            <a:r>
              <a:rPr lang="en-US" dirty="0" err="1" smtClean="0"/>
              <a:t>change_Color</a:t>
            </a:r>
            <a:r>
              <a:rPr lang="en-US" dirty="0" smtClean="0"/>
              <a:t>('green');"</a:t>
            </a:r>
            <a:r>
              <a:rPr lang="en-US" b="1" dirty="0" smtClean="0"/>
              <a:t>&gt;</a:t>
            </a:r>
            <a:r>
              <a:rPr lang="en-US" dirty="0" smtClean="0"/>
              <a:t> Green </a:t>
            </a:r>
            <a:r>
              <a:rPr lang="en-US" b="1" dirty="0" smtClean="0"/>
              <a:t>&lt;/button&gt;</a:t>
            </a:r>
            <a:r>
              <a:rPr lang="en-US" dirty="0" smtClean="0"/>
              <a:t>  </a:t>
            </a:r>
          </a:p>
          <a:p>
            <a:r>
              <a:rPr lang="en-US" dirty="0" smtClean="0"/>
              <a:t> </a:t>
            </a:r>
            <a:r>
              <a:rPr lang="en-US" b="1" dirty="0" smtClean="0"/>
              <a:t>&lt;button</a:t>
            </a:r>
            <a:r>
              <a:rPr lang="en-US" dirty="0" smtClean="0"/>
              <a:t> </a:t>
            </a:r>
            <a:r>
              <a:rPr lang="en-US" dirty="0" err="1" smtClean="0"/>
              <a:t>onclick</a:t>
            </a:r>
            <a:r>
              <a:rPr lang="en-US" dirty="0" smtClean="0"/>
              <a:t>="</a:t>
            </a:r>
            <a:r>
              <a:rPr lang="en-US" dirty="0" err="1" smtClean="0"/>
              <a:t>change_Color</a:t>
            </a:r>
            <a:r>
              <a:rPr lang="en-US" dirty="0" smtClean="0"/>
              <a:t>('blue');"</a:t>
            </a:r>
            <a:r>
              <a:rPr lang="en-US" b="1" dirty="0" smtClean="0"/>
              <a:t>&gt;</a:t>
            </a:r>
            <a:r>
              <a:rPr lang="en-US" dirty="0" smtClean="0"/>
              <a:t> Blue </a:t>
            </a:r>
            <a:r>
              <a:rPr lang="en-US" b="1" dirty="0" smtClean="0"/>
              <a:t>&lt;/button&gt;</a:t>
            </a:r>
            <a:r>
              <a:rPr lang="en-US" dirty="0" smtClean="0"/>
              <a:t>  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&lt;script</a:t>
            </a:r>
            <a:r>
              <a:rPr lang="en-US" dirty="0" smtClean="0">
                <a:solidFill>
                  <a:srgbClr val="FF0000"/>
                </a:solidFill>
              </a:rPr>
              <a:t> type="text/</a:t>
            </a:r>
            <a:r>
              <a:rPr lang="en-US" dirty="0" err="1" smtClean="0">
                <a:solidFill>
                  <a:srgbClr val="FF0000"/>
                </a:solidFill>
              </a:rPr>
              <a:t>javascript</a:t>
            </a:r>
            <a:r>
              <a:rPr lang="en-US" dirty="0" smtClean="0">
                <a:solidFill>
                  <a:srgbClr val="FF0000"/>
                </a:solidFill>
              </a:rPr>
              <a:t>"</a:t>
            </a:r>
            <a:r>
              <a:rPr lang="en-US" b="1" dirty="0" smtClean="0">
                <a:solidFill>
                  <a:srgbClr val="FF0000"/>
                </a:solidFill>
              </a:rPr>
              <a:t>&gt;</a:t>
            </a:r>
            <a:r>
              <a:rPr lang="en-US" dirty="0" smtClean="0">
                <a:solidFill>
                  <a:srgbClr val="FF0000"/>
                </a:solidFill>
              </a:rPr>
              <a:t>  </a:t>
            </a:r>
          </a:p>
          <a:p>
            <a:r>
              <a:rPr lang="en-US" dirty="0" smtClean="0"/>
              <a:t> </a:t>
            </a:r>
            <a:r>
              <a:rPr lang="en-US" dirty="0" smtClean="0">
                <a:solidFill>
                  <a:srgbClr val="00B050"/>
                </a:solidFill>
              </a:rPr>
              <a:t>function </a:t>
            </a:r>
            <a:r>
              <a:rPr lang="en-US" dirty="0" err="1" smtClean="0">
                <a:solidFill>
                  <a:srgbClr val="00B050"/>
                </a:solidFill>
              </a:rPr>
              <a:t>change_Color</a:t>
            </a:r>
            <a:r>
              <a:rPr lang="en-US" dirty="0" smtClean="0">
                <a:solidFill>
                  <a:srgbClr val="00B050"/>
                </a:solidFill>
              </a:rPr>
              <a:t>(</a:t>
            </a:r>
            <a:r>
              <a:rPr lang="en-US" dirty="0" err="1" smtClean="0">
                <a:solidFill>
                  <a:srgbClr val="00B050"/>
                </a:solidFill>
              </a:rPr>
              <a:t>newColor</a:t>
            </a:r>
            <a:r>
              <a:rPr lang="en-US" dirty="0" smtClean="0">
                <a:solidFill>
                  <a:srgbClr val="00B050"/>
                </a:solidFill>
              </a:rPr>
              <a:t>) </a:t>
            </a:r>
          </a:p>
          <a:p>
            <a:r>
              <a:rPr lang="en-US" dirty="0" smtClean="0"/>
              <a:t>  {  </a:t>
            </a:r>
          </a:p>
          <a:p>
            <a:r>
              <a:rPr lang="en-US" dirty="0" smtClean="0"/>
              <a:t>   </a:t>
            </a:r>
            <a:r>
              <a:rPr lang="en-US" dirty="0" err="1" smtClean="0"/>
              <a:t>var</a:t>
            </a:r>
            <a:r>
              <a:rPr lang="en-US" dirty="0" smtClean="0"/>
              <a:t> </a:t>
            </a:r>
            <a:r>
              <a:rPr lang="en-US" b="1" dirty="0" smtClean="0"/>
              <a:t>element</a:t>
            </a:r>
            <a:r>
              <a:rPr lang="en-US" dirty="0" smtClean="0"/>
              <a:t> = </a:t>
            </a:r>
            <a:r>
              <a:rPr lang="en-US" dirty="0" err="1" smtClean="0">
                <a:solidFill>
                  <a:srgbClr val="FF0000"/>
                </a:solidFill>
              </a:rPr>
              <a:t>document.getElementById</a:t>
            </a:r>
            <a:r>
              <a:rPr lang="en-US" dirty="0" smtClean="0"/>
              <a:t>('</a:t>
            </a:r>
            <a:r>
              <a:rPr lang="en-US" dirty="0" smtClean="0">
                <a:solidFill>
                  <a:srgbClr val="0070C0"/>
                </a:solidFill>
              </a:rPr>
              <a:t>demo</a:t>
            </a:r>
            <a:r>
              <a:rPr lang="en-US" dirty="0" smtClean="0"/>
              <a:t>').</a:t>
            </a:r>
            <a:r>
              <a:rPr lang="en-US" dirty="0" err="1" smtClean="0"/>
              <a:t>style.color</a:t>
            </a:r>
            <a:r>
              <a:rPr lang="en-US" dirty="0" smtClean="0"/>
              <a:t> = </a:t>
            </a:r>
            <a:r>
              <a:rPr lang="en-US" dirty="0" err="1" smtClean="0">
                <a:solidFill>
                  <a:srgbClr val="C00000"/>
                </a:solidFill>
              </a:rPr>
              <a:t>newColor</a:t>
            </a:r>
            <a:r>
              <a:rPr lang="en-US" dirty="0" smtClean="0"/>
              <a:t>;  </a:t>
            </a:r>
          </a:p>
          <a:p>
            <a:r>
              <a:rPr lang="en-US" dirty="0" smtClean="0"/>
              <a:t>  }  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&lt;/script&gt;</a:t>
            </a:r>
            <a:r>
              <a:rPr lang="en-US" dirty="0" smtClean="0">
                <a:solidFill>
                  <a:srgbClr val="FF0000"/>
                </a:solidFill>
              </a:rPr>
              <a:t> </a:t>
            </a:r>
            <a:r>
              <a:rPr lang="en-US" dirty="0" smtClean="0"/>
              <a:t> </a:t>
            </a:r>
          </a:p>
          <a:p>
            <a:r>
              <a:rPr lang="en-US" b="1" dirty="0" smtClean="0">
                <a:solidFill>
                  <a:srgbClr val="0070C0"/>
                </a:solidFill>
              </a:rPr>
              <a:t>&lt;/body&gt;</a:t>
            </a:r>
            <a:r>
              <a:rPr lang="en-US" dirty="0" smtClean="0">
                <a:solidFill>
                  <a:srgbClr val="0070C0"/>
                </a:solidFill>
              </a:rPr>
              <a:t> </a:t>
            </a:r>
            <a:r>
              <a:rPr lang="en-US" dirty="0" smtClean="0"/>
              <a:t> </a:t>
            </a:r>
          </a:p>
          <a:p>
            <a:r>
              <a:rPr lang="en-US" b="1" dirty="0" smtClean="0"/>
              <a:t>&lt;/html&gt;</a:t>
            </a:r>
            <a:r>
              <a:rPr lang="en-US" dirty="0" smtClean="0"/>
              <a:t>  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9691" y="4006258"/>
            <a:ext cx="3781681" cy="12462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669444"/>
          </a:xfrm>
        </p:spPr>
        <p:txBody>
          <a:bodyPr/>
          <a:lstStyle/>
          <a:p>
            <a:r>
              <a:rPr lang="en-US" dirty="0" smtClean="0"/>
              <a:t>DHTML Events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 event is defined as </a:t>
            </a:r>
            <a:r>
              <a:rPr lang="en-US" dirty="0" smtClean="0">
                <a:solidFill>
                  <a:srgbClr val="FF0000"/>
                </a:solidFill>
              </a:rPr>
              <a:t>changing the occurrence of an object</a:t>
            </a:r>
            <a:r>
              <a:rPr lang="en-US" dirty="0" smtClean="0"/>
              <a:t>.</a:t>
            </a:r>
          </a:p>
          <a:p>
            <a:r>
              <a:rPr lang="en-US" dirty="0" smtClean="0"/>
              <a:t>It is compulsory to add the events in the DHTML page. </a:t>
            </a:r>
          </a:p>
          <a:p>
            <a:r>
              <a:rPr lang="en-US" dirty="0" smtClean="0"/>
              <a:t>Without events, there will be </a:t>
            </a:r>
            <a:r>
              <a:rPr lang="en-US" b="1" u="sng" dirty="0" smtClean="0"/>
              <a:t>no dynamic content on the HTML page</a:t>
            </a:r>
            <a:r>
              <a:rPr lang="en-US" dirty="0" smtClean="0"/>
              <a:t>. </a:t>
            </a:r>
          </a:p>
          <a:p>
            <a:r>
              <a:rPr lang="en-US" dirty="0" smtClean="0"/>
              <a:t>The event is a term in the HTML,</a:t>
            </a:r>
          </a:p>
          <a:p>
            <a:r>
              <a:rPr lang="en-US" dirty="0" smtClean="0"/>
              <a:t>which </a:t>
            </a:r>
            <a:r>
              <a:rPr lang="en-US" b="1" u="sng" dirty="0" smtClean="0">
                <a:solidFill>
                  <a:srgbClr val="FF0000"/>
                </a:solidFill>
              </a:rPr>
              <a:t>triggers the actions in the web browsers</a:t>
            </a:r>
            <a:r>
              <a:rPr lang="en-US" dirty="0" smtClean="0"/>
              <a:t>.</a:t>
            </a:r>
          </a:p>
          <a:p>
            <a:r>
              <a:rPr lang="en-US" dirty="0" smtClean="0"/>
              <a:t>Suppose, any user clicks an HTML element, </a:t>
            </a:r>
          </a:p>
          <a:p>
            <a:r>
              <a:rPr lang="en-US" dirty="0" smtClean="0"/>
              <a:t>then the </a:t>
            </a:r>
            <a:r>
              <a:rPr lang="en-US" b="1" dirty="0" smtClean="0">
                <a:solidFill>
                  <a:srgbClr val="0070C0"/>
                </a:solidFill>
              </a:rPr>
              <a:t>JavaScript code associated with that element is executed</a:t>
            </a:r>
            <a:r>
              <a:rPr lang="en-US" dirty="0" smtClean="0"/>
              <a:t>.</a:t>
            </a:r>
          </a:p>
          <a:p>
            <a:r>
              <a:rPr lang="en-US" dirty="0" smtClean="0"/>
              <a:t>Actually, the event </a:t>
            </a:r>
            <a:r>
              <a:rPr lang="en-US" b="1" u="sng" dirty="0" smtClean="0">
                <a:solidFill>
                  <a:srgbClr val="0070C0"/>
                </a:solidFill>
              </a:rPr>
              <a:t>handlers catch the events </a:t>
            </a:r>
            <a:r>
              <a:rPr lang="en-US" dirty="0" smtClean="0"/>
              <a:t>performed by the user and then execute the code.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Event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9174" y="2542003"/>
            <a:ext cx="5723915" cy="1041169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Click a button.</a:t>
            </a:r>
          </a:p>
          <a:p>
            <a:r>
              <a:rPr lang="en-US" dirty="0" smtClean="0"/>
              <a:t>Submitting a form.</a:t>
            </a:r>
          </a:p>
          <a:p>
            <a:r>
              <a:rPr lang="en-US" dirty="0" smtClean="0"/>
              <a:t>An image loading or a web page loading,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  <p:graphicFrame>
        <p:nvGraphicFramePr>
          <p:cNvPr id="5" name="Diagram 4"/>
          <p:cNvGraphicFramePr/>
          <p:nvPr/>
        </p:nvGraphicFramePr>
        <p:xfrm>
          <a:off x="7549116" y="1892612"/>
          <a:ext cx="3514651" cy="36044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Rectangle 5"/>
          <p:cNvSpPr/>
          <p:nvPr/>
        </p:nvSpPr>
        <p:spPr>
          <a:xfrm>
            <a:off x="198474" y="591282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 Lets play for </a:t>
            </a:r>
            <a:r>
              <a:rPr lang="en-US" b="1" dirty="0" err="1" smtClean="0">
                <a:solidFill>
                  <a:srgbClr val="0070C0"/>
                </a:solidFill>
              </a:rPr>
              <a:t>onclick</a:t>
            </a:r>
            <a:r>
              <a:rPr lang="en-US" b="1" dirty="0" smtClean="0">
                <a:solidFill>
                  <a:srgbClr val="0070C0"/>
                </a:solidFill>
              </a:rPr>
              <a:t> event handler</a:t>
            </a:r>
            <a:r>
              <a:rPr lang="en-US" dirty="0" smtClean="0"/>
              <a:t>, </a:t>
            </a:r>
          </a:p>
          <a:p>
            <a:r>
              <a:rPr lang="en-US" dirty="0" smtClean="0"/>
              <a:t>                   which is used to change the text after clicking</a:t>
            </a:r>
            <a:endParaRPr lang="en-US" dirty="0"/>
          </a:p>
        </p:txBody>
      </p:sp>
      <p:graphicFrame>
        <p:nvGraphicFramePr>
          <p:cNvPr id="8" name="Diagram 7"/>
          <p:cNvGraphicFramePr/>
          <p:nvPr/>
        </p:nvGraphicFramePr>
        <p:xfrm>
          <a:off x="1818168" y="3232299"/>
          <a:ext cx="4720856" cy="2392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839433"/>
            <a:ext cx="11029615" cy="4869711"/>
          </a:xfrm>
        </p:spPr>
        <p:txBody>
          <a:bodyPr>
            <a:normAutofit fontScale="32500" lnSpcReduction="20000"/>
          </a:bodyPr>
          <a:lstStyle/>
          <a:p>
            <a:pPr>
              <a:buNone/>
            </a:pPr>
            <a:r>
              <a:rPr lang="en-US" sz="4900" b="1" dirty="0" smtClean="0"/>
              <a:t>&lt;html&gt;</a:t>
            </a:r>
            <a:r>
              <a:rPr lang="en-US" sz="4900" dirty="0" smtClean="0"/>
              <a:t>  </a:t>
            </a:r>
            <a:r>
              <a:rPr lang="en-US" sz="4900" b="1" dirty="0" smtClean="0"/>
              <a:t>&lt;head&gt;</a:t>
            </a:r>
            <a:r>
              <a:rPr lang="en-US" sz="4900" dirty="0" smtClean="0"/>
              <a:t>  </a:t>
            </a:r>
          </a:p>
          <a:p>
            <a:pPr>
              <a:buNone/>
            </a:pPr>
            <a:r>
              <a:rPr lang="en-US" sz="4900" b="1" dirty="0" smtClean="0"/>
              <a:t>&lt;title&gt;</a:t>
            </a:r>
            <a:r>
              <a:rPr lang="en-US" sz="4900" dirty="0" smtClean="0"/>
              <a:t>  Example of </a:t>
            </a:r>
            <a:r>
              <a:rPr lang="en-US" sz="4900" dirty="0" err="1" smtClean="0"/>
              <a:t>onclick</a:t>
            </a:r>
            <a:r>
              <a:rPr lang="en-US" sz="4900" dirty="0" smtClean="0"/>
              <a:t> event  </a:t>
            </a:r>
            <a:r>
              <a:rPr lang="en-US" sz="4900" b="1" dirty="0" smtClean="0"/>
              <a:t>&lt;/title&gt;</a:t>
            </a:r>
            <a:r>
              <a:rPr lang="en-US" sz="4900" dirty="0" smtClean="0"/>
              <a:t>  </a:t>
            </a:r>
          </a:p>
          <a:p>
            <a:pPr>
              <a:buNone/>
            </a:pPr>
            <a:r>
              <a:rPr lang="en-US" sz="4900" b="1" dirty="0" smtClean="0">
                <a:solidFill>
                  <a:srgbClr val="FF0000"/>
                </a:solidFill>
              </a:rPr>
              <a:t>&lt;script</a:t>
            </a:r>
            <a:r>
              <a:rPr lang="en-US" sz="4900" dirty="0" smtClean="0">
                <a:solidFill>
                  <a:srgbClr val="FF0000"/>
                </a:solidFill>
              </a:rPr>
              <a:t> type="text/</a:t>
            </a:r>
            <a:r>
              <a:rPr lang="en-US" sz="4900" dirty="0" err="1" smtClean="0">
                <a:solidFill>
                  <a:srgbClr val="FF0000"/>
                </a:solidFill>
              </a:rPr>
              <a:t>javascript</a:t>
            </a:r>
            <a:r>
              <a:rPr lang="en-US" sz="4900" dirty="0" smtClean="0">
                <a:solidFill>
                  <a:srgbClr val="FF0000"/>
                </a:solidFill>
              </a:rPr>
              <a:t>"</a:t>
            </a:r>
            <a:r>
              <a:rPr lang="en-US" sz="4900" b="1" dirty="0" smtClean="0">
                <a:solidFill>
                  <a:srgbClr val="FF0000"/>
                </a:solidFill>
              </a:rPr>
              <a:t>&gt;</a:t>
            </a:r>
            <a:r>
              <a:rPr lang="en-US" sz="4900" dirty="0" smtClean="0">
                <a:solidFill>
                  <a:srgbClr val="FF0000"/>
                </a:solidFill>
              </a:rPr>
              <a:t>  </a:t>
            </a:r>
          </a:p>
          <a:p>
            <a:pPr>
              <a:buNone/>
            </a:pPr>
            <a:r>
              <a:rPr lang="en-US" sz="4900" dirty="0" smtClean="0"/>
              <a:t>function </a:t>
            </a:r>
            <a:r>
              <a:rPr lang="en-US" sz="4900" dirty="0" err="1" smtClean="0"/>
              <a:t>ChangeText</a:t>
            </a:r>
            <a:r>
              <a:rPr lang="en-US" sz="4900" dirty="0" smtClean="0"/>
              <a:t>(</a:t>
            </a:r>
            <a:r>
              <a:rPr lang="en-US" sz="4900" dirty="0" err="1" smtClean="0">
                <a:solidFill>
                  <a:srgbClr val="0070C0"/>
                </a:solidFill>
              </a:rPr>
              <a:t>ctext</a:t>
            </a:r>
            <a:r>
              <a:rPr lang="en-US" sz="4900" dirty="0" smtClean="0"/>
              <a:t>)  </a:t>
            </a:r>
          </a:p>
          <a:p>
            <a:pPr>
              <a:buNone/>
            </a:pPr>
            <a:r>
              <a:rPr lang="en-US" sz="4900" dirty="0" smtClean="0"/>
              <a:t>{  </a:t>
            </a:r>
          </a:p>
          <a:p>
            <a:pPr>
              <a:buNone/>
            </a:pPr>
            <a:r>
              <a:rPr lang="en-US" sz="4900" dirty="0" err="1" smtClean="0">
                <a:solidFill>
                  <a:srgbClr val="0070C0"/>
                </a:solidFill>
              </a:rPr>
              <a:t>ctext</a:t>
            </a:r>
            <a:r>
              <a:rPr lang="en-US" sz="4900" dirty="0" err="1" smtClean="0">
                <a:solidFill>
                  <a:srgbClr val="FF0000"/>
                </a:solidFill>
              </a:rPr>
              <a:t>.innerHTML</a:t>
            </a:r>
            <a:r>
              <a:rPr lang="en-US" sz="4900" dirty="0" smtClean="0"/>
              <a:t>=“ GLA WLCOME YOU !! ";  </a:t>
            </a:r>
          </a:p>
          <a:p>
            <a:pPr>
              <a:buNone/>
            </a:pPr>
            <a:r>
              <a:rPr lang="en-US" sz="4900" dirty="0" smtClean="0"/>
              <a:t>}  </a:t>
            </a:r>
          </a:p>
          <a:p>
            <a:pPr>
              <a:buNone/>
            </a:pPr>
            <a:r>
              <a:rPr lang="en-US" sz="4900" b="1" dirty="0" smtClean="0">
                <a:solidFill>
                  <a:srgbClr val="FF0000"/>
                </a:solidFill>
              </a:rPr>
              <a:t>&lt;/script&gt;</a:t>
            </a:r>
            <a:r>
              <a:rPr lang="en-US" sz="4900" dirty="0" smtClean="0"/>
              <a:t>  </a:t>
            </a:r>
            <a:r>
              <a:rPr lang="en-US" sz="4900" b="1" dirty="0" smtClean="0"/>
              <a:t>&lt;/head&gt;</a:t>
            </a:r>
            <a:r>
              <a:rPr lang="en-US" sz="4900" dirty="0" smtClean="0"/>
              <a:t>  </a:t>
            </a:r>
          </a:p>
          <a:p>
            <a:pPr>
              <a:buNone/>
            </a:pPr>
            <a:r>
              <a:rPr lang="en-US" sz="4900" b="1" dirty="0" smtClean="0"/>
              <a:t>&lt;body&gt;</a:t>
            </a:r>
            <a:r>
              <a:rPr lang="en-US" sz="4900" dirty="0" smtClean="0"/>
              <a:t>  </a:t>
            </a:r>
          </a:p>
          <a:p>
            <a:pPr>
              <a:buNone/>
            </a:pPr>
            <a:r>
              <a:rPr lang="en-US" sz="4900" b="1" dirty="0" smtClean="0">
                <a:solidFill>
                  <a:srgbClr val="00B050"/>
                </a:solidFill>
              </a:rPr>
              <a:t>&lt;font color=</a:t>
            </a:r>
            <a:r>
              <a:rPr lang="en-US" sz="4900" b="1" dirty="0" smtClean="0">
                <a:solidFill>
                  <a:srgbClr val="FF0000"/>
                </a:solidFill>
              </a:rPr>
              <a:t>"red"</a:t>
            </a:r>
            <a:r>
              <a:rPr lang="en-US" sz="4900" b="1" dirty="0" smtClean="0">
                <a:solidFill>
                  <a:srgbClr val="00B050"/>
                </a:solidFill>
              </a:rPr>
              <a:t>&gt;</a:t>
            </a:r>
            <a:r>
              <a:rPr lang="en-US" sz="4900" dirty="0" smtClean="0">
                <a:solidFill>
                  <a:srgbClr val="00B050"/>
                </a:solidFill>
              </a:rPr>
              <a:t> </a:t>
            </a:r>
            <a:r>
              <a:rPr lang="en-US" sz="4900" dirty="0" smtClean="0"/>
              <a:t>Click on the Given text for changing it: </a:t>
            </a:r>
            <a:r>
              <a:rPr lang="en-US" sz="4900" b="1" dirty="0" smtClean="0"/>
              <a:t>&lt;</a:t>
            </a:r>
            <a:r>
              <a:rPr lang="en-US" sz="4900" b="1" dirty="0" err="1" smtClean="0"/>
              <a:t>br</a:t>
            </a:r>
            <a:r>
              <a:rPr lang="en-US" sz="4900" b="1" dirty="0" smtClean="0"/>
              <a:t>&gt;&lt;/font&gt;</a:t>
            </a:r>
            <a:r>
              <a:rPr lang="en-US" sz="4900" dirty="0" smtClean="0"/>
              <a:t>  </a:t>
            </a:r>
          </a:p>
          <a:p>
            <a:pPr>
              <a:buNone/>
            </a:pPr>
            <a:r>
              <a:rPr lang="en-US" sz="4900" b="1" dirty="0" smtClean="0"/>
              <a:t>&lt;font</a:t>
            </a:r>
            <a:r>
              <a:rPr lang="en-US" sz="4900" dirty="0" smtClean="0"/>
              <a:t> color="blue"</a:t>
            </a:r>
            <a:r>
              <a:rPr lang="en-US" sz="4900" b="1" dirty="0" smtClean="0"/>
              <a:t>&gt;</a:t>
            </a:r>
            <a:r>
              <a:rPr lang="en-US" sz="4900" dirty="0" smtClean="0"/>
              <a:t>   </a:t>
            </a:r>
          </a:p>
          <a:p>
            <a:pPr>
              <a:buNone/>
            </a:pPr>
            <a:r>
              <a:rPr lang="en-US" sz="4900" b="1" dirty="0" smtClean="0"/>
              <a:t>&lt;h1</a:t>
            </a:r>
            <a:r>
              <a:rPr lang="en-US" sz="4900" dirty="0" smtClean="0"/>
              <a:t> </a:t>
            </a:r>
            <a:r>
              <a:rPr lang="en-US" sz="4900" dirty="0" err="1" smtClean="0">
                <a:solidFill>
                  <a:srgbClr val="FF0000"/>
                </a:solidFill>
              </a:rPr>
              <a:t>onclick</a:t>
            </a:r>
            <a:r>
              <a:rPr lang="en-US" sz="4900" dirty="0" smtClean="0">
                <a:solidFill>
                  <a:srgbClr val="FF0000"/>
                </a:solidFill>
              </a:rPr>
              <a:t>="</a:t>
            </a:r>
            <a:r>
              <a:rPr lang="en-US" sz="4900" dirty="0" err="1" smtClean="0">
                <a:solidFill>
                  <a:srgbClr val="FF0000"/>
                </a:solidFill>
              </a:rPr>
              <a:t>ChangeText</a:t>
            </a:r>
            <a:r>
              <a:rPr lang="en-US" sz="4900" dirty="0" smtClean="0">
                <a:solidFill>
                  <a:srgbClr val="FF0000"/>
                </a:solidFill>
              </a:rPr>
              <a:t>(this)"</a:t>
            </a:r>
            <a:r>
              <a:rPr lang="en-US" sz="4900" b="1" dirty="0" smtClean="0"/>
              <a:t>&gt;</a:t>
            </a:r>
            <a:r>
              <a:rPr lang="en-US" sz="4900" dirty="0" smtClean="0"/>
              <a:t> STAR BNNE K LIYE MEHNAT KRNI PSDTI HE!! </a:t>
            </a:r>
            <a:r>
              <a:rPr lang="en-US" sz="4900" b="1" dirty="0" smtClean="0"/>
              <a:t>&lt;/h1&gt;</a:t>
            </a:r>
            <a:r>
              <a:rPr lang="en-US" sz="4900" dirty="0" smtClean="0"/>
              <a:t>  </a:t>
            </a:r>
          </a:p>
          <a:p>
            <a:pPr>
              <a:buNone/>
            </a:pPr>
            <a:r>
              <a:rPr lang="en-US" sz="4900" b="1" dirty="0" smtClean="0"/>
              <a:t>&lt;/font&gt;</a:t>
            </a:r>
            <a:r>
              <a:rPr lang="en-US" sz="4900" dirty="0" smtClean="0"/>
              <a:t>  </a:t>
            </a:r>
          </a:p>
          <a:p>
            <a:pPr>
              <a:buNone/>
            </a:pPr>
            <a:r>
              <a:rPr lang="en-US" sz="4900" b="1" dirty="0" smtClean="0"/>
              <a:t>&lt;/body&gt;</a:t>
            </a:r>
            <a:r>
              <a:rPr lang="en-US" sz="4900" dirty="0" smtClean="0"/>
              <a:t>  </a:t>
            </a:r>
            <a:r>
              <a:rPr lang="en-US" sz="4900" b="1" dirty="0" smtClean="0"/>
              <a:t>&lt;/html&gt;</a:t>
            </a:r>
            <a:r>
              <a:rPr lang="en-US" sz="4900" dirty="0" smtClean="0"/>
              <a:t>  </a:t>
            </a:r>
            <a:endParaRPr lang="en-US" sz="220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892596"/>
            <a:ext cx="11029615" cy="4837814"/>
          </a:xfrm>
        </p:spPr>
        <p:txBody>
          <a:bodyPr>
            <a:normAutofit fontScale="25000" lnSpcReduction="20000"/>
          </a:bodyPr>
          <a:lstStyle/>
          <a:p>
            <a:pPr>
              <a:buNone/>
            </a:pPr>
            <a:r>
              <a:rPr lang="en-US" sz="4800" b="1" dirty="0" smtClean="0"/>
              <a:t>&lt;</a:t>
            </a:r>
            <a:r>
              <a:rPr lang="en-US" sz="6400" b="1" dirty="0" smtClean="0"/>
              <a:t>html&gt;</a:t>
            </a:r>
            <a:r>
              <a:rPr lang="en-US" sz="6400" dirty="0" smtClean="0"/>
              <a:t>  </a:t>
            </a:r>
            <a:r>
              <a:rPr lang="en-US" sz="6400" b="1" dirty="0" smtClean="0"/>
              <a:t>&lt;head&gt;</a:t>
            </a:r>
            <a:r>
              <a:rPr lang="en-US" sz="6400" dirty="0" smtClean="0"/>
              <a:t>  </a:t>
            </a:r>
            <a:r>
              <a:rPr lang="en-US" sz="6400" b="1" dirty="0" smtClean="0"/>
              <a:t>&lt;title&gt;</a:t>
            </a:r>
            <a:r>
              <a:rPr lang="en-US" sz="6400" dirty="0" smtClean="0"/>
              <a:t>  ON SUBMIT EVENT  </a:t>
            </a:r>
            <a:r>
              <a:rPr lang="en-US" sz="6400" b="1" dirty="0" smtClean="0"/>
              <a:t>&lt;/title&gt;</a:t>
            </a:r>
            <a:r>
              <a:rPr lang="en-US" sz="6400" dirty="0" smtClean="0"/>
              <a:t>  </a:t>
            </a:r>
            <a:r>
              <a:rPr lang="en-US" sz="6400" b="1" dirty="0" smtClean="0"/>
              <a:t>&lt;/head&gt;</a:t>
            </a:r>
            <a:r>
              <a:rPr lang="en-US" sz="6400" dirty="0" smtClean="0"/>
              <a:t>  </a:t>
            </a:r>
          </a:p>
          <a:p>
            <a:pPr>
              <a:buNone/>
            </a:pPr>
            <a:r>
              <a:rPr lang="en-US" sz="6400" b="1" dirty="0" smtClean="0"/>
              <a:t>&lt;body&gt;</a:t>
            </a:r>
            <a:r>
              <a:rPr lang="en-US" sz="6400" dirty="0" smtClean="0"/>
              <a:t>  </a:t>
            </a:r>
          </a:p>
          <a:p>
            <a:pPr>
              <a:buNone/>
            </a:pPr>
            <a:r>
              <a:rPr lang="en-US" sz="6400" b="1" dirty="0" smtClean="0">
                <a:solidFill>
                  <a:srgbClr val="0070C0"/>
                </a:solidFill>
              </a:rPr>
              <a:t>&lt;form</a:t>
            </a:r>
            <a:r>
              <a:rPr lang="en-US" sz="6400" dirty="0" smtClean="0">
                <a:solidFill>
                  <a:srgbClr val="0070C0"/>
                </a:solidFill>
              </a:rPr>
              <a:t> </a:t>
            </a:r>
            <a:r>
              <a:rPr lang="en-US" sz="6400" dirty="0" err="1" smtClean="0">
                <a:solidFill>
                  <a:srgbClr val="FF0000"/>
                </a:solidFill>
              </a:rPr>
              <a:t>onsubmit</a:t>
            </a:r>
            <a:r>
              <a:rPr lang="en-US" sz="6400" dirty="0" smtClean="0">
                <a:solidFill>
                  <a:srgbClr val="0070C0"/>
                </a:solidFill>
              </a:rPr>
              <a:t>="Submit_Form()"</a:t>
            </a:r>
            <a:r>
              <a:rPr lang="en-US" sz="6400" b="1" dirty="0" smtClean="0">
                <a:solidFill>
                  <a:srgbClr val="0070C0"/>
                </a:solidFill>
              </a:rPr>
              <a:t>&gt;</a:t>
            </a:r>
            <a:r>
              <a:rPr lang="en-US" sz="6400" dirty="0" smtClean="0">
                <a:solidFill>
                  <a:srgbClr val="0070C0"/>
                </a:solidFill>
              </a:rPr>
              <a:t> </a:t>
            </a:r>
            <a:r>
              <a:rPr lang="en-US" sz="6400" dirty="0" smtClean="0"/>
              <a:t> </a:t>
            </a:r>
          </a:p>
          <a:p>
            <a:pPr>
              <a:buNone/>
            </a:pPr>
            <a:r>
              <a:rPr lang="en-US" sz="6400" b="1" dirty="0" smtClean="0">
                <a:solidFill>
                  <a:srgbClr val="FF0000"/>
                </a:solidFill>
              </a:rPr>
              <a:t>&lt;label&gt;</a:t>
            </a:r>
            <a:r>
              <a:rPr lang="en-US" sz="6400" dirty="0" smtClean="0">
                <a:solidFill>
                  <a:srgbClr val="FF0000"/>
                </a:solidFill>
              </a:rPr>
              <a:t> Enter your name: </a:t>
            </a:r>
            <a:r>
              <a:rPr lang="en-US" sz="6400" b="1" dirty="0" smtClean="0">
                <a:solidFill>
                  <a:srgbClr val="FF0000"/>
                </a:solidFill>
              </a:rPr>
              <a:t>&lt;/label&gt;</a:t>
            </a:r>
            <a:r>
              <a:rPr lang="en-US" sz="6400" dirty="0" smtClean="0">
                <a:solidFill>
                  <a:srgbClr val="FF0000"/>
                </a:solidFill>
              </a:rPr>
              <a:t>  </a:t>
            </a:r>
          </a:p>
          <a:p>
            <a:pPr>
              <a:buNone/>
            </a:pPr>
            <a:r>
              <a:rPr lang="en-US" sz="6400" b="1" dirty="0" smtClean="0">
                <a:solidFill>
                  <a:srgbClr val="0070C0"/>
                </a:solidFill>
              </a:rPr>
              <a:t>&lt;input</a:t>
            </a:r>
            <a:r>
              <a:rPr lang="en-US" sz="6400" dirty="0" smtClean="0">
                <a:solidFill>
                  <a:srgbClr val="0070C0"/>
                </a:solidFill>
              </a:rPr>
              <a:t> type="text"</a:t>
            </a:r>
            <a:r>
              <a:rPr lang="en-US" sz="6400" b="1" dirty="0" smtClean="0">
                <a:solidFill>
                  <a:srgbClr val="0070C0"/>
                </a:solidFill>
              </a:rPr>
              <a:t>&gt;</a:t>
            </a:r>
            <a:r>
              <a:rPr lang="en-US" sz="6400" dirty="0" smtClean="0">
                <a:solidFill>
                  <a:srgbClr val="0070C0"/>
                </a:solidFill>
              </a:rPr>
              <a:t> </a:t>
            </a:r>
            <a:r>
              <a:rPr lang="en-US" sz="6400" dirty="0" smtClean="0">
                <a:solidFill>
                  <a:srgbClr val="FF0000"/>
                </a:solidFill>
              </a:rPr>
              <a:t> </a:t>
            </a:r>
          </a:p>
          <a:p>
            <a:pPr>
              <a:buNone/>
            </a:pPr>
            <a:r>
              <a:rPr lang="en-US" sz="6400" b="1" dirty="0" smtClean="0">
                <a:solidFill>
                  <a:srgbClr val="FF0000"/>
                </a:solidFill>
              </a:rPr>
              <a:t>&lt;label&gt;</a:t>
            </a:r>
            <a:r>
              <a:rPr lang="en-US" sz="6400" dirty="0" smtClean="0">
                <a:solidFill>
                  <a:srgbClr val="FF0000"/>
                </a:solidFill>
              </a:rPr>
              <a:t> Enter your Roll no: </a:t>
            </a:r>
            <a:r>
              <a:rPr lang="en-US" sz="6400" b="1" dirty="0" smtClean="0">
                <a:solidFill>
                  <a:srgbClr val="FF0000"/>
                </a:solidFill>
              </a:rPr>
              <a:t>&lt;/label&gt;</a:t>
            </a:r>
            <a:r>
              <a:rPr lang="en-US" sz="6400" dirty="0" smtClean="0">
                <a:solidFill>
                  <a:srgbClr val="FF0000"/>
                </a:solidFill>
              </a:rPr>
              <a:t>  </a:t>
            </a:r>
          </a:p>
          <a:p>
            <a:pPr>
              <a:buNone/>
            </a:pPr>
            <a:r>
              <a:rPr lang="en-US" sz="6400" b="1" dirty="0" smtClean="0">
                <a:solidFill>
                  <a:srgbClr val="0070C0"/>
                </a:solidFill>
              </a:rPr>
              <a:t>&lt;input</a:t>
            </a:r>
            <a:r>
              <a:rPr lang="en-US" sz="6400" dirty="0" smtClean="0">
                <a:solidFill>
                  <a:srgbClr val="0070C0"/>
                </a:solidFill>
              </a:rPr>
              <a:t> type="Number"</a:t>
            </a:r>
            <a:r>
              <a:rPr lang="en-US" sz="6400" b="1" dirty="0" smtClean="0">
                <a:solidFill>
                  <a:srgbClr val="0070C0"/>
                </a:solidFill>
              </a:rPr>
              <a:t>&gt;</a:t>
            </a:r>
            <a:r>
              <a:rPr lang="en-US" sz="6400" dirty="0" smtClean="0">
                <a:solidFill>
                  <a:srgbClr val="0070C0"/>
                </a:solidFill>
              </a:rPr>
              <a:t>  </a:t>
            </a:r>
          </a:p>
          <a:p>
            <a:pPr>
              <a:buNone/>
            </a:pPr>
            <a:r>
              <a:rPr lang="en-US" sz="6400" b="1" dirty="0" smtClean="0">
                <a:solidFill>
                  <a:srgbClr val="FF0000"/>
                </a:solidFill>
              </a:rPr>
              <a:t>&lt;input</a:t>
            </a:r>
            <a:r>
              <a:rPr lang="en-US" sz="6400" dirty="0" smtClean="0">
                <a:solidFill>
                  <a:srgbClr val="FF0000"/>
                </a:solidFill>
              </a:rPr>
              <a:t> type="submit" value="submit"</a:t>
            </a:r>
            <a:r>
              <a:rPr lang="en-US" sz="6400" b="1" dirty="0" smtClean="0">
                <a:solidFill>
                  <a:srgbClr val="FF0000"/>
                </a:solidFill>
              </a:rPr>
              <a:t>&gt;</a:t>
            </a:r>
            <a:r>
              <a:rPr lang="en-US" sz="6400" dirty="0" smtClean="0">
                <a:solidFill>
                  <a:srgbClr val="FF0000"/>
                </a:solidFill>
              </a:rPr>
              <a:t>  </a:t>
            </a:r>
          </a:p>
          <a:p>
            <a:pPr>
              <a:buNone/>
            </a:pPr>
            <a:r>
              <a:rPr lang="en-US" sz="6400" b="1" dirty="0" smtClean="0">
                <a:solidFill>
                  <a:srgbClr val="0070C0"/>
                </a:solidFill>
              </a:rPr>
              <a:t>&lt;/form&gt;</a:t>
            </a:r>
            <a:r>
              <a:rPr lang="en-US" sz="6400" dirty="0" smtClean="0">
                <a:solidFill>
                  <a:srgbClr val="0070C0"/>
                </a:solidFill>
              </a:rPr>
              <a:t>  </a:t>
            </a:r>
          </a:p>
          <a:p>
            <a:pPr>
              <a:buNone/>
            </a:pPr>
            <a:r>
              <a:rPr lang="en-US" sz="6400" b="1" dirty="0" smtClean="0">
                <a:solidFill>
                  <a:srgbClr val="C00000"/>
                </a:solidFill>
              </a:rPr>
              <a:t>&lt;script</a:t>
            </a:r>
            <a:r>
              <a:rPr lang="en-US" sz="6400" dirty="0" smtClean="0">
                <a:solidFill>
                  <a:srgbClr val="C00000"/>
                </a:solidFill>
              </a:rPr>
              <a:t> type="text/</a:t>
            </a:r>
            <a:r>
              <a:rPr lang="en-US" sz="6400" dirty="0" err="1" smtClean="0">
                <a:solidFill>
                  <a:srgbClr val="C00000"/>
                </a:solidFill>
              </a:rPr>
              <a:t>javascript</a:t>
            </a:r>
            <a:r>
              <a:rPr lang="en-US" sz="6400" dirty="0" smtClean="0">
                <a:solidFill>
                  <a:srgbClr val="C00000"/>
                </a:solidFill>
              </a:rPr>
              <a:t>"</a:t>
            </a:r>
            <a:r>
              <a:rPr lang="en-US" sz="6400" b="1" dirty="0" smtClean="0">
                <a:solidFill>
                  <a:srgbClr val="C00000"/>
                </a:solidFill>
              </a:rPr>
              <a:t>&gt;</a:t>
            </a:r>
            <a:r>
              <a:rPr lang="en-US" sz="6400" dirty="0" smtClean="0">
                <a:solidFill>
                  <a:srgbClr val="C00000"/>
                </a:solidFill>
              </a:rPr>
              <a:t>  </a:t>
            </a:r>
          </a:p>
          <a:p>
            <a:pPr>
              <a:buNone/>
            </a:pPr>
            <a:r>
              <a:rPr lang="en-US" sz="6400" dirty="0" smtClean="0"/>
              <a:t>function Submit_Form()  </a:t>
            </a:r>
          </a:p>
          <a:p>
            <a:pPr>
              <a:buNone/>
            </a:pPr>
            <a:r>
              <a:rPr lang="en-US" sz="6400" dirty="0" smtClean="0"/>
              <a:t>{  </a:t>
            </a:r>
          </a:p>
          <a:p>
            <a:pPr>
              <a:buNone/>
            </a:pPr>
            <a:r>
              <a:rPr lang="en-US" sz="7200" dirty="0" smtClean="0">
                <a:solidFill>
                  <a:srgbClr val="00B050"/>
                </a:solidFill>
              </a:rPr>
              <a:t>alert(" Your form is submitted"); </a:t>
            </a:r>
            <a:endParaRPr lang="en-US" sz="6400" dirty="0" smtClean="0">
              <a:solidFill>
                <a:srgbClr val="00B050"/>
              </a:solidFill>
            </a:endParaRPr>
          </a:p>
          <a:p>
            <a:pPr>
              <a:buNone/>
            </a:pPr>
            <a:r>
              <a:rPr lang="en-US" sz="6400" dirty="0" smtClean="0"/>
              <a:t> }  </a:t>
            </a:r>
          </a:p>
          <a:p>
            <a:pPr>
              <a:buNone/>
            </a:pPr>
            <a:r>
              <a:rPr lang="en-US" sz="6400" b="1" dirty="0" smtClean="0">
                <a:solidFill>
                  <a:srgbClr val="C00000"/>
                </a:solidFill>
              </a:rPr>
              <a:t>&lt;/script&gt;</a:t>
            </a:r>
            <a:r>
              <a:rPr lang="en-US" sz="6400" dirty="0" smtClean="0">
                <a:solidFill>
                  <a:srgbClr val="C00000"/>
                </a:solidFill>
              </a:rPr>
              <a:t> </a:t>
            </a:r>
            <a:r>
              <a:rPr lang="en-US" sz="6400" dirty="0" smtClean="0"/>
              <a:t> </a:t>
            </a:r>
            <a:r>
              <a:rPr lang="en-US" sz="6400" b="1" dirty="0" smtClean="0"/>
              <a:t>&lt;/body&gt;</a:t>
            </a:r>
            <a:r>
              <a:rPr lang="en-US" sz="6400" dirty="0" smtClean="0"/>
              <a:t>  </a:t>
            </a:r>
            <a:r>
              <a:rPr lang="en-US" sz="6400" b="1" dirty="0" smtClean="0"/>
              <a:t>&lt;/html&gt;</a:t>
            </a:r>
            <a:r>
              <a:rPr lang="en-US" sz="6400" dirty="0" smtClean="0"/>
              <a:t>  </a:t>
            </a:r>
            <a:endParaRPr lang="en-US" sz="44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JAVA SCRIPT VARIABLE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5378" y="2148598"/>
            <a:ext cx="11518659" cy="3678303"/>
          </a:xfrm>
        </p:spPr>
        <p:txBody>
          <a:bodyPr/>
          <a:lstStyle/>
          <a:p>
            <a:r>
              <a:rPr lang="en-US" dirty="0" smtClean="0"/>
              <a:t>4 Ways to Declare a JavaScript Variable:</a:t>
            </a:r>
          </a:p>
          <a:p>
            <a:r>
              <a:rPr lang="en-US" dirty="0" smtClean="0"/>
              <a:t>Using </a:t>
            </a:r>
            <a:r>
              <a:rPr lang="en-US" dirty="0" err="1" smtClean="0"/>
              <a:t>var</a:t>
            </a:r>
            <a:endParaRPr lang="en-US" dirty="0" smtClean="0"/>
          </a:p>
          <a:p>
            <a:r>
              <a:rPr lang="en-US" dirty="0" smtClean="0"/>
              <a:t>Using let</a:t>
            </a:r>
          </a:p>
          <a:p>
            <a:r>
              <a:rPr lang="en-US" dirty="0" smtClean="0"/>
              <a:t>Using const</a:t>
            </a:r>
          </a:p>
          <a:p>
            <a:r>
              <a:rPr lang="en-US" dirty="0" smtClean="0"/>
              <a:t>Using nothing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444409" y="1814324"/>
            <a:ext cx="7492409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&lt;</a:t>
            </a:r>
            <a:r>
              <a:rPr lang="en-US" dirty="0" smtClean="0"/>
              <a:t>html&gt;</a:t>
            </a:r>
          </a:p>
          <a:p>
            <a:r>
              <a:rPr lang="en-US" dirty="0" smtClean="0"/>
              <a:t>&lt;body&gt;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&lt;</a:t>
            </a:r>
            <a:r>
              <a:rPr lang="en-US" dirty="0" smtClean="0">
                <a:solidFill>
                  <a:srgbClr val="FF0000"/>
                </a:solidFill>
              </a:rPr>
              <a:t>p id="demo"&gt;&lt;/</a:t>
            </a:r>
            <a:r>
              <a:rPr lang="en-US" dirty="0" smtClean="0"/>
              <a:t>p&gt;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&lt;</a:t>
            </a:r>
            <a:r>
              <a:rPr lang="en-US" dirty="0" smtClean="0">
                <a:solidFill>
                  <a:srgbClr val="FF0000"/>
                </a:solidFill>
              </a:rPr>
              <a:t>script&gt;</a:t>
            </a:r>
          </a:p>
          <a:p>
            <a:r>
              <a:rPr lang="en-US" dirty="0" err="1" smtClean="0">
                <a:solidFill>
                  <a:srgbClr val="0070C0"/>
                </a:solidFill>
              </a:rPr>
              <a:t>var</a:t>
            </a:r>
            <a:r>
              <a:rPr lang="en-US" dirty="0" smtClean="0">
                <a:solidFill>
                  <a:srgbClr val="0070C0"/>
                </a:solidFill>
              </a:rPr>
              <a:t> x = </a:t>
            </a:r>
            <a:r>
              <a:rPr lang="en-US" dirty="0" smtClean="0">
                <a:solidFill>
                  <a:srgbClr val="0070C0"/>
                </a:solidFill>
              </a:rPr>
              <a:t>5;</a:t>
            </a:r>
          </a:p>
          <a:p>
            <a:r>
              <a:rPr lang="en-US" dirty="0" err="1" smtClean="0">
                <a:solidFill>
                  <a:srgbClr val="0070C0"/>
                </a:solidFill>
              </a:rPr>
              <a:t>var</a:t>
            </a:r>
            <a:r>
              <a:rPr lang="en-US" dirty="0" smtClean="0">
                <a:solidFill>
                  <a:srgbClr val="0070C0"/>
                </a:solidFill>
              </a:rPr>
              <a:t> y = 6;</a:t>
            </a:r>
          </a:p>
          <a:p>
            <a:r>
              <a:rPr lang="en-US" dirty="0" err="1" smtClean="0">
                <a:solidFill>
                  <a:srgbClr val="0070C0"/>
                </a:solidFill>
              </a:rPr>
              <a:t>var</a:t>
            </a:r>
            <a:r>
              <a:rPr lang="en-US" dirty="0" smtClean="0">
                <a:solidFill>
                  <a:srgbClr val="0070C0"/>
                </a:solidFill>
              </a:rPr>
              <a:t> z = x + y</a:t>
            </a:r>
            <a:r>
              <a:rPr lang="en-US" dirty="0" smtClean="0">
                <a:solidFill>
                  <a:srgbClr val="0070C0"/>
                </a:solidFill>
              </a:rPr>
              <a:t>;</a:t>
            </a:r>
            <a:endParaRPr lang="en-US" dirty="0" smtClean="0">
              <a:solidFill>
                <a:srgbClr val="0070C0"/>
              </a:solidFill>
            </a:endParaRPr>
          </a:p>
          <a:p>
            <a:r>
              <a:rPr lang="en-US" dirty="0" err="1" smtClean="0"/>
              <a:t>document.getElementById</a:t>
            </a:r>
            <a:r>
              <a:rPr lang="en-US" dirty="0" smtClean="0">
                <a:solidFill>
                  <a:srgbClr val="FF0000"/>
                </a:solidFill>
              </a:rPr>
              <a:t>("demo"</a:t>
            </a:r>
            <a:r>
              <a:rPr lang="en-US" dirty="0" smtClean="0"/>
              <a:t>).</a:t>
            </a:r>
            <a:r>
              <a:rPr lang="en-US" dirty="0" err="1" smtClean="0"/>
              <a:t>innerHTML</a:t>
            </a:r>
            <a:r>
              <a:rPr lang="en-US" dirty="0" smtClean="0"/>
              <a:t> </a:t>
            </a:r>
            <a:r>
              <a:rPr lang="en-US" dirty="0" smtClean="0"/>
              <a:t>="</a:t>
            </a:r>
            <a:r>
              <a:rPr lang="en-US" dirty="0" smtClean="0"/>
              <a:t>The value of z is: " + z;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&lt;/script&gt;</a:t>
            </a:r>
          </a:p>
          <a:p>
            <a:r>
              <a:rPr lang="en-US" dirty="0" smtClean="0"/>
              <a:t>&lt;/</a:t>
            </a:r>
            <a:r>
              <a:rPr lang="en-US" dirty="0" smtClean="0"/>
              <a:t>body&gt;</a:t>
            </a:r>
          </a:p>
          <a:p>
            <a:r>
              <a:rPr lang="en-US" dirty="0" smtClean="0"/>
              <a:t>&lt;/html&gt;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994838" y="4826675"/>
            <a:ext cx="808428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&lt;script&gt;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let x = 5;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let y = 6;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let z = x + y;</a:t>
            </a:r>
          </a:p>
          <a:p>
            <a:r>
              <a:rPr lang="en-US" dirty="0" err="1" smtClean="0"/>
              <a:t>document.getElementById</a:t>
            </a:r>
            <a:r>
              <a:rPr lang="en-US" dirty="0" smtClean="0"/>
              <a:t>("demo").</a:t>
            </a:r>
            <a:r>
              <a:rPr lang="en-US" dirty="0" err="1" smtClean="0"/>
              <a:t>innerHTML</a:t>
            </a:r>
            <a:r>
              <a:rPr lang="en-US" dirty="0" smtClean="0"/>
              <a:t> </a:t>
            </a:r>
            <a:r>
              <a:rPr lang="en-US" dirty="0" smtClean="0"/>
              <a:t>="</a:t>
            </a:r>
            <a:r>
              <a:rPr lang="en-US" dirty="0" smtClean="0"/>
              <a:t>The value of z is: " + z;</a:t>
            </a:r>
          </a:p>
          <a:p>
            <a:r>
              <a:rPr lang="en-US" dirty="0" smtClean="0"/>
              <a:t>&lt;/script&gt;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JavaScript</a:t>
            </a:r>
            <a:r>
              <a:rPr lang="en-US" dirty="0" smtClean="0"/>
              <a:t> Const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2306444"/>
          </a:xfrm>
        </p:spPr>
        <p:txBody>
          <a:bodyPr/>
          <a:lstStyle/>
          <a:p>
            <a:r>
              <a:rPr lang="en-US" dirty="0" smtClean="0"/>
              <a:t>The const keyword was introduced in </a:t>
            </a:r>
            <a:r>
              <a:rPr lang="en-US" dirty="0" smtClean="0">
                <a:hlinkClick r:id="rId2"/>
              </a:rPr>
              <a:t>ES6 (2015)</a:t>
            </a:r>
            <a:r>
              <a:rPr lang="en-US" dirty="0" smtClean="0"/>
              <a:t>.</a:t>
            </a:r>
          </a:p>
          <a:p>
            <a:r>
              <a:rPr lang="en-US" dirty="0" smtClean="0"/>
              <a:t>Variables defined with const cannot be </a:t>
            </a:r>
            <a:r>
              <a:rPr lang="en-US" dirty="0" err="1" smtClean="0"/>
              <a:t>Redeclared</a:t>
            </a:r>
            <a:r>
              <a:rPr lang="en-US" dirty="0" smtClean="0"/>
              <a:t>.</a:t>
            </a:r>
          </a:p>
          <a:p>
            <a:r>
              <a:rPr lang="en-US" dirty="0" smtClean="0"/>
              <a:t>Variables defined with const cannot be Reassigned.</a:t>
            </a:r>
          </a:p>
          <a:p>
            <a:r>
              <a:rPr lang="en-US" dirty="0" smtClean="0"/>
              <a:t>Variables defined with const have Block Scope.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793897" y="4242967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const PI = 3.14159265359</a:t>
            </a:r>
            <a:r>
              <a:rPr lang="en-US" dirty="0" smtClean="0"/>
              <a:t>;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May be error </a:t>
            </a:r>
            <a:endParaRPr lang="en-US" dirty="0" smtClean="0"/>
          </a:p>
          <a:p>
            <a:r>
              <a:rPr lang="en-US" dirty="0" smtClean="0"/>
              <a:t>const</a:t>
            </a:r>
            <a:r>
              <a:rPr lang="en-US" dirty="0" smtClean="0"/>
              <a:t> PI;</a:t>
            </a:r>
            <a:br>
              <a:rPr lang="en-US" dirty="0" smtClean="0"/>
            </a:br>
            <a:r>
              <a:rPr lang="en-US" dirty="0" smtClean="0"/>
              <a:t>PI = 3.14159265359;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780567" y="4115376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Use const </a:t>
            </a:r>
            <a:r>
              <a:rPr lang="en-US" dirty="0" smtClean="0"/>
              <a:t>??: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A </a:t>
            </a:r>
            <a:r>
              <a:rPr lang="en-US" dirty="0" smtClean="0">
                <a:solidFill>
                  <a:srgbClr val="FF0000"/>
                </a:solidFill>
              </a:rPr>
              <a:t>new Array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A new Object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A new Function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A new </a:t>
            </a:r>
            <a:r>
              <a:rPr lang="en-US" dirty="0" err="1" smtClean="0">
                <a:solidFill>
                  <a:srgbClr val="FF0000"/>
                </a:solidFill>
              </a:rPr>
              <a:t>RegExp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67750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&lt;html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&lt;body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&gt;</a:t>
            </a:r>
            <a:endParaRPr lang="en-US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&lt;h2&gt;JavaScript const&lt;/h2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&gt;</a:t>
            </a:r>
            <a:endParaRPr lang="en-US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&lt;p&gt;Declaring a constant array does NOT make the elements unchangeable:&lt;/p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&gt;</a:t>
            </a:r>
            <a:endParaRPr lang="en-US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&lt;p id="demo"&gt;&lt;/p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&gt;</a:t>
            </a:r>
            <a:endParaRPr lang="en-US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&lt;script&gt;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// Create an Array: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const </a:t>
            </a:r>
            <a:r>
              <a:rPr lang="en-US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cars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= ["Saab", "Volvo", "BMW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"];</a:t>
            </a:r>
            <a:endParaRPr lang="en-US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cars[0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] = "Toyota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";</a:t>
            </a:r>
            <a:endParaRPr lang="en-US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738037" y="4880092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None/>
            </a:pPr>
            <a:r>
              <a:rPr lang="en-US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cars.push</a:t>
            </a:r>
            <a:r>
              <a:rPr lang="en-US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("Audi</a:t>
            </a:r>
            <a:r>
              <a:rPr lang="en-US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");</a:t>
            </a:r>
          </a:p>
          <a:p>
            <a:pPr>
              <a:buNone/>
            </a:pPr>
            <a:endParaRPr lang="en-US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document.getElementById</a:t>
            </a:r>
            <a:r>
              <a:rPr lang="en-US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("demo").</a:t>
            </a:r>
            <a:r>
              <a:rPr lang="en-US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innerHTML</a:t>
            </a:r>
            <a:r>
              <a:rPr lang="en-US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= cars; </a:t>
            </a:r>
          </a:p>
          <a:p>
            <a:pPr>
              <a:buNone/>
            </a:pPr>
            <a:endParaRPr lang="en-US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&lt;/</a:t>
            </a:r>
            <a:r>
              <a:rPr lang="en-US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script&gt;</a:t>
            </a:r>
          </a:p>
          <a:p>
            <a:pPr>
              <a:buNone/>
            </a:pPr>
            <a:r>
              <a:rPr lang="en-US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&lt;/body&gt;</a:t>
            </a:r>
          </a:p>
          <a:p>
            <a:pPr>
              <a:buNone/>
            </a:pPr>
            <a:r>
              <a:rPr lang="en-US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&lt;/html&gt;</a:t>
            </a:r>
            <a:endParaRPr lang="en-US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029" y="1935127"/>
            <a:ext cx="11029615" cy="471022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dirty="0" smtClean="0"/>
              <a:t>&lt;</a:t>
            </a:r>
            <a:r>
              <a:rPr lang="en-US" dirty="0" smtClean="0"/>
              <a:t>html&gt;</a:t>
            </a:r>
          </a:p>
          <a:p>
            <a:pPr>
              <a:buNone/>
            </a:pPr>
            <a:r>
              <a:rPr lang="en-US" dirty="0" smtClean="0"/>
              <a:t>&lt;body</a:t>
            </a:r>
            <a:r>
              <a:rPr lang="en-US" dirty="0" smtClean="0"/>
              <a:t>&gt;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&lt;</a:t>
            </a:r>
            <a:r>
              <a:rPr lang="en-US" dirty="0" smtClean="0"/>
              <a:t>p&gt;Declaring a constant object does NOT make the objects properties unchangeable:&lt;/p</a:t>
            </a:r>
            <a:r>
              <a:rPr lang="en-US" dirty="0" smtClean="0"/>
              <a:t>&gt;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&lt;p id="demo"&gt;&lt;/p</a:t>
            </a:r>
            <a:r>
              <a:rPr lang="en-US" dirty="0" smtClean="0"/>
              <a:t>&gt;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&lt;script&gt;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const </a:t>
            </a:r>
            <a:r>
              <a:rPr lang="en-US" dirty="0" smtClean="0">
                <a:solidFill>
                  <a:srgbClr val="FF0000"/>
                </a:solidFill>
              </a:rPr>
              <a:t>car = {type:"Fiat", model:"500", color:"white</a:t>
            </a:r>
            <a:r>
              <a:rPr lang="en-US" dirty="0" smtClean="0">
                <a:solidFill>
                  <a:srgbClr val="FF0000"/>
                </a:solidFill>
              </a:rPr>
              <a:t>"};</a:t>
            </a:r>
            <a:endParaRPr lang="en-US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dirty="0" err="1" smtClean="0"/>
              <a:t>car.color</a:t>
            </a:r>
            <a:r>
              <a:rPr lang="en-US" dirty="0" smtClean="0"/>
              <a:t> </a:t>
            </a:r>
            <a:r>
              <a:rPr lang="en-US" dirty="0" smtClean="0"/>
              <a:t>= "red</a:t>
            </a:r>
            <a:r>
              <a:rPr lang="en-US" dirty="0" smtClean="0"/>
              <a:t>";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// Add a property:</a:t>
            </a:r>
          </a:p>
          <a:p>
            <a:pPr>
              <a:buNone/>
            </a:pPr>
            <a:r>
              <a:rPr lang="en-US" dirty="0" err="1" smtClean="0"/>
              <a:t>car.owner</a:t>
            </a:r>
            <a:r>
              <a:rPr lang="en-US" dirty="0" smtClean="0"/>
              <a:t> = </a:t>
            </a:r>
            <a:r>
              <a:rPr lang="en-US" dirty="0" smtClean="0"/>
              <a:t>“</a:t>
            </a:r>
            <a:r>
              <a:rPr lang="en-US" dirty="0" err="1" smtClean="0"/>
              <a:t>Pranjal</a:t>
            </a:r>
            <a:r>
              <a:rPr lang="en-US" dirty="0" smtClean="0"/>
              <a:t>";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738037" y="4657083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None/>
            </a:pPr>
            <a:r>
              <a:rPr lang="en-US" dirty="0" err="1" smtClean="0"/>
              <a:t>document.getElementById</a:t>
            </a:r>
            <a:r>
              <a:rPr lang="en-US" dirty="0" smtClean="0"/>
              <a:t>("demo").</a:t>
            </a:r>
            <a:r>
              <a:rPr lang="en-US" dirty="0" err="1" smtClean="0"/>
              <a:t>innerHTML</a:t>
            </a:r>
            <a:r>
              <a:rPr lang="en-US" dirty="0" smtClean="0"/>
              <a:t> = "Car owner is " + </a:t>
            </a:r>
            <a:r>
              <a:rPr lang="en-US" dirty="0" err="1" smtClean="0"/>
              <a:t>car.owner</a:t>
            </a:r>
            <a:r>
              <a:rPr lang="en-US" dirty="0" smtClean="0"/>
              <a:t>; </a:t>
            </a:r>
          </a:p>
          <a:p>
            <a:pPr>
              <a:buNone/>
            </a:pPr>
            <a:r>
              <a:rPr lang="en-US" dirty="0" smtClean="0"/>
              <a:t>&lt;/script&gt;</a:t>
            </a:r>
          </a:p>
          <a:p>
            <a:pPr>
              <a:buNone/>
            </a:pPr>
            <a:r>
              <a:rPr lang="en-US" dirty="0" smtClean="0"/>
              <a:t>&lt;/body&gt;</a:t>
            </a:r>
          </a:p>
          <a:p>
            <a:pPr>
              <a:buNone/>
            </a:pPr>
            <a:r>
              <a:rPr lang="en-US" dirty="0" smtClean="0"/>
              <a:t>&lt;/html&gt;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Operators in Java Script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5431" y="2183994"/>
            <a:ext cx="11477069" cy="41317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169581" y="1945757"/>
            <a:ext cx="8941982" cy="4792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Operators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smtClean="0"/>
              <a:t>let </a:t>
            </a:r>
            <a:r>
              <a:rPr lang="da-DK" dirty="0" smtClean="0"/>
              <a:t>x </a:t>
            </a:r>
            <a:r>
              <a:rPr lang="da-DK" dirty="0" smtClean="0"/>
              <a:t>= </a:t>
            </a:r>
            <a:r>
              <a:rPr lang="da-DK" dirty="0" smtClean="0"/>
              <a:t>5</a:t>
            </a:r>
            <a:r>
              <a:rPr lang="da-DK" dirty="0" smtClean="0"/>
              <a:t>;</a:t>
            </a:r>
            <a:br>
              <a:rPr lang="da-DK" dirty="0" smtClean="0"/>
            </a:br>
            <a:r>
              <a:rPr lang="da-DK" dirty="0" smtClean="0"/>
              <a:t>let y = 2</a:t>
            </a:r>
            <a:r>
              <a:rPr lang="da-DK" dirty="0" smtClean="0"/>
              <a:t>;</a:t>
            </a:r>
            <a:r>
              <a:rPr lang="da-DK" dirty="0" smtClean="0"/>
              <a:t/>
            </a:r>
            <a:br>
              <a:rPr lang="da-DK" dirty="0" smtClean="0"/>
            </a:br>
            <a:r>
              <a:rPr lang="da-DK" dirty="0" smtClean="0"/>
              <a:t>let z = x + y;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345712" y="2223056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da-DK" dirty="0" smtClean="0"/>
              <a:t>let x = 5;</a:t>
            </a:r>
            <a:br>
              <a:rPr lang="da-DK" dirty="0" smtClean="0"/>
            </a:br>
            <a:r>
              <a:rPr lang="da-DK" dirty="0" smtClean="0"/>
              <a:t>let y = 2;</a:t>
            </a:r>
            <a:br>
              <a:rPr lang="da-DK" dirty="0" smtClean="0"/>
            </a:br>
            <a:r>
              <a:rPr lang="da-DK" dirty="0" smtClean="0"/>
              <a:t>let z = x * y;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20238" y="4492699"/>
            <a:ext cx="8401050" cy="201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5573138" y="2074753"/>
            <a:ext cx="15135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let x = 10 + y;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063495" y="2829664"/>
            <a:ext cx="35759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let text = "Hello"; text += " </a:t>
            </a:r>
            <a:r>
              <a:rPr lang="en-US" dirty="0" err="1" smtClean="0"/>
              <a:t>Pranjal</a:t>
            </a:r>
            <a:r>
              <a:rPr lang="en-US" dirty="0" smtClean="0"/>
              <a:t>";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945758"/>
            <a:ext cx="11029615" cy="491224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400" dirty="0" smtClean="0"/>
              <a:t>&lt;!DOCTYPE html&gt;</a:t>
            </a:r>
          </a:p>
          <a:p>
            <a:pPr>
              <a:buNone/>
            </a:pPr>
            <a:r>
              <a:rPr lang="en-US" sz="1400" dirty="0" smtClean="0"/>
              <a:t>&lt;html&gt;</a:t>
            </a:r>
          </a:p>
          <a:p>
            <a:pPr>
              <a:buNone/>
            </a:pPr>
            <a:r>
              <a:rPr lang="en-US" sz="1400" dirty="0" smtClean="0"/>
              <a:t>&lt;body</a:t>
            </a:r>
            <a:r>
              <a:rPr lang="en-US" sz="1400" dirty="0" smtClean="0"/>
              <a:t>&gt;</a:t>
            </a:r>
            <a:endParaRPr lang="en-US" sz="1400" dirty="0" smtClean="0"/>
          </a:p>
          <a:p>
            <a:pPr>
              <a:buNone/>
            </a:pPr>
            <a:r>
              <a:rPr lang="en-US" sz="1400" dirty="0" smtClean="0"/>
              <a:t>&lt;h2&gt;JavaScript Functions&lt;/h2</a:t>
            </a:r>
            <a:r>
              <a:rPr lang="en-US" sz="1400" dirty="0" smtClean="0"/>
              <a:t>&gt;</a:t>
            </a:r>
            <a:endParaRPr lang="en-US" sz="1400" dirty="0" smtClean="0"/>
          </a:p>
          <a:p>
            <a:pPr>
              <a:buNone/>
            </a:pPr>
            <a:r>
              <a:rPr lang="en-US" sz="1400" dirty="0" smtClean="0"/>
              <a:t>&lt;</a:t>
            </a:r>
            <a:r>
              <a:rPr lang="en-US" sz="1400" dirty="0" smtClean="0"/>
              <a:t>p id="demo"&gt;&lt;/p</a:t>
            </a:r>
            <a:r>
              <a:rPr lang="en-US" sz="1400" dirty="0" smtClean="0"/>
              <a:t>&gt;</a:t>
            </a:r>
            <a:endParaRPr lang="en-US" sz="1400" dirty="0" smtClean="0"/>
          </a:p>
          <a:p>
            <a:pPr>
              <a:buNone/>
            </a:pPr>
            <a:r>
              <a:rPr lang="en-US" sz="1400" dirty="0" smtClean="0"/>
              <a:t>&lt;script&gt;</a:t>
            </a:r>
          </a:p>
          <a:p>
            <a:pPr>
              <a:buNone/>
            </a:pPr>
            <a:r>
              <a:rPr lang="en-US" sz="1400" dirty="0" smtClean="0"/>
              <a:t>function </a:t>
            </a:r>
            <a:r>
              <a:rPr lang="en-US" sz="1400" dirty="0" err="1" smtClean="0">
                <a:solidFill>
                  <a:srgbClr val="FF0000"/>
                </a:solidFill>
              </a:rPr>
              <a:t>toCelsius</a:t>
            </a:r>
            <a:r>
              <a:rPr lang="en-US" sz="1400" dirty="0" smtClean="0">
                <a:solidFill>
                  <a:srgbClr val="FF0000"/>
                </a:solidFill>
              </a:rPr>
              <a:t>(f) </a:t>
            </a:r>
            <a:endParaRPr lang="en-US" sz="1400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1400" dirty="0" smtClean="0"/>
              <a:t>{</a:t>
            </a:r>
            <a:endParaRPr lang="en-US" sz="1400" dirty="0" smtClean="0"/>
          </a:p>
          <a:p>
            <a:pPr>
              <a:buNone/>
            </a:pPr>
            <a:r>
              <a:rPr lang="en-US" sz="1400" dirty="0" smtClean="0"/>
              <a:t>  </a:t>
            </a:r>
            <a:r>
              <a:rPr lang="en-US" sz="1400" dirty="0" smtClean="0">
                <a:solidFill>
                  <a:srgbClr val="FF0000"/>
                </a:solidFill>
              </a:rPr>
              <a:t>return (5/9) * (f-32);</a:t>
            </a:r>
          </a:p>
          <a:p>
            <a:pPr>
              <a:buNone/>
            </a:pPr>
            <a:r>
              <a:rPr lang="en-US" sz="1400" dirty="0" smtClean="0"/>
              <a:t>}</a:t>
            </a:r>
          </a:p>
          <a:p>
            <a:pPr>
              <a:buNone/>
            </a:pPr>
            <a:r>
              <a:rPr lang="en-US" sz="1400" dirty="0" err="1" smtClean="0"/>
              <a:t>document.getElementById</a:t>
            </a:r>
            <a:r>
              <a:rPr lang="en-US" sz="1400" dirty="0" smtClean="0"/>
              <a:t>("demo").</a:t>
            </a:r>
            <a:r>
              <a:rPr lang="en-US" sz="1400" dirty="0" err="1" smtClean="0"/>
              <a:t>innerHTML</a:t>
            </a:r>
            <a:r>
              <a:rPr lang="en-US" sz="1400" dirty="0" smtClean="0"/>
              <a:t> = </a:t>
            </a:r>
            <a:r>
              <a:rPr lang="en-US" sz="1400" dirty="0" err="1" smtClean="0"/>
              <a:t>toCelsius</a:t>
            </a:r>
            <a:r>
              <a:rPr lang="en-US" sz="1400" dirty="0" smtClean="0"/>
              <a:t>;</a:t>
            </a:r>
          </a:p>
          <a:p>
            <a:pPr>
              <a:buNone/>
            </a:pPr>
            <a:r>
              <a:rPr lang="en-US" sz="1400" dirty="0" smtClean="0"/>
              <a:t>&lt;/script</a:t>
            </a:r>
            <a:r>
              <a:rPr lang="en-US" sz="1400" dirty="0" smtClean="0"/>
              <a:t>&gt;</a:t>
            </a:r>
            <a:endParaRPr lang="en-US" sz="1400" dirty="0" smtClean="0"/>
          </a:p>
          <a:p>
            <a:pPr>
              <a:buNone/>
            </a:pPr>
            <a:r>
              <a:rPr lang="en-US" sz="1400" dirty="0" smtClean="0"/>
              <a:t>&lt;/body&gt;</a:t>
            </a:r>
          </a:p>
          <a:p>
            <a:pPr>
              <a:buNone/>
            </a:pPr>
            <a:r>
              <a:rPr lang="en-US" sz="1400" dirty="0" smtClean="0"/>
              <a:t>&lt;/html&gt;</a:t>
            </a:r>
          </a:p>
          <a:p>
            <a:pPr>
              <a:buNone/>
            </a:pPr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5934" y="2588140"/>
            <a:ext cx="11686066" cy="3621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 &amp; While  </a:t>
            </a:r>
            <a:r>
              <a:rPr lang="en-US" dirty="0" smtClean="0"/>
              <a:t>Loop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909" y="1913861"/>
            <a:ext cx="5479366" cy="4688958"/>
          </a:xfrm>
          <a:ln>
            <a:solidFill>
              <a:srgbClr val="00B0F0"/>
            </a:solidFill>
          </a:ln>
        </p:spPr>
        <p:txBody>
          <a:bodyPr>
            <a:noAutofit/>
          </a:bodyPr>
          <a:lstStyle/>
          <a:p>
            <a:pPr>
              <a:buNone/>
            </a:pPr>
            <a:r>
              <a:rPr lang="en-US" sz="1600" dirty="0" smtClean="0"/>
              <a:t>&lt;!DOCTYPE html&gt;</a:t>
            </a:r>
          </a:p>
          <a:p>
            <a:pPr>
              <a:buNone/>
            </a:pPr>
            <a:r>
              <a:rPr lang="en-US" sz="1600" dirty="0" smtClean="0"/>
              <a:t>&lt;html&gt;</a:t>
            </a:r>
          </a:p>
          <a:p>
            <a:pPr>
              <a:buNone/>
            </a:pPr>
            <a:r>
              <a:rPr lang="en-US" sz="1600" dirty="0" smtClean="0"/>
              <a:t>&lt;body</a:t>
            </a:r>
            <a:r>
              <a:rPr lang="en-US" sz="1600" dirty="0" smtClean="0"/>
              <a:t>&gt;</a:t>
            </a:r>
            <a:endParaRPr lang="en-US" sz="1600" dirty="0" smtClean="0"/>
          </a:p>
          <a:p>
            <a:pPr>
              <a:buNone/>
            </a:pPr>
            <a:r>
              <a:rPr lang="en-US" sz="1600" dirty="0" smtClean="0"/>
              <a:t>&lt;</a:t>
            </a:r>
            <a:r>
              <a:rPr lang="en-US" sz="1600" dirty="0" smtClean="0"/>
              <a:t>p id="demo"&gt;&lt;/p</a:t>
            </a:r>
            <a:r>
              <a:rPr lang="en-US" sz="1600" dirty="0" smtClean="0"/>
              <a:t>&gt;</a:t>
            </a:r>
            <a:endParaRPr lang="en-US" sz="1600" dirty="0" smtClean="0"/>
          </a:p>
          <a:p>
            <a:pPr>
              <a:buNone/>
            </a:pPr>
            <a:r>
              <a:rPr lang="en-US" sz="1600" dirty="0" smtClean="0"/>
              <a:t>&lt;script&gt;</a:t>
            </a:r>
          </a:p>
          <a:p>
            <a:pPr>
              <a:buNone/>
            </a:pPr>
            <a:r>
              <a:rPr lang="en-US" sz="1600" dirty="0" smtClean="0">
                <a:solidFill>
                  <a:srgbClr val="FF0000"/>
                </a:solidFill>
              </a:rPr>
              <a:t>const </a:t>
            </a:r>
            <a:r>
              <a:rPr lang="en-US" sz="1600" dirty="0" smtClean="0">
                <a:solidFill>
                  <a:srgbClr val="FF0000"/>
                </a:solidFill>
              </a:rPr>
              <a:t>friend= [“ram", “</a:t>
            </a:r>
            <a:r>
              <a:rPr lang="en-US" sz="1600" dirty="0" err="1" smtClean="0">
                <a:solidFill>
                  <a:srgbClr val="FF0000"/>
                </a:solidFill>
              </a:rPr>
              <a:t>mohan</a:t>
            </a:r>
            <a:r>
              <a:rPr lang="en-US" sz="1600" dirty="0" smtClean="0">
                <a:solidFill>
                  <a:srgbClr val="FF0000"/>
                </a:solidFill>
              </a:rPr>
              <a:t>", “</a:t>
            </a:r>
            <a:r>
              <a:rPr lang="en-US" sz="1600" dirty="0" err="1" smtClean="0">
                <a:solidFill>
                  <a:srgbClr val="FF0000"/>
                </a:solidFill>
              </a:rPr>
              <a:t>tina</a:t>
            </a:r>
            <a:r>
              <a:rPr lang="en-US" sz="1600" dirty="0" smtClean="0">
                <a:solidFill>
                  <a:srgbClr val="FF0000"/>
                </a:solidFill>
              </a:rPr>
              <a:t>", “</a:t>
            </a:r>
            <a:r>
              <a:rPr lang="en-US" sz="1600" dirty="0" err="1" smtClean="0">
                <a:solidFill>
                  <a:srgbClr val="FF0000"/>
                </a:solidFill>
              </a:rPr>
              <a:t>rahul</a:t>
            </a:r>
            <a:r>
              <a:rPr lang="en-US" sz="1600" dirty="0" smtClean="0">
                <a:solidFill>
                  <a:srgbClr val="FF0000"/>
                </a:solidFill>
              </a:rPr>
              <a:t>", “</a:t>
            </a:r>
            <a:r>
              <a:rPr lang="en-US" sz="1600" dirty="0" err="1" smtClean="0">
                <a:solidFill>
                  <a:srgbClr val="FF0000"/>
                </a:solidFill>
              </a:rPr>
              <a:t>umang</a:t>
            </a:r>
            <a:r>
              <a:rPr lang="en-US" sz="1600" dirty="0" smtClean="0">
                <a:solidFill>
                  <a:srgbClr val="FF0000"/>
                </a:solidFill>
              </a:rPr>
              <a:t>", “</a:t>
            </a:r>
            <a:r>
              <a:rPr lang="en-US" sz="1600" dirty="0" err="1" smtClean="0">
                <a:solidFill>
                  <a:srgbClr val="FF0000"/>
                </a:solidFill>
              </a:rPr>
              <a:t>adi</a:t>
            </a:r>
            <a:r>
              <a:rPr lang="en-US" sz="1600" dirty="0" smtClean="0">
                <a:solidFill>
                  <a:srgbClr val="FF0000"/>
                </a:solidFill>
              </a:rPr>
              <a:t>"];</a:t>
            </a:r>
            <a:endParaRPr lang="en-US" sz="1600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1600" dirty="0" smtClean="0"/>
              <a:t>let text = "";</a:t>
            </a:r>
          </a:p>
          <a:p>
            <a:pPr>
              <a:buNone/>
            </a:pPr>
            <a:r>
              <a:rPr lang="en-US" sz="1600" dirty="0" smtClean="0"/>
              <a:t>for (let </a:t>
            </a:r>
            <a:r>
              <a:rPr lang="en-US" sz="1600" dirty="0" err="1" smtClean="0"/>
              <a:t>i</a:t>
            </a:r>
            <a:r>
              <a:rPr lang="en-US" sz="1600" dirty="0" smtClean="0"/>
              <a:t> = 0; </a:t>
            </a:r>
            <a:r>
              <a:rPr lang="en-US" sz="1600" dirty="0" err="1" smtClean="0"/>
              <a:t>i</a:t>
            </a:r>
            <a:r>
              <a:rPr lang="en-US" sz="1600" dirty="0" smtClean="0"/>
              <a:t> &lt; </a:t>
            </a:r>
            <a:r>
              <a:rPr lang="en-US" sz="1600" dirty="0" err="1" smtClean="0"/>
              <a:t>friend</a:t>
            </a:r>
            <a:r>
              <a:rPr lang="en-US" sz="1600" dirty="0" err="1" smtClean="0"/>
              <a:t>.length</a:t>
            </a:r>
            <a:r>
              <a:rPr lang="en-US" sz="1600" dirty="0" smtClean="0"/>
              <a:t>; </a:t>
            </a:r>
            <a:r>
              <a:rPr lang="en-US" sz="1600" dirty="0" err="1" smtClean="0"/>
              <a:t>i</a:t>
            </a:r>
            <a:r>
              <a:rPr lang="en-US" sz="1600" dirty="0" smtClean="0"/>
              <a:t>++) </a:t>
            </a:r>
            <a:endParaRPr lang="en-US" sz="1600" dirty="0" smtClean="0"/>
          </a:p>
          <a:p>
            <a:pPr>
              <a:buNone/>
            </a:pPr>
            <a:r>
              <a:rPr lang="en-US" sz="1600" dirty="0" smtClean="0"/>
              <a:t>{</a:t>
            </a:r>
            <a:endParaRPr lang="en-US" sz="1600" dirty="0" smtClean="0"/>
          </a:p>
          <a:p>
            <a:pPr>
              <a:buNone/>
            </a:pPr>
            <a:r>
              <a:rPr lang="en-US" sz="1600" dirty="0" smtClean="0"/>
              <a:t>  text += friend</a:t>
            </a:r>
            <a:r>
              <a:rPr lang="en-US" sz="1600" dirty="0" smtClean="0"/>
              <a:t>[</a:t>
            </a:r>
            <a:r>
              <a:rPr lang="en-US" sz="1600" dirty="0" err="1" smtClean="0"/>
              <a:t>i</a:t>
            </a:r>
            <a:r>
              <a:rPr lang="en-US" sz="1600" dirty="0" smtClean="0"/>
              <a:t>] + "&lt;</a:t>
            </a:r>
            <a:r>
              <a:rPr lang="en-US" sz="1600" dirty="0" err="1" smtClean="0"/>
              <a:t>br</a:t>
            </a:r>
            <a:r>
              <a:rPr lang="en-US" sz="1600" dirty="0" smtClean="0"/>
              <a:t>&gt;";</a:t>
            </a:r>
          </a:p>
          <a:p>
            <a:pPr>
              <a:buNone/>
            </a:pPr>
            <a:r>
              <a:rPr lang="en-US" sz="1600" dirty="0" smtClean="0"/>
              <a:t>}</a:t>
            </a:r>
            <a:endParaRPr lang="en-US" sz="1600" dirty="0" smtClean="0"/>
          </a:p>
          <a:p>
            <a:pPr>
              <a:buNone/>
            </a:pPr>
            <a:r>
              <a:rPr lang="en-US" sz="1600" dirty="0" err="1" smtClean="0"/>
              <a:t>document.getElementById</a:t>
            </a:r>
            <a:r>
              <a:rPr lang="en-US" sz="1600" dirty="0" smtClean="0"/>
              <a:t>("demo").</a:t>
            </a:r>
            <a:r>
              <a:rPr lang="en-US" sz="1600" dirty="0" err="1" smtClean="0"/>
              <a:t>innerHTML</a:t>
            </a:r>
            <a:r>
              <a:rPr lang="en-US" sz="1600" dirty="0" smtClean="0"/>
              <a:t> = text;</a:t>
            </a:r>
          </a:p>
          <a:p>
            <a:pPr>
              <a:buNone/>
            </a:pPr>
            <a:r>
              <a:rPr lang="en-US" sz="1600" dirty="0" smtClean="0"/>
              <a:t>&lt;/script</a:t>
            </a:r>
            <a:r>
              <a:rPr lang="en-US" sz="1600" dirty="0" smtClean="0"/>
              <a:t>&gt;&lt;/</a:t>
            </a:r>
            <a:r>
              <a:rPr lang="en-US" sz="1600" dirty="0" smtClean="0"/>
              <a:t>body</a:t>
            </a:r>
            <a:r>
              <a:rPr lang="en-US" sz="1600" dirty="0" smtClean="0"/>
              <a:t>&gt;&lt;/html&gt;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096000" y="1923688"/>
            <a:ext cx="6096000" cy="4801314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&lt;html&gt;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&lt;body&gt;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&lt;</a:t>
            </a:r>
            <a:r>
              <a:rPr lang="en-US" dirty="0" smtClean="0">
                <a:solidFill>
                  <a:srgbClr val="FF0000"/>
                </a:solidFill>
              </a:rPr>
              <a:t>h2&gt;JavaScript While Loop&lt;/h2&gt;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&lt;</a:t>
            </a:r>
            <a:r>
              <a:rPr lang="en-US" dirty="0" smtClean="0">
                <a:solidFill>
                  <a:srgbClr val="FF0000"/>
                </a:solidFill>
              </a:rPr>
              <a:t>p id="demo"&gt;&lt;/p&gt;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&lt;</a:t>
            </a:r>
            <a:r>
              <a:rPr lang="en-US" dirty="0" smtClean="0">
                <a:solidFill>
                  <a:srgbClr val="FF0000"/>
                </a:solidFill>
              </a:rPr>
              <a:t>script&gt;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let text = "";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let </a:t>
            </a:r>
            <a:r>
              <a:rPr lang="en-US" dirty="0" err="1" smtClean="0">
                <a:solidFill>
                  <a:srgbClr val="FF0000"/>
                </a:solidFill>
              </a:rPr>
              <a:t>i</a:t>
            </a:r>
            <a:r>
              <a:rPr lang="en-US" dirty="0" smtClean="0">
                <a:solidFill>
                  <a:srgbClr val="FF0000"/>
                </a:solidFill>
              </a:rPr>
              <a:t> = 0;</a:t>
            </a:r>
          </a:p>
          <a:p>
            <a:r>
              <a:rPr lang="en-US" dirty="0" smtClean="0">
                <a:solidFill>
                  <a:srgbClr val="002060"/>
                </a:solidFill>
              </a:rPr>
              <a:t>while (</a:t>
            </a:r>
            <a:r>
              <a:rPr lang="en-US" dirty="0" err="1" smtClean="0">
                <a:solidFill>
                  <a:srgbClr val="002060"/>
                </a:solidFill>
              </a:rPr>
              <a:t>i</a:t>
            </a:r>
            <a:r>
              <a:rPr lang="en-US" dirty="0" smtClean="0">
                <a:solidFill>
                  <a:srgbClr val="002060"/>
                </a:solidFill>
              </a:rPr>
              <a:t> &lt; 10</a:t>
            </a:r>
            <a:r>
              <a:rPr lang="en-US" dirty="0" smtClean="0">
                <a:solidFill>
                  <a:srgbClr val="002060"/>
                </a:solidFill>
              </a:rPr>
              <a:t>)</a:t>
            </a:r>
          </a:p>
          <a:p>
            <a:r>
              <a:rPr lang="en-US" dirty="0" smtClean="0">
                <a:solidFill>
                  <a:srgbClr val="002060"/>
                </a:solidFill>
              </a:rPr>
              <a:t> </a:t>
            </a:r>
            <a:r>
              <a:rPr lang="en-US" dirty="0" smtClean="0">
                <a:solidFill>
                  <a:srgbClr val="002060"/>
                </a:solidFill>
              </a:rPr>
              <a:t>{</a:t>
            </a:r>
          </a:p>
          <a:p>
            <a:r>
              <a:rPr lang="en-US" dirty="0" smtClean="0">
                <a:solidFill>
                  <a:srgbClr val="002060"/>
                </a:solidFill>
              </a:rPr>
              <a:t>  text += "&lt;</a:t>
            </a:r>
            <a:r>
              <a:rPr lang="en-US" dirty="0" err="1" smtClean="0">
                <a:solidFill>
                  <a:srgbClr val="002060"/>
                </a:solidFill>
              </a:rPr>
              <a:t>br</a:t>
            </a:r>
            <a:r>
              <a:rPr lang="en-US" dirty="0" smtClean="0">
                <a:solidFill>
                  <a:srgbClr val="002060"/>
                </a:solidFill>
              </a:rPr>
              <a:t>&gt;The number is " + </a:t>
            </a:r>
            <a:r>
              <a:rPr lang="en-US" dirty="0" err="1" smtClean="0">
                <a:solidFill>
                  <a:srgbClr val="002060"/>
                </a:solidFill>
              </a:rPr>
              <a:t>i</a:t>
            </a:r>
            <a:r>
              <a:rPr lang="en-US" dirty="0" smtClean="0">
                <a:solidFill>
                  <a:srgbClr val="002060"/>
                </a:solidFill>
              </a:rPr>
              <a:t>;</a:t>
            </a:r>
          </a:p>
          <a:p>
            <a:r>
              <a:rPr lang="en-US" dirty="0" smtClean="0">
                <a:solidFill>
                  <a:srgbClr val="002060"/>
                </a:solidFill>
              </a:rPr>
              <a:t>  </a:t>
            </a:r>
            <a:r>
              <a:rPr lang="en-US" dirty="0" err="1" smtClean="0">
                <a:solidFill>
                  <a:srgbClr val="002060"/>
                </a:solidFill>
              </a:rPr>
              <a:t>i</a:t>
            </a:r>
            <a:r>
              <a:rPr lang="en-US" dirty="0" smtClean="0">
                <a:solidFill>
                  <a:srgbClr val="002060"/>
                </a:solidFill>
              </a:rPr>
              <a:t>++;</a:t>
            </a:r>
          </a:p>
          <a:p>
            <a:r>
              <a:rPr lang="en-US" dirty="0" smtClean="0">
                <a:solidFill>
                  <a:srgbClr val="002060"/>
                </a:solidFill>
              </a:rPr>
              <a:t>}</a:t>
            </a:r>
          </a:p>
          <a:p>
            <a:r>
              <a:rPr lang="en-US" dirty="0" err="1" smtClean="0">
                <a:solidFill>
                  <a:srgbClr val="FF0000"/>
                </a:solidFill>
              </a:rPr>
              <a:t>document.getElementById</a:t>
            </a:r>
            <a:r>
              <a:rPr lang="en-US" dirty="0" smtClean="0">
                <a:solidFill>
                  <a:srgbClr val="FF0000"/>
                </a:solidFill>
              </a:rPr>
              <a:t>("demo").</a:t>
            </a:r>
            <a:r>
              <a:rPr lang="en-US" dirty="0" err="1" smtClean="0">
                <a:solidFill>
                  <a:srgbClr val="FF0000"/>
                </a:solidFill>
              </a:rPr>
              <a:t>innerHTML</a:t>
            </a:r>
            <a:r>
              <a:rPr lang="en-US" dirty="0" smtClean="0">
                <a:solidFill>
                  <a:srgbClr val="FF0000"/>
                </a:solidFill>
              </a:rPr>
              <a:t> = text;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&lt;/script&gt;</a:t>
            </a:r>
          </a:p>
          <a:p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&lt;/body&gt;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&lt;/html&gt;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tro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6133</TotalTime>
  <Words>1101</Words>
  <Application>Microsoft Office PowerPoint</Application>
  <PresentationFormat>Custom</PresentationFormat>
  <Paragraphs>345</Paragraphs>
  <Slides>28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Dividend</vt:lpstr>
      <vt:lpstr>BCAC 0016 FUNDAMENTALS OF INTERNET PROGRAMMING </vt:lpstr>
      <vt:lpstr>Syllabus</vt:lpstr>
      <vt:lpstr>Books</vt:lpstr>
      <vt:lpstr>DHTML: Dynamic Hypertext Markup  </vt:lpstr>
      <vt:lpstr>USES OF DHTML</vt:lpstr>
      <vt:lpstr>Features </vt:lpstr>
      <vt:lpstr>Slide 7</vt:lpstr>
      <vt:lpstr>Introduction JAVA Script</vt:lpstr>
      <vt:lpstr>Example</vt:lpstr>
      <vt:lpstr>JavaScript and HTML DOM</vt:lpstr>
      <vt:lpstr>Example</vt:lpstr>
      <vt:lpstr>DHTML CSS</vt:lpstr>
      <vt:lpstr>Example</vt:lpstr>
      <vt:lpstr>CSS with JavaScript in DHTML</vt:lpstr>
      <vt:lpstr>DHTML Events</vt:lpstr>
      <vt:lpstr>Types of Event</vt:lpstr>
      <vt:lpstr>Example </vt:lpstr>
      <vt:lpstr>Slide 18</vt:lpstr>
      <vt:lpstr>JAVA SCRIPT VARIABLE </vt:lpstr>
      <vt:lpstr>JavaScript Const </vt:lpstr>
      <vt:lpstr>Example </vt:lpstr>
      <vt:lpstr>Example </vt:lpstr>
      <vt:lpstr>Operators in Java Script</vt:lpstr>
      <vt:lpstr>Slide 24</vt:lpstr>
      <vt:lpstr>Operators </vt:lpstr>
      <vt:lpstr>Function </vt:lpstr>
      <vt:lpstr>Slide 27</vt:lpstr>
      <vt:lpstr>For &amp; While  Loop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BCAC 0016 FUNDAMENTALS OF INTERNET PROGRAMMING</dc:title>
  <dc:creator>Nabanita Choudhury</dc:creator>
  <cp:lastModifiedBy>rc</cp:lastModifiedBy>
  <cp:revision>55</cp:revision>
  <dcterms:created xsi:type="dcterms:W3CDTF">2022-09-20T07:53:14Z</dcterms:created>
  <dcterms:modified xsi:type="dcterms:W3CDTF">2022-12-06T03:29:09Z</dcterms:modified>
</cp:coreProperties>
</file>