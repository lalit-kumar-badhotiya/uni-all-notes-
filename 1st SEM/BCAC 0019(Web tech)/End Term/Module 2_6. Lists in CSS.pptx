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015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7FD"/>
    <a:srgbClr val="84CFF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-54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98F485-9825-4B60-9B42-BE2898D532EB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EA3D11-C7F7-463B-917F-607E4DF622D7}">
      <dgm:prSet phldrT="[Text]"/>
      <dgm:spPr/>
      <dgm:t>
        <a:bodyPr/>
        <a:lstStyle/>
        <a:p>
          <a:r>
            <a:rPr lang="en-US" b="1" i="0" dirty="0" smtClean="0"/>
            <a:t>Document databases</a:t>
          </a:r>
          <a:endParaRPr lang="en-US" dirty="0"/>
        </a:p>
      </dgm:t>
    </dgm:pt>
    <dgm:pt modelId="{9A12EFD8-F518-488A-A56E-788EF89A3801}" type="parTrans" cxnId="{2E2AC675-D470-4761-97A9-72ADFBD8AF2C}">
      <dgm:prSet/>
      <dgm:spPr/>
      <dgm:t>
        <a:bodyPr/>
        <a:lstStyle/>
        <a:p>
          <a:endParaRPr lang="en-US"/>
        </a:p>
      </dgm:t>
    </dgm:pt>
    <dgm:pt modelId="{566C3FB4-9DFA-4E02-A617-EF3FA4A57560}" type="sibTrans" cxnId="{2E2AC675-D470-4761-97A9-72ADFBD8AF2C}">
      <dgm:prSet/>
      <dgm:spPr/>
      <dgm:t>
        <a:bodyPr/>
        <a:lstStyle/>
        <a:p>
          <a:endParaRPr lang="en-US"/>
        </a:p>
      </dgm:t>
    </dgm:pt>
    <dgm:pt modelId="{ABD52B50-E0A8-4AB0-86C4-721BEF943D69}">
      <dgm:prSet phldrT="[Text]"/>
      <dgm:spPr/>
      <dgm:t>
        <a:bodyPr/>
        <a:lstStyle/>
        <a:p>
          <a:r>
            <a:rPr lang="en-US" b="1" i="0" dirty="0" smtClean="0"/>
            <a:t>ER model databases</a:t>
          </a:r>
          <a:endParaRPr lang="en-US" dirty="0"/>
        </a:p>
      </dgm:t>
    </dgm:pt>
    <dgm:pt modelId="{AB76CB2E-9832-4699-BEB3-1887FF26D8FB}" type="parTrans" cxnId="{259E99E4-7B47-4924-B382-211930964971}">
      <dgm:prSet/>
      <dgm:spPr/>
      <dgm:t>
        <a:bodyPr/>
        <a:lstStyle/>
        <a:p>
          <a:endParaRPr lang="en-US"/>
        </a:p>
      </dgm:t>
    </dgm:pt>
    <dgm:pt modelId="{6BDFCF1A-9E6D-4DFE-BAFF-AC295406716E}" type="sibTrans" cxnId="{259E99E4-7B47-4924-B382-211930964971}">
      <dgm:prSet/>
      <dgm:spPr/>
      <dgm:t>
        <a:bodyPr/>
        <a:lstStyle/>
        <a:p>
          <a:endParaRPr lang="en-US"/>
        </a:p>
      </dgm:t>
    </dgm:pt>
    <dgm:pt modelId="{9416E32B-77DD-4294-93C9-47DCEAFA95B1}">
      <dgm:prSet phldrT="[Text]"/>
      <dgm:spPr/>
      <dgm:t>
        <a:bodyPr/>
        <a:lstStyle/>
        <a:p>
          <a:r>
            <a:rPr lang="en-US" b="1" i="0" dirty="0" smtClean="0"/>
            <a:t>Graph databases</a:t>
          </a:r>
          <a:endParaRPr lang="en-US" dirty="0"/>
        </a:p>
      </dgm:t>
    </dgm:pt>
    <dgm:pt modelId="{2AE8353B-5A26-4143-BA91-D0B9E1BFBB11}" type="parTrans" cxnId="{8C9AED55-9300-408E-BD2F-681A4FDBF68F}">
      <dgm:prSet/>
      <dgm:spPr/>
      <dgm:t>
        <a:bodyPr/>
        <a:lstStyle/>
        <a:p>
          <a:endParaRPr lang="en-US"/>
        </a:p>
      </dgm:t>
    </dgm:pt>
    <dgm:pt modelId="{30222809-A351-49B1-BAED-F8970ACA0561}" type="sibTrans" cxnId="{8C9AED55-9300-408E-BD2F-681A4FDBF68F}">
      <dgm:prSet/>
      <dgm:spPr/>
      <dgm:t>
        <a:bodyPr/>
        <a:lstStyle/>
        <a:p>
          <a:endParaRPr lang="en-US"/>
        </a:p>
      </dgm:t>
    </dgm:pt>
    <dgm:pt modelId="{6314D2D4-2191-435E-BFFC-D6A9AB967994}">
      <dgm:prSet phldrT="[Text]"/>
      <dgm:spPr/>
      <dgm:t>
        <a:bodyPr/>
        <a:lstStyle/>
        <a:p>
          <a:r>
            <a:rPr lang="en-US" b="1" i="0" dirty="0" smtClean="0"/>
            <a:t>Hierarchical databases</a:t>
          </a:r>
          <a:endParaRPr lang="en-US" dirty="0"/>
        </a:p>
      </dgm:t>
    </dgm:pt>
    <dgm:pt modelId="{C50742AA-7AEB-4EF7-8BF3-82CFAE12E8B4}" type="parTrans" cxnId="{63DA28D5-B020-459A-8A1D-264653BCAE60}">
      <dgm:prSet/>
      <dgm:spPr/>
      <dgm:t>
        <a:bodyPr/>
        <a:lstStyle/>
        <a:p>
          <a:endParaRPr lang="en-US"/>
        </a:p>
      </dgm:t>
    </dgm:pt>
    <dgm:pt modelId="{2CD24961-161C-4717-9FD5-B46EDE87BE2F}" type="sibTrans" cxnId="{63DA28D5-B020-459A-8A1D-264653BCAE60}">
      <dgm:prSet/>
      <dgm:spPr/>
      <dgm:t>
        <a:bodyPr/>
        <a:lstStyle/>
        <a:p>
          <a:endParaRPr lang="en-US"/>
        </a:p>
      </dgm:t>
    </dgm:pt>
    <dgm:pt modelId="{58BC34B2-F6CB-413C-A273-7AF9EB23B7C6}">
      <dgm:prSet phldrT="[Text]"/>
      <dgm:spPr/>
      <dgm:t>
        <a:bodyPr/>
        <a:lstStyle/>
        <a:p>
          <a:r>
            <a:rPr lang="en-US" b="1" i="0" dirty="0" err="1" smtClean="0"/>
            <a:t>NoSQL</a:t>
          </a:r>
          <a:r>
            <a:rPr lang="en-US" b="1" i="0" dirty="0" smtClean="0"/>
            <a:t> database</a:t>
          </a:r>
          <a:endParaRPr lang="en-US" dirty="0"/>
        </a:p>
      </dgm:t>
    </dgm:pt>
    <dgm:pt modelId="{BC6CE687-04CA-444C-97DA-E0FDC2F06A26}" type="parTrans" cxnId="{F92B8EF5-FC22-497B-90A9-6DB628422EBC}">
      <dgm:prSet/>
      <dgm:spPr/>
      <dgm:t>
        <a:bodyPr/>
        <a:lstStyle/>
        <a:p>
          <a:endParaRPr lang="en-US"/>
        </a:p>
      </dgm:t>
    </dgm:pt>
    <dgm:pt modelId="{1368D6E6-DBF6-473A-B380-39C3613DD516}" type="sibTrans" cxnId="{F92B8EF5-FC22-497B-90A9-6DB628422EBC}">
      <dgm:prSet/>
      <dgm:spPr/>
      <dgm:t>
        <a:bodyPr/>
        <a:lstStyle/>
        <a:p>
          <a:endParaRPr lang="en-US"/>
        </a:p>
      </dgm:t>
    </dgm:pt>
    <dgm:pt modelId="{1B54B1CC-886D-4698-A8B3-85266CDE9B35}" type="pres">
      <dgm:prSet presAssocID="{4D98F485-9825-4B60-9B42-BE2898D532EB}" presName="composite" presStyleCnt="0">
        <dgm:presLayoutVars>
          <dgm:chMax val="5"/>
          <dgm:dir/>
          <dgm:resizeHandles val="exact"/>
        </dgm:presLayoutVars>
      </dgm:prSet>
      <dgm:spPr/>
    </dgm:pt>
    <dgm:pt modelId="{4CFAC306-003F-4310-BF8E-EF6FD98EB7D9}" type="pres">
      <dgm:prSet presAssocID="{17EA3D11-C7F7-463B-917F-607E4DF622D7}" presName="circle1" presStyleLbl="lnNode1" presStyleIdx="0" presStyleCnt="5"/>
      <dgm:spPr/>
    </dgm:pt>
    <dgm:pt modelId="{63CC4516-2E58-4312-9463-B99E2AD81301}" type="pres">
      <dgm:prSet presAssocID="{17EA3D11-C7F7-463B-917F-607E4DF622D7}" presName="text1" presStyleLbl="revTx" presStyleIdx="0" presStyleCnt="5" custScaleX="1686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5FC860-20B7-4E93-B611-AF95C7CF83B0}" type="pres">
      <dgm:prSet presAssocID="{17EA3D11-C7F7-463B-917F-607E4DF622D7}" presName="line1" presStyleLbl="callout" presStyleIdx="0" presStyleCnt="10"/>
      <dgm:spPr/>
    </dgm:pt>
    <dgm:pt modelId="{B16F289F-34D7-451C-8FF2-98E00A579DE2}" type="pres">
      <dgm:prSet presAssocID="{17EA3D11-C7F7-463B-917F-607E4DF622D7}" presName="d1" presStyleLbl="callout" presStyleIdx="1" presStyleCnt="10"/>
      <dgm:spPr/>
    </dgm:pt>
    <dgm:pt modelId="{A96D9F80-ADAD-44A4-AE4D-2CCD307AEC4E}" type="pres">
      <dgm:prSet presAssocID="{ABD52B50-E0A8-4AB0-86C4-721BEF943D69}" presName="circle2" presStyleLbl="lnNode1" presStyleIdx="1" presStyleCnt="5"/>
      <dgm:spPr/>
    </dgm:pt>
    <dgm:pt modelId="{5673488B-6DFF-40AF-A2D9-C91F1BFEC047}" type="pres">
      <dgm:prSet presAssocID="{ABD52B50-E0A8-4AB0-86C4-721BEF943D69}" presName="text2" presStyleLbl="revTx" presStyleIdx="1" presStyleCnt="5" custScaleX="1661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4BB430-4A90-496B-88F5-BDD478C78650}" type="pres">
      <dgm:prSet presAssocID="{ABD52B50-E0A8-4AB0-86C4-721BEF943D69}" presName="line2" presStyleLbl="callout" presStyleIdx="2" presStyleCnt="10"/>
      <dgm:spPr/>
    </dgm:pt>
    <dgm:pt modelId="{DA5D4C27-AB5E-4FF0-97F4-19409E007204}" type="pres">
      <dgm:prSet presAssocID="{ABD52B50-E0A8-4AB0-86C4-721BEF943D69}" presName="d2" presStyleLbl="callout" presStyleIdx="3" presStyleCnt="10"/>
      <dgm:spPr/>
    </dgm:pt>
    <dgm:pt modelId="{5AF6CFAF-FE58-4B61-889D-2826306DAB09}" type="pres">
      <dgm:prSet presAssocID="{9416E32B-77DD-4294-93C9-47DCEAFA95B1}" presName="circle3" presStyleLbl="lnNode1" presStyleIdx="2" presStyleCnt="5"/>
      <dgm:spPr/>
    </dgm:pt>
    <dgm:pt modelId="{6BB3B83D-8622-4023-A5E6-12E5203608D4}" type="pres">
      <dgm:prSet presAssocID="{9416E32B-77DD-4294-93C9-47DCEAFA95B1}" presName="text3" presStyleLbl="revTx" presStyleIdx="2" presStyleCnt="5" custScaleX="1432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61B36E-6628-423F-913F-F739A9A46EB5}" type="pres">
      <dgm:prSet presAssocID="{9416E32B-77DD-4294-93C9-47DCEAFA95B1}" presName="line3" presStyleLbl="callout" presStyleIdx="4" presStyleCnt="10"/>
      <dgm:spPr/>
    </dgm:pt>
    <dgm:pt modelId="{1AFC0F8A-BD49-40FD-BAA7-747B0B559090}" type="pres">
      <dgm:prSet presAssocID="{9416E32B-77DD-4294-93C9-47DCEAFA95B1}" presName="d3" presStyleLbl="callout" presStyleIdx="5" presStyleCnt="10"/>
      <dgm:spPr/>
    </dgm:pt>
    <dgm:pt modelId="{2C7AA62F-E116-43EC-B28D-578ECC4FA710}" type="pres">
      <dgm:prSet presAssocID="{6314D2D4-2191-435E-BFFC-D6A9AB967994}" presName="circle4" presStyleLbl="lnNode1" presStyleIdx="3" presStyleCnt="5"/>
      <dgm:spPr/>
    </dgm:pt>
    <dgm:pt modelId="{112F0347-D920-4F80-996E-8A4416C8A870}" type="pres">
      <dgm:prSet presAssocID="{6314D2D4-2191-435E-BFFC-D6A9AB967994}" presName="text4" presStyleLbl="revTx" presStyleIdx="3" presStyleCnt="5" custScaleX="1225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10389D-93D5-4903-BCC0-B4ED2A8AA054}" type="pres">
      <dgm:prSet presAssocID="{6314D2D4-2191-435E-BFFC-D6A9AB967994}" presName="line4" presStyleLbl="callout" presStyleIdx="6" presStyleCnt="10"/>
      <dgm:spPr/>
    </dgm:pt>
    <dgm:pt modelId="{37B9C95E-DF0E-4B86-ACFA-7520E8B45286}" type="pres">
      <dgm:prSet presAssocID="{6314D2D4-2191-435E-BFFC-D6A9AB967994}" presName="d4" presStyleLbl="callout" presStyleIdx="7" presStyleCnt="10"/>
      <dgm:spPr/>
    </dgm:pt>
    <dgm:pt modelId="{83B0CB49-D044-421A-8F43-3D0B5F5A58A1}" type="pres">
      <dgm:prSet presAssocID="{58BC34B2-F6CB-413C-A273-7AF9EB23B7C6}" presName="circle5" presStyleLbl="lnNode1" presStyleIdx="4" presStyleCnt="5"/>
      <dgm:spPr/>
    </dgm:pt>
    <dgm:pt modelId="{1AC892AE-58EE-4409-8E89-DCD2A4401967}" type="pres">
      <dgm:prSet presAssocID="{58BC34B2-F6CB-413C-A273-7AF9EB23B7C6}" presName="text5" presStyleLbl="revTx" presStyleIdx="4" presStyleCnt="5" custScaleX="1225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1191A9-CB78-4EAB-8FCB-7B853A0EB09C}" type="pres">
      <dgm:prSet presAssocID="{58BC34B2-F6CB-413C-A273-7AF9EB23B7C6}" presName="line5" presStyleLbl="callout" presStyleIdx="8" presStyleCnt="10"/>
      <dgm:spPr/>
    </dgm:pt>
    <dgm:pt modelId="{2A36549B-5E58-4168-A3C7-DB247EFF9654}" type="pres">
      <dgm:prSet presAssocID="{58BC34B2-F6CB-413C-A273-7AF9EB23B7C6}" presName="d5" presStyleLbl="callout" presStyleIdx="9" presStyleCnt="10"/>
      <dgm:spPr/>
    </dgm:pt>
  </dgm:ptLst>
  <dgm:cxnLst>
    <dgm:cxn modelId="{259E99E4-7B47-4924-B382-211930964971}" srcId="{4D98F485-9825-4B60-9B42-BE2898D532EB}" destId="{ABD52B50-E0A8-4AB0-86C4-721BEF943D69}" srcOrd="1" destOrd="0" parTransId="{AB76CB2E-9832-4699-BEB3-1887FF26D8FB}" sibTransId="{6BDFCF1A-9E6D-4DFE-BAFF-AC295406716E}"/>
    <dgm:cxn modelId="{071D49CB-A023-4BF9-94B4-025C5D23AA53}" type="presOf" srcId="{ABD52B50-E0A8-4AB0-86C4-721BEF943D69}" destId="{5673488B-6DFF-40AF-A2D9-C91F1BFEC047}" srcOrd="0" destOrd="0" presId="urn:microsoft.com/office/officeart/2005/8/layout/target1"/>
    <dgm:cxn modelId="{68F7B469-28B8-4BBC-BDA2-33563ABAF948}" type="presOf" srcId="{17EA3D11-C7F7-463B-917F-607E4DF622D7}" destId="{63CC4516-2E58-4312-9463-B99E2AD81301}" srcOrd="0" destOrd="0" presId="urn:microsoft.com/office/officeart/2005/8/layout/target1"/>
    <dgm:cxn modelId="{8C9AED55-9300-408E-BD2F-681A4FDBF68F}" srcId="{4D98F485-9825-4B60-9B42-BE2898D532EB}" destId="{9416E32B-77DD-4294-93C9-47DCEAFA95B1}" srcOrd="2" destOrd="0" parTransId="{2AE8353B-5A26-4143-BA91-D0B9E1BFBB11}" sibTransId="{30222809-A351-49B1-BAED-F8970ACA0561}"/>
    <dgm:cxn modelId="{73FF95AC-0A22-4E15-86D2-B4B637BE9FAC}" type="presOf" srcId="{9416E32B-77DD-4294-93C9-47DCEAFA95B1}" destId="{6BB3B83D-8622-4023-A5E6-12E5203608D4}" srcOrd="0" destOrd="0" presId="urn:microsoft.com/office/officeart/2005/8/layout/target1"/>
    <dgm:cxn modelId="{4834616E-7DB9-492A-AA61-2E5F398EB2FD}" type="presOf" srcId="{6314D2D4-2191-435E-BFFC-D6A9AB967994}" destId="{112F0347-D920-4F80-996E-8A4416C8A870}" srcOrd="0" destOrd="0" presId="urn:microsoft.com/office/officeart/2005/8/layout/target1"/>
    <dgm:cxn modelId="{63DA28D5-B020-459A-8A1D-264653BCAE60}" srcId="{4D98F485-9825-4B60-9B42-BE2898D532EB}" destId="{6314D2D4-2191-435E-BFFC-D6A9AB967994}" srcOrd="3" destOrd="0" parTransId="{C50742AA-7AEB-4EF7-8BF3-82CFAE12E8B4}" sibTransId="{2CD24961-161C-4717-9FD5-B46EDE87BE2F}"/>
    <dgm:cxn modelId="{69EB21B9-2F57-4CF7-AC06-AF5296DAB796}" type="presOf" srcId="{58BC34B2-F6CB-413C-A273-7AF9EB23B7C6}" destId="{1AC892AE-58EE-4409-8E89-DCD2A4401967}" srcOrd="0" destOrd="0" presId="urn:microsoft.com/office/officeart/2005/8/layout/target1"/>
    <dgm:cxn modelId="{F92B8EF5-FC22-497B-90A9-6DB628422EBC}" srcId="{4D98F485-9825-4B60-9B42-BE2898D532EB}" destId="{58BC34B2-F6CB-413C-A273-7AF9EB23B7C6}" srcOrd="4" destOrd="0" parTransId="{BC6CE687-04CA-444C-97DA-E0FDC2F06A26}" sibTransId="{1368D6E6-DBF6-473A-B380-39C3613DD516}"/>
    <dgm:cxn modelId="{2E2AC675-D470-4761-97A9-72ADFBD8AF2C}" srcId="{4D98F485-9825-4B60-9B42-BE2898D532EB}" destId="{17EA3D11-C7F7-463B-917F-607E4DF622D7}" srcOrd="0" destOrd="0" parTransId="{9A12EFD8-F518-488A-A56E-788EF89A3801}" sibTransId="{566C3FB4-9DFA-4E02-A617-EF3FA4A57560}"/>
    <dgm:cxn modelId="{8E4DB5E1-B33E-40D8-88C0-2E0F76668841}" type="presOf" srcId="{4D98F485-9825-4B60-9B42-BE2898D532EB}" destId="{1B54B1CC-886D-4698-A8B3-85266CDE9B35}" srcOrd="0" destOrd="0" presId="urn:microsoft.com/office/officeart/2005/8/layout/target1"/>
    <dgm:cxn modelId="{B65133DE-E9DA-4059-B037-21DC28B35CB7}" type="presParOf" srcId="{1B54B1CC-886D-4698-A8B3-85266CDE9B35}" destId="{4CFAC306-003F-4310-BF8E-EF6FD98EB7D9}" srcOrd="0" destOrd="0" presId="urn:microsoft.com/office/officeart/2005/8/layout/target1"/>
    <dgm:cxn modelId="{0B0AA9C4-232B-4736-8E01-9C252EB86779}" type="presParOf" srcId="{1B54B1CC-886D-4698-A8B3-85266CDE9B35}" destId="{63CC4516-2E58-4312-9463-B99E2AD81301}" srcOrd="1" destOrd="0" presId="urn:microsoft.com/office/officeart/2005/8/layout/target1"/>
    <dgm:cxn modelId="{E0997680-57F4-4278-82C8-B12833E54716}" type="presParOf" srcId="{1B54B1CC-886D-4698-A8B3-85266CDE9B35}" destId="{725FC860-20B7-4E93-B611-AF95C7CF83B0}" srcOrd="2" destOrd="0" presId="urn:microsoft.com/office/officeart/2005/8/layout/target1"/>
    <dgm:cxn modelId="{0B7BA4E5-11E9-446A-92B6-602E4537F505}" type="presParOf" srcId="{1B54B1CC-886D-4698-A8B3-85266CDE9B35}" destId="{B16F289F-34D7-451C-8FF2-98E00A579DE2}" srcOrd="3" destOrd="0" presId="urn:microsoft.com/office/officeart/2005/8/layout/target1"/>
    <dgm:cxn modelId="{650EDE00-08CA-4E8B-95C9-F5979A04553A}" type="presParOf" srcId="{1B54B1CC-886D-4698-A8B3-85266CDE9B35}" destId="{A96D9F80-ADAD-44A4-AE4D-2CCD307AEC4E}" srcOrd="4" destOrd="0" presId="urn:microsoft.com/office/officeart/2005/8/layout/target1"/>
    <dgm:cxn modelId="{D5E7253A-D07A-4E51-A0E1-5B83111D4742}" type="presParOf" srcId="{1B54B1CC-886D-4698-A8B3-85266CDE9B35}" destId="{5673488B-6DFF-40AF-A2D9-C91F1BFEC047}" srcOrd="5" destOrd="0" presId="urn:microsoft.com/office/officeart/2005/8/layout/target1"/>
    <dgm:cxn modelId="{15A8F67C-70F8-4E7E-98A8-8AEAC9365D0E}" type="presParOf" srcId="{1B54B1CC-886D-4698-A8B3-85266CDE9B35}" destId="{464BB430-4A90-496B-88F5-BDD478C78650}" srcOrd="6" destOrd="0" presId="urn:microsoft.com/office/officeart/2005/8/layout/target1"/>
    <dgm:cxn modelId="{52BB39D6-C306-48C4-9D7B-848D8D47B02E}" type="presParOf" srcId="{1B54B1CC-886D-4698-A8B3-85266CDE9B35}" destId="{DA5D4C27-AB5E-4FF0-97F4-19409E007204}" srcOrd="7" destOrd="0" presId="urn:microsoft.com/office/officeart/2005/8/layout/target1"/>
    <dgm:cxn modelId="{B00350A4-D3FC-4B96-A27C-D84B5CFBC33B}" type="presParOf" srcId="{1B54B1CC-886D-4698-A8B3-85266CDE9B35}" destId="{5AF6CFAF-FE58-4B61-889D-2826306DAB09}" srcOrd="8" destOrd="0" presId="urn:microsoft.com/office/officeart/2005/8/layout/target1"/>
    <dgm:cxn modelId="{6ED42CD4-00DB-48B1-9E25-48BEC1395A31}" type="presParOf" srcId="{1B54B1CC-886D-4698-A8B3-85266CDE9B35}" destId="{6BB3B83D-8622-4023-A5E6-12E5203608D4}" srcOrd="9" destOrd="0" presId="urn:microsoft.com/office/officeart/2005/8/layout/target1"/>
    <dgm:cxn modelId="{E05A8C3F-4670-4288-B62B-54E826CE9565}" type="presParOf" srcId="{1B54B1CC-886D-4698-A8B3-85266CDE9B35}" destId="{A361B36E-6628-423F-913F-F739A9A46EB5}" srcOrd="10" destOrd="0" presId="urn:microsoft.com/office/officeart/2005/8/layout/target1"/>
    <dgm:cxn modelId="{39F45FE3-38F2-4CCA-8143-B3F4CDB7D683}" type="presParOf" srcId="{1B54B1CC-886D-4698-A8B3-85266CDE9B35}" destId="{1AFC0F8A-BD49-40FD-BAA7-747B0B559090}" srcOrd="11" destOrd="0" presId="urn:microsoft.com/office/officeart/2005/8/layout/target1"/>
    <dgm:cxn modelId="{23B1BB59-AB34-4419-B95D-95C2E442B2C4}" type="presParOf" srcId="{1B54B1CC-886D-4698-A8B3-85266CDE9B35}" destId="{2C7AA62F-E116-43EC-B28D-578ECC4FA710}" srcOrd="12" destOrd="0" presId="urn:microsoft.com/office/officeart/2005/8/layout/target1"/>
    <dgm:cxn modelId="{298F047F-8C55-490F-B8F0-48E43126ABD3}" type="presParOf" srcId="{1B54B1CC-886D-4698-A8B3-85266CDE9B35}" destId="{112F0347-D920-4F80-996E-8A4416C8A870}" srcOrd="13" destOrd="0" presId="urn:microsoft.com/office/officeart/2005/8/layout/target1"/>
    <dgm:cxn modelId="{6B337D88-F86B-4A68-BDDB-060FC515CAB2}" type="presParOf" srcId="{1B54B1CC-886D-4698-A8B3-85266CDE9B35}" destId="{DF10389D-93D5-4903-BCC0-B4ED2A8AA054}" srcOrd="14" destOrd="0" presId="urn:microsoft.com/office/officeart/2005/8/layout/target1"/>
    <dgm:cxn modelId="{50688DA5-1B21-4B34-8288-799508C99A04}" type="presParOf" srcId="{1B54B1CC-886D-4698-A8B3-85266CDE9B35}" destId="{37B9C95E-DF0E-4B86-ACFA-7520E8B45286}" srcOrd="15" destOrd="0" presId="urn:microsoft.com/office/officeart/2005/8/layout/target1"/>
    <dgm:cxn modelId="{D7872BE9-FD9A-4955-9F4E-57D3B2574AE7}" type="presParOf" srcId="{1B54B1CC-886D-4698-A8B3-85266CDE9B35}" destId="{83B0CB49-D044-421A-8F43-3D0B5F5A58A1}" srcOrd="16" destOrd="0" presId="urn:microsoft.com/office/officeart/2005/8/layout/target1"/>
    <dgm:cxn modelId="{DE26ACA7-24A5-4B17-AC73-DB25BB75C8D4}" type="presParOf" srcId="{1B54B1CC-886D-4698-A8B3-85266CDE9B35}" destId="{1AC892AE-58EE-4409-8E89-DCD2A4401967}" srcOrd="17" destOrd="0" presId="urn:microsoft.com/office/officeart/2005/8/layout/target1"/>
    <dgm:cxn modelId="{12085A45-A9DA-40D6-8783-43C001957860}" type="presParOf" srcId="{1B54B1CC-886D-4698-A8B3-85266CDE9B35}" destId="{EC1191A9-CB78-4EAB-8FCB-7B853A0EB09C}" srcOrd="18" destOrd="0" presId="urn:microsoft.com/office/officeart/2005/8/layout/target1"/>
    <dgm:cxn modelId="{B4E0200E-C3D1-477F-9009-DA6275B17116}" type="presParOf" srcId="{1B54B1CC-886D-4698-A8B3-85266CDE9B35}" destId="{2A36549B-5E58-4168-A3C7-DB247EFF9654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3B0CB49-D044-421A-8F43-3D0B5F5A58A1}">
      <dsp:nvSpPr>
        <dsp:cNvPr id="0" name=""/>
        <dsp:cNvSpPr/>
      </dsp:nvSpPr>
      <dsp:spPr>
        <a:xfrm>
          <a:off x="2231663" y="878863"/>
          <a:ext cx="3022226" cy="30222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AA62F-E116-43EC-B28D-578ECC4FA710}">
      <dsp:nvSpPr>
        <dsp:cNvPr id="0" name=""/>
        <dsp:cNvSpPr/>
      </dsp:nvSpPr>
      <dsp:spPr>
        <a:xfrm>
          <a:off x="2567382" y="1214582"/>
          <a:ext cx="2350788" cy="23507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CFAF-FE58-4B61-889D-2826306DAB09}">
      <dsp:nvSpPr>
        <dsp:cNvPr id="0" name=""/>
        <dsp:cNvSpPr/>
      </dsp:nvSpPr>
      <dsp:spPr>
        <a:xfrm>
          <a:off x="2903101" y="1550301"/>
          <a:ext cx="1679350" cy="1679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D9F80-ADAD-44A4-AE4D-2CCD307AEC4E}">
      <dsp:nvSpPr>
        <dsp:cNvPr id="0" name=""/>
        <dsp:cNvSpPr/>
      </dsp:nvSpPr>
      <dsp:spPr>
        <a:xfrm>
          <a:off x="3239071" y="1886272"/>
          <a:ext cx="1007408" cy="1007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AC306-003F-4310-BF8E-EF6FD98EB7D9}">
      <dsp:nvSpPr>
        <dsp:cNvPr id="0" name=""/>
        <dsp:cNvSpPr/>
      </dsp:nvSpPr>
      <dsp:spPr>
        <a:xfrm>
          <a:off x="3574790" y="2221991"/>
          <a:ext cx="335970" cy="3359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C4516-2E58-4312-9463-B99E2AD81301}">
      <dsp:nvSpPr>
        <dsp:cNvPr id="0" name=""/>
        <dsp:cNvSpPr/>
      </dsp:nvSpPr>
      <dsp:spPr>
        <a:xfrm>
          <a:off x="5239251" y="128545"/>
          <a:ext cx="2547797" cy="533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Document databases</a:t>
          </a:r>
          <a:endParaRPr lang="en-US" sz="1700" kern="1200" dirty="0"/>
        </a:p>
      </dsp:txBody>
      <dsp:txXfrm>
        <a:off x="5239251" y="128545"/>
        <a:ext cx="2547797" cy="533523"/>
      </dsp:txXfrm>
    </dsp:sp>
    <dsp:sp modelId="{725FC860-20B7-4E93-B611-AF95C7CF83B0}">
      <dsp:nvSpPr>
        <dsp:cNvPr id="0" name=""/>
        <dsp:cNvSpPr/>
      </dsp:nvSpPr>
      <dsp:spPr>
        <a:xfrm>
          <a:off x="5379815" y="395307"/>
          <a:ext cx="3777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F289F-34D7-451C-8FF2-98E00A579DE2}">
      <dsp:nvSpPr>
        <dsp:cNvPr id="0" name=""/>
        <dsp:cNvSpPr/>
      </dsp:nvSpPr>
      <dsp:spPr>
        <a:xfrm rot="5400000">
          <a:off x="3562701" y="575381"/>
          <a:ext cx="1994669" cy="163452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3488B-6DFF-40AF-A2D9-C91F1BFEC047}">
      <dsp:nvSpPr>
        <dsp:cNvPr id="0" name=""/>
        <dsp:cNvSpPr/>
      </dsp:nvSpPr>
      <dsp:spPr>
        <a:xfrm>
          <a:off x="5257589" y="692694"/>
          <a:ext cx="2511122" cy="533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ER model databases</a:t>
          </a:r>
          <a:endParaRPr lang="en-US" sz="1700" kern="1200" dirty="0"/>
        </a:p>
      </dsp:txBody>
      <dsp:txXfrm>
        <a:off x="5257589" y="692694"/>
        <a:ext cx="2511122" cy="533523"/>
      </dsp:txXfrm>
    </dsp:sp>
    <dsp:sp modelId="{464BB430-4A90-496B-88F5-BDD478C78650}">
      <dsp:nvSpPr>
        <dsp:cNvPr id="0" name=""/>
        <dsp:cNvSpPr/>
      </dsp:nvSpPr>
      <dsp:spPr>
        <a:xfrm>
          <a:off x="5379815" y="959456"/>
          <a:ext cx="3777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D4C27-AB5E-4FF0-97F4-19409E007204}">
      <dsp:nvSpPr>
        <dsp:cNvPr id="0" name=""/>
        <dsp:cNvSpPr/>
      </dsp:nvSpPr>
      <dsp:spPr>
        <a:xfrm rot="5400000">
          <a:off x="3855807" y="1096665"/>
          <a:ext cx="1660814" cy="138518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B3B83D-8622-4023-A5E6-12E5203608D4}">
      <dsp:nvSpPr>
        <dsp:cNvPr id="0" name=""/>
        <dsp:cNvSpPr/>
      </dsp:nvSpPr>
      <dsp:spPr>
        <a:xfrm>
          <a:off x="5431034" y="1256843"/>
          <a:ext cx="2164231" cy="533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Graph databases</a:t>
          </a:r>
          <a:endParaRPr lang="en-US" sz="1700" kern="1200" dirty="0"/>
        </a:p>
      </dsp:txBody>
      <dsp:txXfrm>
        <a:off x="5431034" y="1256843"/>
        <a:ext cx="2164231" cy="533523"/>
      </dsp:txXfrm>
    </dsp:sp>
    <dsp:sp modelId="{A361B36E-6628-423F-913F-F739A9A46EB5}">
      <dsp:nvSpPr>
        <dsp:cNvPr id="0" name=""/>
        <dsp:cNvSpPr/>
      </dsp:nvSpPr>
      <dsp:spPr>
        <a:xfrm>
          <a:off x="5379815" y="1523604"/>
          <a:ext cx="3777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C0F8A-BD49-40FD-BAA7-747B0B559090}">
      <dsp:nvSpPr>
        <dsp:cNvPr id="0" name=""/>
        <dsp:cNvSpPr/>
      </dsp:nvSpPr>
      <dsp:spPr>
        <a:xfrm rot="5400000">
          <a:off x="4143221" y="1596642"/>
          <a:ext cx="1309631" cy="116355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F0347-D920-4F80-996E-8A4416C8A870}">
      <dsp:nvSpPr>
        <dsp:cNvPr id="0" name=""/>
        <dsp:cNvSpPr/>
      </dsp:nvSpPr>
      <dsp:spPr>
        <a:xfrm>
          <a:off x="5587132" y="1808903"/>
          <a:ext cx="1852035" cy="533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Hierarchical databases</a:t>
          </a:r>
          <a:endParaRPr lang="en-US" sz="1700" kern="1200" dirty="0"/>
        </a:p>
      </dsp:txBody>
      <dsp:txXfrm>
        <a:off x="5587132" y="1808903"/>
        <a:ext cx="1852035" cy="533523"/>
      </dsp:txXfrm>
    </dsp:sp>
    <dsp:sp modelId="{DF10389D-93D5-4903-BCC0-B4ED2A8AA054}">
      <dsp:nvSpPr>
        <dsp:cNvPr id="0" name=""/>
        <dsp:cNvSpPr/>
      </dsp:nvSpPr>
      <dsp:spPr>
        <a:xfrm>
          <a:off x="5379815" y="2075664"/>
          <a:ext cx="3777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9C95E-DF0E-4B86-ACFA-7520E8B45286}">
      <dsp:nvSpPr>
        <dsp:cNvPr id="0" name=""/>
        <dsp:cNvSpPr/>
      </dsp:nvSpPr>
      <dsp:spPr>
        <a:xfrm rot="5400000">
          <a:off x="4429325" y="2124524"/>
          <a:ext cx="999349" cy="90163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C892AE-58EE-4409-8E89-DCD2A4401967}">
      <dsp:nvSpPr>
        <dsp:cNvPr id="0" name=""/>
        <dsp:cNvSpPr/>
      </dsp:nvSpPr>
      <dsp:spPr>
        <a:xfrm>
          <a:off x="5587132" y="2344844"/>
          <a:ext cx="1852035" cy="533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err="1" smtClean="0"/>
            <a:t>NoSQL</a:t>
          </a:r>
          <a:r>
            <a:rPr lang="en-US" sz="1700" b="1" i="0" kern="1200" dirty="0" smtClean="0"/>
            <a:t> database</a:t>
          </a:r>
          <a:endParaRPr lang="en-US" sz="1700" kern="1200" dirty="0"/>
        </a:p>
      </dsp:txBody>
      <dsp:txXfrm>
        <a:off x="5587132" y="2344844"/>
        <a:ext cx="1852035" cy="533523"/>
      </dsp:txXfrm>
    </dsp:sp>
    <dsp:sp modelId="{EC1191A9-CB78-4EAB-8FCB-7B853A0EB09C}">
      <dsp:nvSpPr>
        <dsp:cNvPr id="0" name=""/>
        <dsp:cNvSpPr/>
      </dsp:nvSpPr>
      <dsp:spPr>
        <a:xfrm>
          <a:off x="5379815" y="2611606"/>
          <a:ext cx="3777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36549B-5E58-4168-A3C7-DB247EFF9654}">
      <dsp:nvSpPr>
        <dsp:cNvPr id="0" name=""/>
        <dsp:cNvSpPr/>
      </dsp:nvSpPr>
      <dsp:spPr>
        <a:xfrm rot="5400000">
          <a:off x="4699814" y="2636791"/>
          <a:ext cx="705186" cy="65481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071B2-A83E-4937-8D6F-005157A43A0A}" type="datetimeFigureOut">
              <a:rPr lang="en-IN" smtClean="0"/>
              <a:pPr/>
              <a:t>11-01-2023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01AFF-41A7-4666-ABB2-6C0E5DED162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9828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43EF-78DF-4E1F-BCCB-00055D392001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384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AFAE-5969-421D-816E-FEB9A7FF0BEC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855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59B6-2E9E-4DED-8199-3CBD13E98B40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742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7F85-92D4-459F-9E52-160E0D4475D2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715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AEA7-729C-42D4-BDC5-23AEDFE8B11C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329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51C1C-FEA1-4907-A156-52E63743DC0A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0114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AFA6-1351-4528-8178-997464A419BB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199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DD182-35BC-4AAE-A1AD-22D6441E9E3D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1559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9DC1-099B-4E2F-9803-5C90DCBC573B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789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1061-C2C7-44BC-B21E-22E169FB636A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617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8A044-0352-4D8F-B757-B06FFEF97E19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39578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2483-28F1-474A-BD2C-E8B43F89F9D5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4612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7A4D-6AF6-4A2D-B01E-15A470D47858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7322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E854C-5480-4D69-9250-C6302D6E975E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8342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97CB-8FBD-41B0-ADB0-1E431A8B146E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734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84B9-BCE3-4EC1-BB1E-4F66EBA10658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777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42858-923F-41D4-AD75-E57F5F9E64BB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746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9CDBCE-05F7-43F8-9CB9-165458DF6060}" type="datetime1">
              <a:rPr lang="en-US" smtClean="0"/>
              <a:pPr/>
              <a:t>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9181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skills.com/Development/Articles/RDBMS-basic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789" y="1586203"/>
            <a:ext cx="8367937" cy="2616199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 smtClean="0"/>
              <a:t>ADBMS</a:t>
            </a:r>
            <a:endParaRPr lang="en-IN" sz="5400" b="1" dirty="0"/>
          </a:p>
        </p:txBody>
      </p:sp>
      <p:pic>
        <p:nvPicPr>
          <p:cNvPr id="4" name="Picture 2" descr="Gla Logo">
            <a:extLst>
              <a:ext uri="{FF2B5EF4-FFF2-40B4-BE49-F238E27FC236}">
                <a16:creationId xmlns:a16="http://schemas.microsoft.com/office/drawing/2014/main" xmlns="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269260" y="1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F0DFFF8-533F-C4E0-7641-CD387E5E9707}"/>
              </a:ext>
            </a:extLst>
          </p:cNvPr>
          <p:cNvSpPr txBox="1">
            <a:spLocks/>
          </p:cNvSpPr>
          <p:nvPr/>
        </p:nvSpPr>
        <p:spPr>
          <a:xfrm>
            <a:off x="5311587" y="4655225"/>
            <a:ext cx="6237461" cy="2333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Dr. </a:t>
            </a:r>
            <a:r>
              <a:rPr lang="en-IN" sz="2200" dirty="0" smtClean="0"/>
              <a:t>K</a:t>
            </a:r>
            <a:r>
              <a:rPr lang="en-IN" sz="2200" dirty="0" smtClean="0"/>
              <a:t>anta Prasad Sharma</a:t>
            </a:r>
            <a:endParaRPr lang="en-IN" sz="220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Assistant Professor,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Department of Computer Engineering and Applications,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GLA University, Mathura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091C2252-46CE-E0EB-683D-0C6D566CA1E8}"/>
              </a:ext>
            </a:extLst>
          </p:cNvPr>
          <p:cNvSpPr txBox="1">
            <a:spLocks/>
          </p:cNvSpPr>
          <p:nvPr/>
        </p:nvSpPr>
        <p:spPr>
          <a:xfrm>
            <a:off x="1847685" y="236658"/>
            <a:ext cx="7853682" cy="134954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IN" sz="5900" dirty="0" smtClean="0"/>
              <a:t>BCAC </a:t>
            </a:r>
            <a:r>
              <a:rPr lang="en-IN" dirty="0"/>
              <a:t/>
            </a:r>
            <a:br>
              <a:rPr lang="en-IN" dirty="0"/>
            </a:br>
            <a:r>
              <a:rPr lang="en-IN" sz="4100" dirty="0" smtClean="0"/>
              <a:t>ADVANCE DATA BASE MANAGENT STSTEM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53AC35F-8F7D-4124-7F2A-B43FE8C4694B}"/>
              </a:ext>
            </a:extLst>
          </p:cNvPr>
          <p:cNvSpPr/>
          <p:nvPr/>
        </p:nvSpPr>
        <p:spPr>
          <a:xfrm>
            <a:off x="3247053" y="1678802"/>
            <a:ext cx="429208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</a:t>
            </a:r>
            <a:r>
              <a:rPr lang="en-IN" dirty="0" smtClean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4981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Outline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05731"/>
            <a:ext cx="10018713" cy="3124201"/>
          </a:xfrm>
        </p:spPr>
        <p:txBody>
          <a:bodyPr>
            <a:noAutofit/>
          </a:bodyPr>
          <a:lstStyle/>
          <a:p>
            <a:pPr algn="just"/>
            <a:endParaRPr lang="en-IN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 smtClean="0"/>
              <a:t>Evolution </a:t>
            </a:r>
            <a:r>
              <a:rPr lang="en-US" sz="2800" b="1" dirty="0" smtClean="0"/>
              <a:t>of the DBMS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 smtClean="0"/>
              <a:t>Database </a:t>
            </a:r>
            <a:r>
              <a:rPr lang="en-US" sz="2800" b="1" dirty="0" smtClean="0"/>
              <a:t>Design and </a:t>
            </a:r>
            <a:r>
              <a:rPr lang="en-US" sz="2800" b="1" dirty="0" smtClean="0"/>
              <a:t>Implementation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 smtClean="0"/>
              <a:t>DBMS Advanced Features and Distributes </a:t>
            </a:r>
            <a:r>
              <a:rPr lang="en-US" sz="2800" b="1" dirty="0" smtClean="0"/>
              <a:t>Database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 smtClean="0"/>
              <a:t>Enhanced Database </a:t>
            </a:r>
            <a:r>
              <a:rPr lang="en-US" sz="2800" b="1" dirty="0" smtClean="0"/>
              <a:t>Models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 smtClean="0"/>
              <a:t>Emerging </a:t>
            </a:r>
            <a:r>
              <a:rPr lang="en-US" sz="2800" b="1" dirty="0" smtClean="0"/>
              <a:t>Trends and Examples DBMS </a:t>
            </a:r>
            <a:r>
              <a:rPr lang="en-US" sz="2800" b="1" dirty="0" smtClean="0"/>
              <a:t>Architectures</a:t>
            </a:r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992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0648"/>
            <a:ext cx="10018713" cy="739587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0070C0"/>
                </a:solidFill>
              </a:rPr>
              <a:t>Evolution </a:t>
            </a:r>
            <a:r>
              <a:rPr lang="en-US" dirty="0" smtClean="0">
                <a:solidFill>
                  <a:srgbClr val="0070C0"/>
                </a:solidFill>
              </a:rPr>
              <a:t>of the </a:t>
            </a:r>
            <a:r>
              <a:rPr lang="en-US" dirty="0" smtClean="0">
                <a:solidFill>
                  <a:srgbClr val="0070C0"/>
                </a:solidFill>
              </a:rPr>
              <a:t>DBMS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993" y="1385047"/>
            <a:ext cx="10018713" cy="428961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DBMS </a:t>
            </a:r>
            <a:r>
              <a:rPr lang="en-US" dirty="0" smtClean="0"/>
              <a:t>was first introduced to the </a:t>
            </a:r>
            <a:r>
              <a:rPr lang="en-US" b="1" dirty="0" smtClean="0">
                <a:solidFill>
                  <a:srgbClr val="FF0000"/>
                </a:solidFill>
              </a:rPr>
              <a:t>world back in 1960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In addition to storing and extracting data sets, </a:t>
            </a:r>
            <a:endParaRPr lang="en-US" dirty="0" smtClean="0"/>
          </a:p>
          <a:p>
            <a:r>
              <a:rPr lang="en-US" dirty="0" smtClean="0"/>
              <a:t>During the 1970s, </a:t>
            </a:r>
            <a:r>
              <a:rPr lang="en-US" dirty="0" smtClean="0"/>
              <a:t>first-ever</a:t>
            </a:r>
            <a:r>
              <a:rPr lang="en-US" dirty="0" smtClean="0"/>
              <a:t> </a:t>
            </a:r>
            <a:r>
              <a:rPr lang="en-US" dirty="0" smtClean="0">
                <a:hlinkClick r:id="rId2"/>
              </a:rPr>
              <a:t>RDBMS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DBMS allowed </a:t>
            </a:r>
            <a:r>
              <a:rPr lang="en-US" b="1" dirty="0" smtClean="0">
                <a:solidFill>
                  <a:srgbClr val="FF0000"/>
                </a:solidFill>
              </a:rPr>
              <a:t>authorized users to manipulate the </a:t>
            </a:r>
            <a:r>
              <a:rPr lang="en-US" b="1" dirty="0" smtClean="0">
                <a:solidFill>
                  <a:srgbClr val="FF0000"/>
                </a:solidFill>
              </a:rPr>
              <a:t>data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     Insertion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 smtClean="0"/>
              <a:t>    Deletion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 smtClean="0"/>
              <a:t>    Creating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 smtClean="0"/>
              <a:t>    Controlling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   Defining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 smtClean="0"/>
              <a:t>   Revising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89211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 </a:t>
            </a:r>
            <a:r>
              <a:rPr lang="en-US" sz="2400" dirty="0" smtClean="0"/>
              <a:t>advent </a:t>
            </a:r>
            <a:r>
              <a:rPr lang="en-US" sz="2400" dirty="0" smtClean="0"/>
              <a:t>of the RDBMS, numerous types of database management systems started to appear</a:t>
            </a:r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84313" y="1761565"/>
          <a:ext cx="10018712" cy="4029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1110</TotalTime>
  <Words>92</Words>
  <Application>Microsoft Office PowerPoint</Application>
  <PresentationFormat>Custom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Parallax</vt:lpstr>
      <vt:lpstr>ADBMS</vt:lpstr>
      <vt:lpstr>Outline</vt:lpstr>
      <vt:lpstr>Evolution of the DBMS</vt:lpstr>
      <vt:lpstr> advent of the RDBMS, numerous types of database management systems started to appear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Nabanita Choudhury</dc:creator>
  <cp:lastModifiedBy>rc</cp:lastModifiedBy>
  <cp:revision>151</cp:revision>
  <dcterms:created xsi:type="dcterms:W3CDTF">2022-11-29T04:01:05Z</dcterms:created>
  <dcterms:modified xsi:type="dcterms:W3CDTF">2023-01-11T07:34:41Z</dcterms:modified>
</cp:coreProperties>
</file>