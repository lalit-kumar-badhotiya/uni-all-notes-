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015" r:id="rId1"/>
  </p:sldMasterIdLst>
  <p:notesMasterIdLst>
    <p:notesMasterId r:id="rId12"/>
  </p:notesMasterIdLst>
  <p:sldIdLst>
    <p:sldId id="256" r:id="rId2"/>
    <p:sldId id="258" r:id="rId3"/>
    <p:sldId id="326" r:id="rId4"/>
    <p:sldId id="328" r:id="rId5"/>
    <p:sldId id="327" r:id="rId6"/>
    <p:sldId id="330" r:id="rId7"/>
    <p:sldId id="331" r:id="rId8"/>
    <p:sldId id="332" r:id="rId9"/>
    <p:sldId id="333" r:id="rId10"/>
    <p:sldId id="31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7FD"/>
    <a:srgbClr val="84CFF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-66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071B2-A83E-4937-8D6F-005157A43A0A}" type="datetimeFigureOut">
              <a:rPr lang="en-IN" smtClean="0"/>
              <a:pPr/>
              <a:t>04-07-2023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01AFF-41A7-4666-ABB2-6C0E5DED162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9828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43EF-78DF-4E1F-BCCB-00055D392001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384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8AFAE-5969-421D-816E-FEB9A7FF0BEC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855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759B6-2E9E-4DED-8199-3CBD13E98B40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0742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7F85-92D4-459F-9E52-160E0D4475D2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715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AEA7-729C-42D4-BDC5-23AEDFE8B11C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329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51C1C-FEA1-4907-A156-52E63743DC0A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0114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AFA6-1351-4528-8178-997464A419BB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199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DD182-35BC-4AAE-A1AD-22D6441E9E3D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1559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9DC1-099B-4E2F-9803-5C90DCBC573B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789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1061-C2C7-44BC-B21E-22E169FB636A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617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8A044-0352-4D8F-B757-B06FFEF97E19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39578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2483-28F1-474A-BD2C-E8B43F89F9D5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04612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7A4D-6AF6-4A2D-B01E-15A470D47858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7322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E854C-5480-4D69-9250-C6302D6E975E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8342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97CB-8FBD-41B0-ADB0-1E431A8B146E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7349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84B9-BCE3-4EC1-BB1E-4F66EBA10658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0777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42858-923F-41D4-AD75-E57F5F9E64BB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7469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9CDBCE-05F7-43F8-9CB9-165458DF6060}" type="datetime1">
              <a:rPr lang="en-US" smtClean="0"/>
              <a:pPr/>
              <a:t>7/4/2023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9181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DE783C-0C38-0771-3234-77624C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789" y="1586203"/>
            <a:ext cx="8367937" cy="2616199"/>
          </a:xfrm>
        </p:spPr>
        <p:txBody>
          <a:bodyPr>
            <a:normAutofit/>
          </a:bodyPr>
          <a:lstStyle/>
          <a:p>
            <a:r>
              <a:rPr lang="en-IN" sz="5400" b="1" dirty="0"/>
              <a:t>Lists in CSS</a:t>
            </a:r>
          </a:p>
        </p:txBody>
      </p:sp>
      <p:pic>
        <p:nvPicPr>
          <p:cNvPr id="4" name="Picture 2" descr="Gla Logo">
            <a:extLst>
              <a:ext uri="{FF2B5EF4-FFF2-40B4-BE49-F238E27FC236}">
                <a16:creationId xmlns:a16="http://schemas.microsoft.com/office/drawing/2014/main" xmlns="" id="{695904B5-497B-5413-823D-6889F7C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269260" y="1"/>
            <a:ext cx="292274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F0DFFF8-533F-C4E0-7641-CD387E5E9707}"/>
              </a:ext>
            </a:extLst>
          </p:cNvPr>
          <p:cNvSpPr txBox="1">
            <a:spLocks/>
          </p:cNvSpPr>
          <p:nvPr/>
        </p:nvSpPr>
        <p:spPr>
          <a:xfrm>
            <a:off x="555503" y="4655225"/>
            <a:ext cx="10993546" cy="2333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Dr. </a:t>
            </a:r>
            <a:r>
              <a:rPr lang="en-IN" sz="2200" dirty="0" smtClean="0"/>
              <a:t>Kanta Prasad Sharma</a:t>
            </a:r>
            <a:endParaRPr lang="en-IN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Assistant Professor,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 smtClean="0"/>
              <a:t>CEA, </a:t>
            </a:r>
            <a:r>
              <a:rPr lang="en-IN" sz="2200" dirty="0" smtClean="0"/>
              <a:t>GLA </a:t>
            </a:r>
            <a:r>
              <a:rPr lang="en-IN" sz="2200" dirty="0"/>
              <a:t>University, Mathura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091C2252-46CE-E0EB-683D-0C6D566CA1E8}"/>
              </a:ext>
            </a:extLst>
          </p:cNvPr>
          <p:cNvSpPr txBox="1">
            <a:spLocks/>
          </p:cNvSpPr>
          <p:nvPr/>
        </p:nvSpPr>
        <p:spPr>
          <a:xfrm>
            <a:off x="-155927" y="236658"/>
            <a:ext cx="7853682" cy="1349545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BCAC 0016</a:t>
            </a:r>
            <a:br>
              <a:rPr lang="en-IN"/>
            </a:br>
            <a:r>
              <a:rPr lang="en-IN"/>
              <a:t>FUNDAMENTALS OF INTERNET PROGRAMMING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53AC35F-8F7D-4124-7F2A-B43FE8C4694B}"/>
              </a:ext>
            </a:extLst>
          </p:cNvPr>
          <p:cNvSpPr/>
          <p:nvPr/>
        </p:nvSpPr>
        <p:spPr>
          <a:xfrm>
            <a:off x="3247053" y="1678802"/>
            <a:ext cx="4292082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2</a:t>
            </a:r>
          </a:p>
        </p:txBody>
      </p:sp>
    </p:spTree>
    <p:extLst>
      <p:ext uri="{BB962C8B-B14F-4D97-AF65-F5344CB8AC3E}">
        <p14:creationId xmlns:p14="http://schemas.microsoft.com/office/powerpoint/2010/main" xmlns="" val="114981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Outline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CSS Lists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Unordered Lists</a:t>
            </a:r>
          </a:p>
          <a:p>
            <a:pPr marL="1073150" indent="-271463" algn="just">
              <a:buSzPct val="10000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Ordered Lists</a:t>
            </a:r>
            <a:endParaRPr lang="en-IN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9920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374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CSS list properties allow you to: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 different list item markers for ordered lists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 different list item markers for unordered lists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 an image as the list item marker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Add background colors to lists and list items</a:t>
            </a:r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6433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Different List Item Markers:</a:t>
            </a:r>
          </a:p>
          <a:p>
            <a:pPr marL="0" indent="0" algn="l">
              <a:buNone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list-style-type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 specifies the type of list item marker.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following example shows some of the available list item markers: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ul.a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list-style-type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circle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ul.b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list-style-type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square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lang="en-IN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A920EF-7B90-C089-8151-0351A5E05052}"/>
              </a:ext>
            </a:extLst>
          </p:cNvPr>
          <p:cNvSpPr txBox="1"/>
          <p:nvPr/>
        </p:nvSpPr>
        <p:spPr>
          <a:xfrm>
            <a:off x="6885992" y="2892812"/>
            <a:ext cx="37470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ol.c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upper-roman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dirty="0">
                <a:latin typeface="Agency FB" panose="020B0503020202020204" pitchFamily="34" charset="0"/>
              </a:rPr>
              <a:t/>
            </a:r>
            <a:br>
              <a:rPr lang="en-IN" sz="2400" dirty="0">
                <a:latin typeface="Agency FB" panose="020B0503020202020204" pitchFamily="34" charset="0"/>
              </a:rPr>
            </a:br>
            <a:r>
              <a:rPr lang="en-IN" sz="2400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ol.d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lower-alpha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sz="2400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75979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297" y="-377434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1CE2FF6-AE33-C40C-3A01-30193F29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4336" y="746825"/>
            <a:ext cx="5906197" cy="56123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0FE42936-BB97-2E90-C424-DAF79088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953" y="1834836"/>
            <a:ext cx="3737637" cy="29219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F6FB217-CCE3-4F07-356D-B7D29CC6C9F3}"/>
              </a:ext>
            </a:extLst>
          </p:cNvPr>
          <p:cNvSpPr txBox="1"/>
          <p:nvPr/>
        </p:nvSpPr>
        <p:spPr>
          <a:xfrm>
            <a:off x="8511702" y="1375165"/>
            <a:ext cx="25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405727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Image as The List Item Marker</a:t>
            </a:r>
          </a:p>
          <a:p>
            <a:pPr marL="0" indent="0" algn="l">
              <a:buNone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list-style-image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 specifies an image as the list item marker:</a:t>
            </a:r>
          </a:p>
          <a:p>
            <a:pPr marL="0" indent="0" algn="l">
              <a:buNone/>
            </a:pPr>
            <a:r>
              <a:rPr lang="en-US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ul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list-style-image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url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('sqpurple.gif')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solidFill>
                  <a:srgbClr val="A52A2A"/>
                </a:solidFill>
                <a:latin typeface="Agency FB" panose="020B0503020202020204" pitchFamily="34" charset="0"/>
              </a:rPr>
              <a:t>&lt;ul&gt;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latin typeface="Agency FB" panose="020B0503020202020204" pitchFamily="34" charset="0"/>
              </a:rPr>
              <a:t>  	&lt;li&gt;Lionel Messi&lt;/li&gt;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latin typeface="Agency FB" panose="020B0503020202020204" pitchFamily="34" charset="0"/>
              </a:rPr>
              <a:t>  	&lt;li&gt;Cristiano Ronaldo&lt;/li&gt;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latin typeface="Agency FB" panose="020B0503020202020204" pitchFamily="34" charset="0"/>
              </a:rPr>
              <a:t>  	&lt;li&gt;Kylian Mbappe&lt;/li&gt;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solidFill>
                  <a:srgbClr val="A52A2A"/>
                </a:solidFill>
                <a:latin typeface="Agency FB" panose="020B0503020202020204" pitchFamily="34" charset="0"/>
              </a:rPr>
              <a:t>&lt;/ul&gt;</a:t>
            </a:r>
            <a:r>
              <a:rPr lang="en-IN" dirty="0">
                <a:latin typeface="Agency FB" panose="020B0503020202020204" pitchFamily="34" charset="0"/>
              </a:rPr>
              <a:t/>
            </a:r>
            <a:br>
              <a:rPr lang="en-IN" dirty="0">
                <a:latin typeface="Agency FB" panose="020B0503020202020204" pitchFamily="34" charset="0"/>
              </a:rPr>
            </a:br>
            <a:endParaRPr lang="en-IN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1951FAC-87F4-0057-B959-3B63416E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654" y="3646835"/>
            <a:ext cx="2860296" cy="12966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1047FC0-1186-CEDC-F81C-C416D8866815}"/>
              </a:ext>
            </a:extLst>
          </p:cNvPr>
          <p:cNvSpPr txBox="1"/>
          <p:nvPr/>
        </p:nvSpPr>
        <p:spPr>
          <a:xfrm>
            <a:off x="8294379" y="3211165"/>
            <a:ext cx="25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4211440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8461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Styling List With Colors:</a:t>
            </a:r>
          </a:p>
          <a:p>
            <a:pPr marL="0" indent="0">
              <a:buNone/>
            </a:pPr>
            <a:endParaRPr lang="en-US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can also style lists with colors, to make them look a little more interesting.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Anything added to the 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 or 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 tag, affects the entire list, while properties added to the &lt;li&gt; tag will affect the individual list items: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5500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7517840-A24E-6277-00F9-3E14AE622CF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53825" y="982493"/>
            <a:ext cx="4526399" cy="55405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B0B9B059-F709-050A-0B20-B375133C0D9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86362" y="1433749"/>
            <a:ext cx="4687999" cy="394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6032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111276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</a:t>
            </a:r>
            <a:r>
              <a:rPr lang="en-IN" b="1" dirty="0">
                <a:solidFill>
                  <a:srgbClr val="000000"/>
                </a:solidFill>
                <a:latin typeface="Nunito" pitchFamily="2" charset="0"/>
              </a:rPr>
              <a:t>Lists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CD31D3B-A266-F72F-E11A-A43DF7CC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036" y="1453242"/>
            <a:ext cx="8873259" cy="4427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A536F1-80DA-687C-B0FB-63D882B249CD}"/>
              </a:ext>
            </a:extLst>
          </p:cNvPr>
          <p:cNvSpPr txBox="1"/>
          <p:nvPr/>
        </p:nvSpPr>
        <p:spPr>
          <a:xfrm>
            <a:off x="5233933" y="1083910"/>
            <a:ext cx="25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xmlns="" val="183882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347" y="2552700"/>
            <a:ext cx="10018713" cy="1752599"/>
          </a:xfrm>
        </p:spPr>
        <p:txBody>
          <a:bodyPr/>
          <a:lstStyle/>
          <a:p>
            <a:pPr algn="l"/>
            <a:r>
              <a:rPr lang="en-IN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7E29668-A8D8-E60C-0760-F80CEBC9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2945" y="6359135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500B4AC9-607B-3F3E-0435-347E52C8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911" y="6359135"/>
            <a:ext cx="7084177" cy="365125"/>
          </a:xfrm>
        </p:spPr>
        <p:txBody>
          <a:bodyPr/>
          <a:lstStyle/>
          <a:p>
            <a:r>
              <a:rPr lang="en-US" sz="1400" dirty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</p:spTree>
    <p:extLst>
      <p:ext uri="{BB962C8B-B14F-4D97-AF65-F5344CB8AC3E}">
        <p14:creationId xmlns:p14="http://schemas.microsoft.com/office/powerpoint/2010/main" xmlns="" val="3180145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1134</TotalTime>
  <Words>276</Words>
  <Application>Microsoft Office PowerPoint</Application>
  <PresentationFormat>Custom</PresentationFormat>
  <Paragraphs>63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Parallax</vt:lpstr>
      <vt:lpstr>Lists in CSS</vt:lpstr>
      <vt:lpstr>Outline</vt:lpstr>
      <vt:lpstr>CSS Lists</vt:lpstr>
      <vt:lpstr>CSS Lists (Contd.)</vt:lpstr>
      <vt:lpstr>CSS Lists (Contd.)</vt:lpstr>
      <vt:lpstr>CSS Lists (Contd.)</vt:lpstr>
      <vt:lpstr>CSS Lists (Contd.)</vt:lpstr>
      <vt:lpstr>CSS Lists (Contd.)</vt:lpstr>
      <vt:lpstr>CSS Lists (Contd.)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Nabanita Choudhury</dc:creator>
  <cp:lastModifiedBy>rc</cp:lastModifiedBy>
  <cp:revision>162</cp:revision>
  <dcterms:created xsi:type="dcterms:W3CDTF">2022-11-29T04:01:05Z</dcterms:created>
  <dcterms:modified xsi:type="dcterms:W3CDTF">2023-07-04T11:03:33Z</dcterms:modified>
</cp:coreProperties>
</file>