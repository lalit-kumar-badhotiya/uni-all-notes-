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9"/>
    <p:restoredTop sz="94715"/>
  </p:normalViewPr>
  <p:slideViewPr>
    <p:cSldViewPr snapToGrid="0" snapToObjects="1">
      <p:cViewPr varScale="1">
        <p:scale>
          <a:sx n="122" d="100"/>
          <a:sy n="122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7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9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2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4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21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1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2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0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7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5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AB41E-CDD1-CE41-A63B-CEE99C88BA29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308BC-A5FC-384B-AE91-49DD4BA62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2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Understanding the Secular and Spiritual Values</a:t>
            </a:r>
            <a:endParaRPr lang="en-US" sz="36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Purusharthas (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Puruṣārtha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81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The crucial components and related questions in Indian Philosophy </a:t>
            </a:r>
            <a:endParaRPr 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7366" y="1524000"/>
            <a:ext cx="9966434" cy="5139559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 are two different questions.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1) What does one want to do in life or what are the desires?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2) What is one supposed to do or ought to do in life?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What do these questions signify?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1) Descriptive nature of human wants and desires. Like, For example, Inter-Faith marriages is prevalent in society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2) Prescriptive/Injunctions for human actions. Like, Government revises moral stand informed by the description.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We cannot infer 1 from 2 or 2 from 1.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Though 2 is informed by 1 but not determined by it.</a:t>
            </a:r>
          </a:p>
          <a:p>
            <a:pPr algn="just">
              <a:lnSpc>
                <a:spcPct val="170000"/>
              </a:lnSpc>
            </a:pP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2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Times New Roman" charset="0"/>
                <a:ea typeface="Times New Roman" charset="0"/>
                <a:cs typeface="Times New Roman" charset="0"/>
              </a:rPr>
              <a:t>The Definition and Meaning of </a:t>
            </a:r>
            <a:r>
              <a:rPr lang="en-US" sz="3200" dirty="0" err="1" smtClean="0">
                <a:latin typeface="Times New Roman" charset="0"/>
                <a:ea typeface="Times New Roman" charset="0"/>
                <a:cs typeface="Times New Roman" charset="0"/>
              </a:rPr>
              <a:t>Purushartha</a:t>
            </a:r>
            <a:endParaRPr lang="en-US" sz="32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Purushartha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is conceived in Vedic tradition- Accepted in 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Astika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Schools of Indian Philosophy.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Purush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means Moral Agent who is rational and has free will.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Artha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means purpose (teleological) which is the “Object of Desire”.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Etymologically means ‘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Artha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of the 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Purush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’.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means any object of human pursuit or goal of human life.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Purusharthais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the value of life that is necessary for a good moral life.</a:t>
            </a:r>
          </a:p>
        </p:txBody>
      </p:sp>
    </p:spTree>
    <p:extLst>
      <p:ext uri="{BB962C8B-B14F-4D97-AF65-F5344CB8AC3E}">
        <p14:creationId xmlns:p14="http://schemas.microsoft.com/office/powerpoint/2010/main" val="633063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5117"/>
            <a:ext cx="10515600" cy="5041846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Notion of 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Purushartha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is based on two beliefs: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A)The cosmic process is teleological(goal).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B)Mankind is the highest process of this universe.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Human existence has a special importance but experience of this is possible only through proper and qualified efforts and work which is systematic.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Spiritual goals or ends that a rational and conscious being should pursue in their life</a:t>
            </a:r>
          </a:p>
        </p:txBody>
      </p:sp>
    </p:spTree>
    <p:extLst>
      <p:ext uri="{BB962C8B-B14F-4D97-AF65-F5344CB8AC3E}">
        <p14:creationId xmlns:p14="http://schemas.microsoft.com/office/powerpoint/2010/main" val="178558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Times New Roman" charset="0"/>
                <a:ea typeface="Times New Roman" charset="0"/>
                <a:cs typeface="Times New Roman" charset="0"/>
              </a:rPr>
              <a:t>4 Kinds of </a:t>
            </a:r>
            <a:r>
              <a:rPr lang="en-US" sz="3200" dirty="0" err="1" smtClean="0">
                <a:latin typeface="Times New Roman" charset="0"/>
                <a:ea typeface="Times New Roman" charset="0"/>
                <a:cs typeface="Times New Roman" charset="0"/>
              </a:rPr>
              <a:t>Purushartha</a:t>
            </a:r>
            <a:endParaRPr lang="en-US" sz="32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2676" y="1524000"/>
            <a:ext cx="9238593" cy="4652963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Dharma- Moral Duties for Social Good (Founding and Guiding Principles, Root term is </a:t>
            </a:r>
            <a:r>
              <a:rPr lang="en-US" i="1" dirty="0" err="1" smtClean="0">
                <a:latin typeface="Times New Roman" charset="0"/>
                <a:ea typeface="Times New Roman" charset="0"/>
                <a:cs typeface="Times New Roman" charset="0"/>
              </a:rPr>
              <a:t>Dhr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which means social order or moral duties. Vedic Literature explains it as </a:t>
            </a:r>
            <a:r>
              <a:rPr lang="en-US" i="1" dirty="0" err="1" smtClean="0">
                <a:latin typeface="Times New Roman" charset="0"/>
                <a:ea typeface="Times New Roman" charset="0"/>
                <a:cs typeface="Times New Roman" charset="0"/>
              </a:rPr>
              <a:t>Rta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or Cosmic order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.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Classical period understands it as Dharma or Truth.)</a:t>
            </a:r>
          </a:p>
          <a:p>
            <a:pPr algn="just">
              <a:lnSpc>
                <a:spcPct val="170000"/>
              </a:lnSpc>
            </a:pP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Artha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- Economic or Material Well Being 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Kama (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kāma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)- Satisfaction of Desires</a:t>
            </a:r>
          </a:p>
          <a:p>
            <a:pPr algn="just">
              <a:lnSpc>
                <a:spcPct val="170000"/>
              </a:lnSpc>
            </a:pP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Artha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and Kama constitute worldly actions. General Duties (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Samanya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) and Particular Duties (Particular). 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Moksha (</a:t>
            </a:r>
            <a:r>
              <a:rPr lang="en-US" dirty="0" err="1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okṣa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)- Highest Pursuit (Spiritual Liberation i.e., abstention from worldly actions)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Four 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Ashramas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include Celibacy, Family Duties, Spirituality and Unattached.</a:t>
            </a:r>
          </a:p>
        </p:txBody>
      </p:sp>
    </p:spTree>
    <p:extLst>
      <p:ext uri="{BB962C8B-B14F-4D97-AF65-F5344CB8AC3E}">
        <p14:creationId xmlns:p14="http://schemas.microsoft.com/office/powerpoint/2010/main" val="76711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374</Words>
  <Application>Microsoft Macintosh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Calibri Light</vt:lpstr>
      <vt:lpstr>Times New Roman</vt:lpstr>
      <vt:lpstr>Arial</vt:lpstr>
      <vt:lpstr>Office Theme</vt:lpstr>
      <vt:lpstr>Understanding the Secular and Spiritual Values</vt:lpstr>
      <vt:lpstr>The crucial components and related questions in Indian Philosophy </vt:lpstr>
      <vt:lpstr>The Definition and Meaning of Purushartha</vt:lpstr>
      <vt:lpstr>PowerPoint Presentation</vt:lpstr>
      <vt:lpstr>4 Kinds of Purushartha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the Secular and Spiritual Values</dc:title>
  <dc:creator>Microsoft Office User</dc:creator>
  <cp:lastModifiedBy>Microsoft Office User</cp:lastModifiedBy>
  <cp:revision>6</cp:revision>
  <dcterms:created xsi:type="dcterms:W3CDTF">2023-10-23T04:57:48Z</dcterms:created>
  <dcterms:modified xsi:type="dcterms:W3CDTF">2023-10-23T05:42:49Z</dcterms:modified>
</cp:coreProperties>
</file>