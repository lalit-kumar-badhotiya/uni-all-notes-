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0" r:id="rId6"/>
    <p:sldId id="258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9"/>
    <p:restoredTop sz="94697"/>
  </p:normalViewPr>
  <p:slideViewPr>
    <p:cSldViewPr snapToGrid="0" snapToObjects="1">
      <p:cViewPr varScale="1">
        <p:scale>
          <a:sx n="51" d="100"/>
          <a:sy n="51" d="100"/>
        </p:scale>
        <p:origin x="208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1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8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8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84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03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7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1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5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4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2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E9C00-A25D-8B43-B5D2-91CD743734D1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87386-1909-324E-9529-BB8EB7A27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3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Lecture 9-10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charset="0"/>
                <a:ea typeface="Times New Roman" charset="0"/>
                <a:cs typeface="Times New Roman" charset="0"/>
              </a:rPr>
              <a:t>MCA and Biotechnology</a:t>
            </a:r>
            <a:endParaRPr lang="en-US" sz="4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41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Theoretical Bases of EDM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825624"/>
            <a:ext cx="8966200" cy="4803775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Utilitarianism (Greater Welfare Approach) 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Consequential Approaches (The Outcome Approach)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Rights Approach (Positive and Negative approach towards Autonomy)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Virtue based Approach of ethical reasoning 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Deontological Approach (Duty Based)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Risk Benefit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13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Consequential Approach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67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Consequences: Anything that happens as a result of an action or some actions.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Consequentialism: It is a result based ethical theory making judgements of right and wrong respective to the consequences.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For Example: Most people agree that lying is wrong but if lying saves somebody from harm then utilitarianism would approve this as morally right.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08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Its Kinds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0400" y="1825624"/>
            <a:ext cx="8864600" cy="462597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Hedonism: Maximize the pleasure and happiness but minimize the pain and unpleasant experiences.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Hedonism is of two types: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Utilitarianism i.e., Social Hedonism or “greatest good for greatest number.”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Ethical Egoism which is associated with self-interest focusing on greatest good for oneself.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53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Utilitarianism </a:t>
            </a:r>
            <a:b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(Greater Welfare Approach)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5181599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 theory is associated with British thinkers Jeremy Bentham and John Stuart Mill.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 theory of morality that advocates happiness or pleasure and opposes actions that causes unhappiness or displeasure.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promotes “the greatest amount of good for the greatest number of people.”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aims at the betterment of society in a sociopolitical context.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is a reason-based approach to determine right and wrong.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does not account for emotions, feelings, sentiments, culture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109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Principles of Utilitarianism</a:t>
            </a:r>
            <a:endParaRPr lang="en-US" sz="36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5283199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Pleasure or happiness is the intrinsic value which means it is good in itself and is not just an instrumental value i.e., means to an end.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Actions are morally right if they promote pleasure else wrong which implies morality is relevant in terms of the proportion of consequences only.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Maximum pleasure for greatest number of people counts and for each it applies equally. 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Consumer’s value is based on practically and rationally calculated evaluation</a:t>
            </a:r>
          </a:p>
          <a:p>
            <a:pPr algn="just">
              <a:lnSpc>
                <a:spcPct val="150000"/>
              </a:lnSpc>
            </a:pP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541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Utilitarianism In Profession</a:t>
            </a:r>
            <a:endParaRPr lang="en-US" sz="36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3800"/>
            <a:ext cx="10515600" cy="604520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Morally correct decisions increase happiness of the users, customers and therefore company.</a:t>
            </a:r>
          </a:p>
          <a:p>
            <a:pPr algn="just">
              <a:lnSpc>
                <a:spcPct val="160000"/>
              </a:lnSpc>
            </a:pPr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“Rule” Utilitarian Ethics- (Rules create utility i.e., rule evaluation)</a:t>
            </a:r>
          </a:p>
          <a:p>
            <a:pPr algn="just">
              <a:lnSpc>
                <a:spcPct val="160000"/>
              </a:lnSpc>
            </a:pPr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Tiered pricing for a product or service for different types of customers.</a:t>
            </a:r>
          </a:p>
          <a:p>
            <a:pPr algn="just">
              <a:lnSpc>
                <a:spcPct val="160000"/>
              </a:lnSpc>
            </a:pPr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“Act” Utilitarian Ethics  (End justifies the Means or the worth of action is evaluated).</a:t>
            </a:r>
          </a:p>
          <a:p>
            <a:pPr algn="just">
              <a:lnSpc>
                <a:spcPct val="160000"/>
              </a:lnSpc>
            </a:pPr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Quantitative Utilitarianism (Jeremy Bentham)- Happiness for maximum number of people.</a:t>
            </a:r>
          </a:p>
          <a:p>
            <a:pPr algn="just">
              <a:lnSpc>
                <a:spcPct val="160000"/>
              </a:lnSpc>
            </a:pPr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Qualitative Utilitarianism (John Stuart Mill)- Pleasure and Pain are qualitative rather than quantitative.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28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Limitations of Utilitarianism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0" y="1825625"/>
            <a:ext cx="91440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Tight compartments for morality.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Since it depends on consequences and consequences happen in future, the prediction of good or bad impact of action is difficult.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Trouble accounting for justice.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51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453</Words>
  <Application>Microsoft Macintosh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Times New Roman</vt:lpstr>
      <vt:lpstr>Arial</vt:lpstr>
      <vt:lpstr>Office Theme</vt:lpstr>
      <vt:lpstr>Lecture 9-10</vt:lpstr>
      <vt:lpstr>Theoretical Bases of EDM</vt:lpstr>
      <vt:lpstr>Consequential Approach</vt:lpstr>
      <vt:lpstr> Its Kinds</vt:lpstr>
      <vt:lpstr>Utilitarianism  (Greater Welfare Approach)</vt:lpstr>
      <vt:lpstr>Principles of Utilitarianism</vt:lpstr>
      <vt:lpstr>Utilitarianism In Profession</vt:lpstr>
      <vt:lpstr>Limitations of Utilitarianism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</dc:title>
  <dc:creator>Microsoft Office User</dc:creator>
  <cp:lastModifiedBy>Microsoft Office User</cp:lastModifiedBy>
  <cp:revision>9</cp:revision>
  <dcterms:created xsi:type="dcterms:W3CDTF">2023-10-20T07:30:30Z</dcterms:created>
  <dcterms:modified xsi:type="dcterms:W3CDTF">2023-10-20T10:58:46Z</dcterms:modified>
</cp:coreProperties>
</file>