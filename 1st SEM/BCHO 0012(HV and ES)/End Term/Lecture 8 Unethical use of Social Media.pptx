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6"/>
    <p:restoredTop sz="94697"/>
  </p:normalViewPr>
  <p:slideViewPr>
    <p:cSldViewPr snapToGrid="0" snapToObjects="1">
      <p:cViewPr varScale="1">
        <p:scale>
          <a:sx n="59" d="100"/>
          <a:sy n="59" d="100"/>
        </p:scale>
        <p:origin x="192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DB64-6852-B047-92C5-AC6CAE72EAB4}" type="datetimeFigureOut">
              <a:rPr lang="en-US" smtClean="0"/>
              <a:t>10/5/23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98EE-C540-A34F-91B3-52C0BBAAF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5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DB64-6852-B047-92C5-AC6CAE72EAB4}" type="datetimeFigureOut">
              <a:rPr lang="en-US" smtClean="0"/>
              <a:t>10/5/23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98EE-C540-A34F-91B3-52C0BBAAF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69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DB64-6852-B047-92C5-AC6CAE72EAB4}" type="datetimeFigureOut">
              <a:rPr lang="en-US" smtClean="0"/>
              <a:t>10/5/23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98EE-C540-A34F-91B3-52C0BBAAF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5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DB64-6852-B047-92C5-AC6CAE72EAB4}" type="datetimeFigureOut">
              <a:rPr lang="en-US" smtClean="0"/>
              <a:t>10/5/23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98EE-C540-A34F-91B3-52C0BBAAF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52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DB64-6852-B047-92C5-AC6CAE72EAB4}" type="datetimeFigureOut">
              <a:rPr lang="en-US" smtClean="0"/>
              <a:t>10/5/23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98EE-C540-A34F-91B3-52C0BBAAF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DB64-6852-B047-92C5-AC6CAE72EAB4}" type="datetimeFigureOut">
              <a:rPr lang="en-US" smtClean="0"/>
              <a:t>10/5/23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98EE-C540-A34F-91B3-52C0BBAAF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8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DB64-6852-B047-92C5-AC6CAE72EAB4}" type="datetimeFigureOut">
              <a:rPr lang="en-US" smtClean="0"/>
              <a:t>10/5/23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98EE-C540-A34F-91B3-52C0BBAAF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DB64-6852-B047-92C5-AC6CAE72EAB4}" type="datetimeFigureOut">
              <a:rPr lang="en-US" smtClean="0"/>
              <a:t>10/5/23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98EE-C540-A34F-91B3-52C0BBAAF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93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DB64-6852-B047-92C5-AC6CAE72EAB4}" type="datetimeFigureOut">
              <a:rPr lang="en-US" smtClean="0"/>
              <a:t>10/5/23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98EE-C540-A34F-91B3-52C0BBAAF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21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DB64-6852-B047-92C5-AC6CAE72EAB4}" type="datetimeFigureOut">
              <a:rPr lang="en-US" smtClean="0"/>
              <a:t>10/5/23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98EE-C540-A34F-91B3-52C0BBAAF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00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DB64-6852-B047-92C5-AC6CAE72EAB4}" type="datetimeFigureOut">
              <a:rPr lang="en-US" smtClean="0"/>
              <a:t>10/5/23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E98EE-C540-A34F-91B3-52C0BBAAF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67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FDB64-6852-B047-92C5-AC6CAE72EAB4}" type="datetimeFigureOut">
              <a:rPr lang="en-US" smtClean="0"/>
              <a:t>10/5/23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E98EE-C540-A34F-91B3-52C0BBAAF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4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charset="0"/>
                <a:ea typeface="Times New Roman" charset="0"/>
                <a:cs typeface="Times New Roman" charset="0"/>
              </a:rPr>
              <a:t>Lecture 8</a:t>
            </a:r>
            <a:endParaRPr lang="en-US" sz="48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charset="0"/>
                <a:ea typeface="Times New Roman" charset="0"/>
                <a:cs typeface="Times New Roman" charset="0"/>
              </a:rPr>
              <a:t>Unethical Use of Social Media</a:t>
            </a:r>
            <a:endParaRPr lang="en-US" sz="48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068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Social Media: A Medium for Truth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226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Social media is a technological tool to spread true information about the incidents in country and the world.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But Social Harmony is disturbed with the fake by diving society on various issues.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Destructive results can be observed in various mob lynching incidents where due to unbacked rumors.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168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Misuse or Destructive of Social Media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346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To propagate a political agenda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To divide people on the basis of religion and other factors.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To instigate violence by hate speeches.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To project historical events in a negative light or a different interpretations.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To defame nation freedom fighters.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To manipulate people and concepts.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These misuses hampers our progress as a developing nation.</a:t>
            </a:r>
          </a:p>
        </p:txBody>
      </p:sp>
    </p:spTree>
    <p:extLst>
      <p:ext uri="{BB962C8B-B14F-4D97-AF65-F5344CB8AC3E}">
        <p14:creationId xmlns:p14="http://schemas.microsoft.com/office/powerpoint/2010/main" val="100955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4913"/>
            <a:ext cx="10515600" cy="1480457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4000" dirty="0" smtClean="0">
                <a:latin typeface="Times New Roman" charset="0"/>
                <a:ea typeface="Times New Roman" charset="0"/>
                <a:cs typeface="Times New Roman" charset="0"/>
              </a:rPr>
              <a:t>Governmental Laws regarding Cyber security and Information Technology</a:t>
            </a:r>
            <a:endParaRPr lang="en-US" sz="4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3886" y="2634343"/>
            <a:ext cx="10199914" cy="38100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Government amended Information and Technology Act 79. According to which companies like Facebook who also operate WhatsApp will be answerable for the social media fake news published on their page.</a:t>
            </a:r>
          </a:p>
        </p:txBody>
      </p:sp>
    </p:spTree>
    <p:extLst>
      <p:ext uri="{BB962C8B-B14F-4D97-AF65-F5344CB8AC3E}">
        <p14:creationId xmlns:p14="http://schemas.microsoft.com/office/powerpoint/2010/main" val="91962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International Measures 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90057"/>
            <a:ext cx="10515600" cy="4086906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Malaysia imposes a six year jail punishment if the source is caught for spreading fake news.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Thailand grants seven year jail.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Singapore, Philippines and China charge penalties for the spread of fake news.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Germany has played strong measure against fake news: Companies have to reveal all the complaints against fake news and also users who have been found guilty are charged penalty.</a:t>
            </a:r>
          </a:p>
        </p:txBody>
      </p:sp>
    </p:spTree>
    <p:extLst>
      <p:ext uri="{BB962C8B-B14F-4D97-AF65-F5344CB8AC3E}">
        <p14:creationId xmlns:p14="http://schemas.microsoft.com/office/powerpoint/2010/main" val="1584272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Conclusion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Social Media Intelligence must be developed.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Private and Public (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G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overnment Agencies) must join hands together to spread awareness against fake news.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As social media presents a picture of our country to foreigners and tourists.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If social media is based on fake news then we will suffer economically and socially, our dignity or status will be at stake.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510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Possible Question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30285"/>
            <a:ext cx="10515600" cy="334667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4000" dirty="0" smtClean="0">
                <a:latin typeface="Times New Roman" charset="0"/>
                <a:ea typeface="Times New Roman" charset="0"/>
                <a:cs typeface="Times New Roman" charset="0"/>
              </a:rPr>
              <a:t>Explain the challenges faced due to unethical use of social media?</a:t>
            </a:r>
            <a:endParaRPr lang="en-US" sz="4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050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References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16629"/>
            <a:ext cx="10515600" cy="3760334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Times New Roman" charset="0"/>
                <a:ea typeface="Times New Roman" charset="0"/>
                <a:cs typeface="Times New Roman" charset="0"/>
              </a:rPr>
              <a:t>The Hindu Article: “Of fake news and the role of social media”</a:t>
            </a:r>
          </a:p>
          <a:p>
            <a:pPr algn="just"/>
            <a:r>
              <a:rPr lang="en-US" sz="3200" dirty="0" err="1" smtClean="0">
                <a:latin typeface="Times New Roman" charset="0"/>
                <a:ea typeface="Times New Roman" charset="0"/>
                <a:cs typeface="Times New Roman" charset="0"/>
              </a:rPr>
              <a:t>Livemint</a:t>
            </a:r>
            <a:r>
              <a:rPr lang="en-US" sz="3200" dirty="0" smtClean="0">
                <a:latin typeface="Times New Roman" charset="0"/>
                <a:ea typeface="Times New Roman" charset="0"/>
                <a:cs typeface="Times New Roman" charset="0"/>
              </a:rPr>
              <a:t> Article: ”The Challenge of detecting fake content”</a:t>
            </a:r>
            <a:endParaRPr lang="en-US" sz="32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709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345</Words>
  <Application>Microsoft Macintosh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Times New Roman</vt:lpstr>
      <vt:lpstr>Arial</vt:lpstr>
      <vt:lpstr>Office Theme</vt:lpstr>
      <vt:lpstr>Lecture 8</vt:lpstr>
      <vt:lpstr>Social Media: A Medium for Truth</vt:lpstr>
      <vt:lpstr>Misuse or Destructive of Social Media</vt:lpstr>
      <vt:lpstr>Governmental Laws regarding Cyber security and Information Technology</vt:lpstr>
      <vt:lpstr>International Measures </vt:lpstr>
      <vt:lpstr>Conclusion</vt:lpstr>
      <vt:lpstr>Possible Question</vt:lpstr>
      <vt:lpstr>References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8</dc:title>
  <dc:creator>Microsoft Office User</dc:creator>
  <cp:lastModifiedBy>Microsoft Office User</cp:lastModifiedBy>
  <cp:revision>5</cp:revision>
  <dcterms:created xsi:type="dcterms:W3CDTF">2023-10-05T08:29:06Z</dcterms:created>
  <dcterms:modified xsi:type="dcterms:W3CDTF">2023-10-05T09:31:36Z</dcterms:modified>
</cp:coreProperties>
</file>