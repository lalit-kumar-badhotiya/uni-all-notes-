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/>
    <p:restoredTop sz="94715"/>
  </p:normalViewPr>
  <p:slideViewPr>
    <p:cSldViewPr snapToGrid="0" snapToObjects="1">
      <p:cViewPr varScale="1">
        <p:scale>
          <a:sx n="122" d="100"/>
          <a:sy n="122" d="100"/>
        </p:scale>
        <p:origin x="7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4198-85FD-6D48-B414-8FE9EEA268D2}" type="datetimeFigureOut">
              <a:rPr lang="en-US" smtClean="0"/>
              <a:t>9/13/23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4A3DD-6141-4C47-B956-69F896389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473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4198-85FD-6D48-B414-8FE9EEA268D2}" type="datetimeFigureOut">
              <a:rPr lang="en-US" smtClean="0"/>
              <a:t>9/13/23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4A3DD-6141-4C47-B956-69F896389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15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4198-85FD-6D48-B414-8FE9EEA268D2}" type="datetimeFigureOut">
              <a:rPr lang="en-US" smtClean="0"/>
              <a:t>9/13/23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4A3DD-6141-4C47-B956-69F896389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21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4198-85FD-6D48-B414-8FE9EEA268D2}" type="datetimeFigureOut">
              <a:rPr lang="en-US" smtClean="0"/>
              <a:t>9/13/23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4A3DD-6141-4C47-B956-69F896389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792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4198-85FD-6D48-B414-8FE9EEA268D2}" type="datetimeFigureOut">
              <a:rPr lang="en-US" smtClean="0"/>
              <a:t>9/13/23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4A3DD-6141-4C47-B956-69F896389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917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4198-85FD-6D48-B414-8FE9EEA268D2}" type="datetimeFigureOut">
              <a:rPr lang="en-US" smtClean="0"/>
              <a:t>9/13/23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4A3DD-6141-4C47-B956-69F896389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23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4198-85FD-6D48-B414-8FE9EEA268D2}" type="datetimeFigureOut">
              <a:rPr lang="en-US" smtClean="0"/>
              <a:t>9/13/23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4A3DD-6141-4C47-B956-69F896389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7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4198-85FD-6D48-B414-8FE9EEA268D2}" type="datetimeFigureOut">
              <a:rPr lang="en-US" smtClean="0"/>
              <a:t>9/13/23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4A3DD-6141-4C47-B956-69F896389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769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4198-85FD-6D48-B414-8FE9EEA268D2}" type="datetimeFigureOut">
              <a:rPr lang="en-US" smtClean="0"/>
              <a:t>9/13/23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4A3DD-6141-4C47-B956-69F896389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80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4198-85FD-6D48-B414-8FE9EEA268D2}" type="datetimeFigureOut">
              <a:rPr lang="en-US" smtClean="0"/>
              <a:t>9/13/23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4A3DD-6141-4C47-B956-69F896389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85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4198-85FD-6D48-B414-8FE9EEA268D2}" type="datetimeFigureOut">
              <a:rPr lang="en-US" smtClean="0"/>
              <a:t>9/13/23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4A3DD-6141-4C47-B956-69F896389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16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74198-85FD-6D48-B414-8FE9EEA268D2}" type="datetimeFigureOut">
              <a:rPr lang="en-US" smtClean="0"/>
              <a:t>9/13/23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4A3DD-6141-4C47-B956-69F896389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9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The Process of Value Education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84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 smtClean="0">
                <a:latin typeface="Times New Roman" charset="0"/>
                <a:ea typeface="Times New Roman" charset="0"/>
                <a:cs typeface="Times New Roman" charset="0"/>
              </a:rPr>
              <a:t>Process of Value Education is through Self-Exploration</a:t>
            </a:r>
            <a:endParaRPr lang="en-US" sz="28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Investigating what is valuable for oneself.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What is right for oneself?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What is true to myself?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We need to study ourselves clearly and the “larger order” i.e. surrounding around us.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Environment includes the entirety of human being and Nature.</a:t>
            </a:r>
            <a:endParaRPr 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262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1013"/>
          </a:xfrm>
        </p:spPr>
        <p:txBody>
          <a:bodyPr>
            <a:normAutofit/>
          </a:bodyPr>
          <a:lstStyle/>
          <a:p>
            <a:pPr algn="ctr"/>
            <a:r>
              <a:rPr lang="en-US" sz="2800" dirty="0" smtClean="0">
                <a:latin typeface="Times New Roman" charset="0"/>
                <a:ea typeface="Times New Roman" charset="0"/>
                <a:cs typeface="Times New Roman" charset="0"/>
              </a:rPr>
              <a:t>How to Observe Inside and fulfil the Purpose of Self Exploration?</a:t>
            </a:r>
            <a:endParaRPr lang="en-US" sz="28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7366"/>
            <a:ext cx="10515600" cy="5328744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60000"/>
              </a:lnSpc>
            </a:pPr>
            <a:r>
              <a:rPr lang="en-US" sz="3400" dirty="0" smtClean="0">
                <a:latin typeface="Times New Roman" charset="0"/>
                <a:ea typeface="Times New Roman" charset="0"/>
                <a:cs typeface="Times New Roman" charset="0"/>
              </a:rPr>
              <a:t>To understand how environment is related to oneself.</a:t>
            </a:r>
          </a:p>
          <a:p>
            <a:pPr algn="just">
              <a:lnSpc>
                <a:spcPct val="160000"/>
              </a:lnSpc>
            </a:pPr>
            <a:r>
              <a:rPr lang="en-US" sz="3400" dirty="0" smtClean="0">
                <a:latin typeface="Times New Roman" charset="0"/>
                <a:ea typeface="Times New Roman" charset="0"/>
                <a:cs typeface="Times New Roman" charset="0"/>
              </a:rPr>
              <a:t>Observing one’s own emotions, reactions, behaviour etc.</a:t>
            </a:r>
          </a:p>
          <a:p>
            <a:pPr algn="just">
              <a:lnSpc>
                <a:spcPct val="160000"/>
              </a:lnSpc>
            </a:pPr>
            <a:r>
              <a:rPr lang="en-US" sz="3400" dirty="0" smtClean="0">
                <a:latin typeface="Times New Roman" charset="0"/>
                <a:ea typeface="Times New Roman" charset="0"/>
                <a:cs typeface="Times New Roman" charset="0"/>
              </a:rPr>
              <a:t>The purpose of Self-Exploration is to-</a:t>
            </a:r>
          </a:p>
          <a:p>
            <a:pPr algn="just">
              <a:lnSpc>
                <a:spcPct val="160000"/>
              </a:lnSpc>
            </a:pPr>
            <a:r>
              <a:rPr lang="en-US" sz="3400" dirty="0" smtClean="0">
                <a:latin typeface="Times New Roman" charset="0"/>
                <a:ea typeface="Times New Roman" charset="0"/>
                <a:cs typeface="Times New Roman" charset="0"/>
              </a:rPr>
              <a:t>A) Dialogue between “What you are?” and “What you want?”</a:t>
            </a:r>
          </a:p>
          <a:p>
            <a:pPr algn="just">
              <a:lnSpc>
                <a:spcPct val="160000"/>
              </a:lnSpc>
            </a:pPr>
            <a:r>
              <a:rPr lang="en-US" sz="3400" dirty="0" smtClean="0">
                <a:latin typeface="Times New Roman" charset="0"/>
                <a:ea typeface="Times New Roman" charset="0"/>
                <a:cs typeface="Times New Roman" charset="0"/>
              </a:rPr>
              <a:t>B) Self Evolution through Self investigation.</a:t>
            </a:r>
          </a:p>
          <a:p>
            <a:pPr algn="just">
              <a:lnSpc>
                <a:spcPct val="160000"/>
              </a:lnSpc>
            </a:pPr>
            <a:r>
              <a:rPr lang="en-US" sz="3400" dirty="0" smtClean="0">
                <a:latin typeface="Times New Roman" charset="0"/>
                <a:ea typeface="Times New Roman" charset="0"/>
                <a:cs typeface="Times New Roman" charset="0"/>
              </a:rPr>
              <a:t>C) Knowing oneself and thus knowing existence.</a:t>
            </a:r>
          </a:p>
          <a:p>
            <a:pPr algn="just">
              <a:lnSpc>
                <a:spcPct val="160000"/>
              </a:lnSpc>
            </a:pPr>
            <a:r>
              <a:rPr lang="en-US" sz="3400" dirty="0" smtClean="0">
                <a:latin typeface="Times New Roman" charset="0"/>
                <a:ea typeface="Times New Roman" charset="0"/>
                <a:cs typeface="Times New Roman" charset="0"/>
              </a:rPr>
              <a:t>D) Recognizing one’s relationships around.</a:t>
            </a:r>
          </a:p>
          <a:p>
            <a:pPr algn="just">
              <a:lnSpc>
                <a:spcPct val="160000"/>
              </a:lnSpc>
            </a:pPr>
            <a:r>
              <a:rPr lang="en-US" sz="3400" dirty="0" smtClean="0">
                <a:latin typeface="Times New Roman" charset="0"/>
                <a:ea typeface="Times New Roman" charset="0"/>
                <a:cs typeface="Times New Roman" charset="0"/>
              </a:rPr>
              <a:t>E) Understanding one’s own character and conduct.</a:t>
            </a:r>
          </a:p>
          <a:p>
            <a:pPr algn="just">
              <a:lnSpc>
                <a:spcPct val="160000"/>
              </a:lnSpc>
            </a:pPr>
            <a:r>
              <a:rPr lang="en-US" sz="3400" dirty="0" smtClean="0">
                <a:latin typeface="Times New Roman" charset="0"/>
                <a:ea typeface="Times New Roman" charset="0"/>
                <a:cs typeface="Times New Roman" charset="0"/>
              </a:rPr>
              <a:t>F) Harmony with oneself, i.e. to identify Innateness (</a:t>
            </a:r>
            <a:r>
              <a:rPr lang="en-US" sz="3400" dirty="0" err="1" smtClean="0">
                <a:latin typeface="Times New Roman" charset="0"/>
                <a:ea typeface="Times New Roman" charset="0"/>
                <a:cs typeface="Times New Roman" charset="0"/>
              </a:rPr>
              <a:t>svatva</a:t>
            </a:r>
            <a:r>
              <a:rPr lang="en-US" sz="3400" dirty="0" smtClean="0">
                <a:latin typeface="Times New Roman" charset="0"/>
                <a:ea typeface="Times New Roman" charset="0"/>
                <a:cs typeface="Times New Roman" charset="0"/>
              </a:rPr>
              <a:t>) and moving towards self organization (</a:t>
            </a:r>
            <a:r>
              <a:rPr lang="en-US" sz="3400" dirty="0" err="1" smtClean="0">
                <a:latin typeface="Times New Roman" charset="0"/>
                <a:ea typeface="Times New Roman" charset="0"/>
                <a:cs typeface="Times New Roman" charset="0"/>
              </a:rPr>
              <a:t>swatantrata</a:t>
            </a:r>
            <a:r>
              <a:rPr lang="en-US" sz="3400" dirty="0" smtClean="0">
                <a:latin typeface="Times New Roman" charset="0"/>
                <a:ea typeface="Times New Roman" charset="0"/>
                <a:cs typeface="Times New Roman" charset="0"/>
              </a:rPr>
              <a:t>) and self expression (</a:t>
            </a:r>
            <a:r>
              <a:rPr lang="en-US" sz="3400" dirty="0" err="1" smtClean="0">
                <a:latin typeface="Times New Roman" charset="0"/>
                <a:ea typeface="Times New Roman" charset="0"/>
                <a:cs typeface="Times New Roman" charset="0"/>
              </a:rPr>
              <a:t>swarajya</a:t>
            </a:r>
            <a:r>
              <a:rPr lang="en-US" sz="3400" dirty="0" smtClean="0">
                <a:latin typeface="Times New Roman" charset="0"/>
                <a:ea typeface="Times New Roman" charset="0"/>
                <a:cs typeface="Times New Roman" charset="0"/>
              </a:rPr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101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 smtClean="0">
                <a:latin typeface="Times New Roman" charset="0"/>
                <a:ea typeface="Times New Roman" charset="0"/>
                <a:cs typeface="Times New Roman" charset="0"/>
              </a:rPr>
              <a:t>The Content of Self Exploration and the Process to Achieve it.</a:t>
            </a:r>
            <a:endParaRPr lang="en-US" sz="28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75944"/>
            <a:ext cx="10515600" cy="4614041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6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The Content:- Exploring into two fundamental questions:</a:t>
            </a:r>
          </a:p>
          <a:p>
            <a:pPr algn="just">
              <a:lnSpc>
                <a:spcPct val="16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What are basic aspirations and the program to fulfil those aspirations.</a:t>
            </a:r>
          </a:p>
          <a:p>
            <a:pPr algn="just">
              <a:lnSpc>
                <a:spcPct val="16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The Process involves two things:</a:t>
            </a:r>
          </a:p>
          <a:p>
            <a:pPr algn="just">
              <a:lnSpc>
                <a:spcPct val="16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1) Verifying the basis of Natural Acceptance or Happiness</a:t>
            </a:r>
          </a:p>
          <a:p>
            <a:pPr algn="just">
              <a:lnSpc>
                <a:spcPct val="16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2) Validating experientially by living it which leads to:</a:t>
            </a:r>
          </a:p>
          <a:p>
            <a:pPr algn="just">
              <a:lnSpc>
                <a:spcPct val="16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a. Realization b. Understanding of ourselves and others in respect with time, space and individual</a:t>
            </a:r>
          </a:p>
          <a:p>
            <a:pPr algn="just">
              <a:lnSpc>
                <a:spcPct val="16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Natural Acceptance or Happiness achieved is objective and does not change with time, individual or place. It is not tainted with precondition and prejudices. This brings mutual prosperity of all.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124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284</Words>
  <Application>Microsoft Macintosh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Calibri</vt:lpstr>
      <vt:lpstr>Calibri Light</vt:lpstr>
      <vt:lpstr>Times New Roman</vt:lpstr>
      <vt:lpstr>Arial</vt:lpstr>
      <vt:lpstr>Office Theme</vt:lpstr>
      <vt:lpstr>The Process of Value Education</vt:lpstr>
      <vt:lpstr>Process of Value Education is through Self-Exploration</vt:lpstr>
      <vt:lpstr>How to Observe Inside and fulfil the Purpose of Self Exploration?</vt:lpstr>
      <vt:lpstr>The Content of Self Exploration and the Process to Achieve it.</vt:lpstr>
    </vt:vector>
  </TitlesOfParts>
  <Company/>
  <LinksUpToDate>false</LinksUpToDate>
  <SharedDoc>false</SharedDoc>
  <HyperlinksChanged>false</HyperlinksChanged>
  <AppVersion>15.0026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Process of Value Education</dc:title>
  <dc:creator>Microsoft Office User</dc:creator>
  <cp:lastModifiedBy>Microsoft Office User</cp:lastModifiedBy>
  <cp:revision>4</cp:revision>
  <dcterms:created xsi:type="dcterms:W3CDTF">2023-09-13T06:06:24Z</dcterms:created>
  <dcterms:modified xsi:type="dcterms:W3CDTF">2023-09-13T06:30:10Z</dcterms:modified>
</cp:coreProperties>
</file>