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/>
    <p:restoredTop sz="94697"/>
  </p:normalViewPr>
  <p:slideViewPr>
    <p:cSldViewPr snapToGrid="0" snapToObjects="1">
      <p:cViewPr varScale="1">
        <p:scale>
          <a:sx n="59" d="100"/>
          <a:sy n="59" d="100"/>
        </p:scale>
        <p:origin x="192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3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61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4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5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9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6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92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7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B71D0-1967-7E41-B29A-CD9C494DCAE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A2E86-DA2A-1C4A-A1B8-7AC31B006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5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55523"/>
          </a:xfrm>
        </p:spPr>
        <p:txBody>
          <a:bodyPr/>
          <a:lstStyle/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Lecture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20686" y="3222171"/>
            <a:ext cx="8447314" cy="25690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5400" dirty="0">
                <a:latin typeface="Times New Roman" charset="0"/>
                <a:ea typeface="Times New Roman" charset="0"/>
                <a:cs typeface="Times New Roman" charset="0"/>
              </a:rPr>
              <a:t>Application of Universal and Fundamental Values</a:t>
            </a:r>
          </a:p>
        </p:txBody>
      </p:sp>
    </p:spTree>
    <p:extLst>
      <p:ext uri="{BB962C8B-B14F-4D97-AF65-F5344CB8AC3E}">
        <p14:creationId xmlns:p14="http://schemas.microsoft.com/office/powerpoint/2010/main" val="11289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/>
          <a:lstStyle/>
          <a:p>
            <a:pPr algn="ctr"/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Humility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09451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Computer professionals are obligated to have humility, i.e. to have modest view regarding themselves.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And use their skills for the benefit of the stakeholders in computing.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Protect the people’s autonomy.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Respect Diversity in socially responsible ways.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Resolve conflict of interests by prioritizing the least advantaged.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Avoid harm or restrict negative consequences of potential impacts of computing.</a:t>
            </a:r>
          </a:p>
        </p:txBody>
      </p:sp>
    </p:spTree>
    <p:extLst>
      <p:ext uri="{BB962C8B-B14F-4D97-AF65-F5344CB8AC3E}">
        <p14:creationId xmlns:p14="http://schemas.microsoft.com/office/powerpoint/2010/main" val="51579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/>
          <a:lstStyle/>
          <a:p>
            <a:pPr algn="ctr"/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24000"/>
            <a:ext cx="10722429" cy="509451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Computer professionals. Must be transparent.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They must provide full disclosure of pertinent system capabilities, limitations and potential </a:t>
            </a:r>
            <a:r>
              <a:rPr lang="en-IN" dirty="0">
                <a:latin typeface="Times New Roman" charset="0"/>
                <a:ea typeface="Times New Roman" charset="0"/>
                <a:cs typeface="Times New Roman" charset="0"/>
              </a:rPr>
              <a:t>4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problems.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Must not make false or misleading claims and fabrications.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False data should not be offered and bribes must not be accepted.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Honest </a:t>
            </a:r>
            <a:r>
              <a:rPr lang="en-US" dirty="0" err="1">
                <a:latin typeface="Times New Roman" charset="0"/>
                <a:ea typeface="Times New Roman" charset="0"/>
                <a:cs typeface="Times New Roman" charset="0"/>
              </a:rPr>
              <a:t>declarati</a:t>
            </a:r>
            <a:r>
              <a:rPr lang="en-IN" dirty="0">
                <a:latin typeface="Times New Roman" charset="0"/>
                <a:ea typeface="Times New Roman" charset="0"/>
                <a:cs typeface="Times New Roman" charset="0"/>
              </a:rPr>
              <a:t>4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on of qualifications should be done.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Must not represent an organization’s policies or procedures.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Should not speak on behalf of organization unless authorized.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608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454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Respect the work required to produce new ideas, invention, creative works, computing artifacts.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Respect copyrights, patents, trade secret, license agreements etc. to protect author’s work.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Respect privacy and use personal information for legitimate ends.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charset="0"/>
                <a:ea typeface="Times New Roman" charset="0"/>
                <a:cs typeface="Times New Roman" charset="0"/>
              </a:rPr>
              <a:t>Honour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 confidentiality such as research data, non public business strategies, financial information, patent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57473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Accepting Transcultural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Shared beliefs and values that are same across the different cultures must be followed and respected.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As these beliefs and values define what is right, wrong, bad and good.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Therefore they must be imbibed, implemented as an individual and organization.  </a:t>
            </a:r>
          </a:p>
        </p:txBody>
      </p:sp>
    </p:spTree>
    <p:extLst>
      <p:ext uri="{BB962C8B-B14F-4D97-AF65-F5344CB8AC3E}">
        <p14:creationId xmlns:p14="http://schemas.microsoft.com/office/powerpoint/2010/main" val="46254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218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Basic Rules of Computer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3886"/>
            <a:ext cx="10515600" cy="54864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Do’s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Unbiased Personality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Clear Objective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Self-Discipline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Socially Responsible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Don</a:t>
            </a:r>
            <a:r>
              <a:rPr lang="ur-PK" b="1" dirty="0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t’s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Plagiarism, spreading misinformation, using technology to steal personal information or interfering in other people’s work, using pirated software, cyberbullying, phishing, spamming, unauthorized hacking etc. are wrong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21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308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Lecture 4</vt:lpstr>
      <vt:lpstr>Humility</vt:lpstr>
      <vt:lpstr>Honesty</vt:lpstr>
      <vt:lpstr>Integrity</vt:lpstr>
      <vt:lpstr>Accepting Transcultural Values</vt:lpstr>
      <vt:lpstr>Basic Rules of Computer Ethics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</dc:title>
  <dc:creator>Microsoft Office User</dc:creator>
  <cp:lastModifiedBy>917054127188</cp:lastModifiedBy>
  <cp:revision>8</cp:revision>
  <dcterms:created xsi:type="dcterms:W3CDTF">2022-01-02T22:52:27Z</dcterms:created>
  <dcterms:modified xsi:type="dcterms:W3CDTF">2023-09-06T12:06:18Z</dcterms:modified>
</cp:coreProperties>
</file>