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6"/>
  </p:notesMasterIdLst>
  <p:sldIdLst>
    <p:sldId id="281" r:id="rId2"/>
    <p:sldId id="263" r:id="rId3"/>
    <p:sldId id="264" r:id="rId4"/>
    <p:sldId id="265" r:id="rId5"/>
    <p:sldId id="266" r:id="rId6"/>
    <p:sldId id="267" r:id="rId7"/>
    <p:sldId id="268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378EF-D7B6-496B-A7FB-34AB2BF6282E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888E-8288-4339-8B29-A3360691E5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9C44D32-0A2B-4603-BF1C-9403C00C0DD8}" type="slidenum">
              <a:rPr lang="en-US" alt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altLang="en-US" smtClean="0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772400" cy="2438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BCA </a:t>
            </a:r>
            <a:r>
              <a:rPr lang="en-US" sz="3200" b="1" dirty="0" err="1" smtClean="0"/>
              <a:t>Ist</a:t>
            </a:r>
            <a:r>
              <a:rPr lang="en-US" sz="3200" b="1" dirty="0" smtClean="0"/>
              <a:t> Semester </a:t>
            </a:r>
            <a:br>
              <a:rPr lang="en-US" sz="3200" b="1" dirty="0" smtClean="0"/>
            </a:br>
            <a:r>
              <a:rPr lang="en-US" sz="3200" b="1" dirty="0" smtClean="0"/>
              <a:t>Introduction of Logic Circuit and Digital Design(ILCDD)</a:t>
            </a:r>
            <a:br>
              <a:rPr lang="en-US" sz="3200" b="1" dirty="0" smtClean="0"/>
            </a:br>
            <a:r>
              <a:rPr lang="en-US" sz="3200" b="1" dirty="0" smtClean="0"/>
              <a:t>Course Code: BCAC003</a:t>
            </a:r>
            <a:endParaRPr lang="en-US" altLang="en-US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3685" y="4557713"/>
            <a:ext cx="7356872" cy="1752600"/>
          </a:xfrm>
          <a:prstGeom prst="rect">
            <a:avLst/>
          </a:prstGeom>
        </p:spPr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Mr.Anuj</a:t>
            </a: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Kumar 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 Dept. Of CE&amp;A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GB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GLA University, Mathura</a:t>
            </a:r>
          </a:p>
          <a:p>
            <a:pPr algn="l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3" descr="Related image"/>
          <p:cNvPicPr>
            <a:picLocks noChangeAspect="1" noChangeArrowheads="1"/>
          </p:cNvPicPr>
          <p:nvPr/>
        </p:nvPicPr>
        <p:blipFill>
          <a:blip r:embed="rId3"/>
          <a:srcRect l="3793" t="21970" r="3781" b="23463"/>
          <a:stretch>
            <a:fillRect/>
          </a:stretch>
        </p:blipFill>
        <p:spPr bwMode="auto">
          <a:xfrm>
            <a:off x="3607594" y="500062"/>
            <a:ext cx="2107406" cy="140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8781" y="3074988"/>
            <a:ext cx="5829300" cy="11811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4288" y="13716"/>
            <a:ext cx="4616196" cy="1011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75686" y="144221"/>
            <a:ext cx="40430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latin typeface="Tahoma"/>
                <a:cs typeface="Tahoma"/>
              </a:rPr>
              <a:t>Encoder/Decoder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0389" y="1631950"/>
            <a:ext cx="7600315" cy="2171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ENCODER-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digital </a:t>
            </a:r>
            <a:r>
              <a:rPr sz="2400" spc="-10" dirty="0">
                <a:latin typeface="Tahoma"/>
                <a:cs typeface="Tahoma"/>
              </a:rPr>
              <a:t>circuit </a:t>
            </a:r>
            <a:r>
              <a:rPr sz="2400" spc="-5" dirty="0">
                <a:latin typeface="Tahoma"/>
                <a:cs typeface="Tahoma"/>
              </a:rPr>
              <a:t>that produces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binary  output code depending </a:t>
            </a:r>
            <a:r>
              <a:rPr sz="2400" spc="-10" dirty="0">
                <a:latin typeface="Tahoma"/>
                <a:cs typeface="Tahoma"/>
              </a:rPr>
              <a:t>on </a:t>
            </a:r>
            <a:r>
              <a:rPr sz="2400" spc="-5" dirty="0">
                <a:latin typeface="Tahoma"/>
                <a:cs typeface="Tahoma"/>
              </a:rPr>
              <a:t>which of </a:t>
            </a:r>
            <a:r>
              <a:rPr sz="2400" dirty="0">
                <a:latin typeface="Tahoma"/>
                <a:cs typeface="Tahoma"/>
              </a:rPr>
              <a:t>its inputs </a:t>
            </a:r>
            <a:r>
              <a:rPr sz="2400" spc="-10" dirty="0">
                <a:latin typeface="Tahoma"/>
                <a:cs typeface="Tahoma"/>
              </a:rPr>
              <a:t>are  </a:t>
            </a:r>
            <a:r>
              <a:rPr sz="2400" spc="-5" dirty="0">
                <a:latin typeface="Tahoma"/>
                <a:cs typeface="Tahoma"/>
              </a:rPr>
              <a:t>activated.</a:t>
            </a:r>
            <a:endParaRPr sz="2400">
              <a:latin typeface="Tahoma"/>
              <a:cs typeface="Tahoma"/>
            </a:endParaRPr>
          </a:p>
          <a:p>
            <a:pPr marL="76835" marR="76835" algn="just">
              <a:lnSpc>
                <a:spcPct val="100000"/>
              </a:lnSpc>
              <a:spcBef>
                <a:spcPts val="2490"/>
              </a:spcBef>
            </a:pPr>
            <a:r>
              <a:rPr sz="2400" spc="-20" dirty="0">
                <a:latin typeface="Tahoma"/>
                <a:cs typeface="Tahoma"/>
              </a:rPr>
              <a:t>DECODER-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digital </a:t>
            </a:r>
            <a:r>
              <a:rPr sz="2400" spc="-10" dirty="0">
                <a:latin typeface="Tahoma"/>
                <a:cs typeface="Tahoma"/>
              </a:rPr>
              <a:t>circuit that converts </a:t>
            </a:r>
            <a:r>
              <a:rPr sz="2400" spc="-5" dirty="0">
                <a:latin typeface="Tahoma"/>
                <a:cs typeface="Tahoma"/>
              </a:rPr>
              <a:t>an input  </a:t>
            </a:r>
            <a:r>
              <a:rPr sz="2400" dirty="0">
                <a:latin typeface="Tahoma"/>
                <a:cs typeface="Tahoma"/>
              </a:rPr>
              <a:t>binary </a:t>
            </a:r>
            <a:r>
              <a:rPr sz="2400" spc="-5" dirty="0">
                <a:latin typeface="Tahoma"/>
                <a:cs typeface="Tahoma"/>
              </a:rPr>
              <a:t>code </a:t>
            </a:r>
            <a:r>
              <a:rPr sz="2400" dirty="0">
                <a:latin typeface="Tahoma"/>
                <a:cs typeface="Tahoma"/>
              </a:rPr>
              <a:t>into a </a:t>
            </a:r>
            <a:r>
              <a:rPr sz="2400" spc="-5" dirty="0">
                <a:latin typeface="Tahoma"/>
                <a:cs typeface="Tahoma"/>
              </a:rPr>
              <a:t>single </a:t>
            </a:r>
            <a:r>
              <a:rPr sz="2400" dirty="0">
                <a:latin typeface="Tahoma"/>
                <a:cs typeface="Tahoma"/>
              </a:rPr>
              <a:t>numeric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output.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6742" y="4394135"/>
            <a:ext cx="257175" cy="2122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27400"/>
              </a:lnSpc>
              <a:spcBef>
                <a:spcPts val="95"/>
              </a:spcBef>
            </a:pP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0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1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2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3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4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5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6  </a:t>
            </a:r>
            <a:r>
              <a:rPr sz="1350" spc="-15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7</a:t>
            </a:r>
            <a:endParaRPr sz="1350" baseline="-27777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12353" y="4313881"/>
            <a:ext cx="1734820" cy="2369820"/>
            <a:chOff x="1112353" y="4313881"/>
            <a:chExt cx="1734820" cy="2369820"/>
          </a:xfrm>
        </p:grpSpPr>
        <p:sp>
          <p:nvSpPr>
            <p:cNvPr id="7" name="object 7"/>
            <p:cNvSpPr/>
            <p:nvPr/>
          </p:nvSpPr>
          <p:spPr>
            <a:xfrm>
              <a:off x="1117751" y="456401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459"/>
                  </a:lnTo>
                  <a:lnTo>
                    <a:pt x="0" y="17298"/>
                  </a:lnTo>
                  <a:lnTo>
                    <a:pt x="3585" y="27965"/>
                  </a:lnTo>
                  <a:lnTo>
                    <a:pt x="14340" y="31569"/>
                  </a:lnTo>
                  <a:lnTo>
                    <a:pt x="28317" y="27965"/>
                  </a:lnTo>
                  <a:lnTo>
                    <a:pt x="31552" y="17298"/>
                  </a:lnTo>
                  <a:lnTo>
                    <a:pt x="28317" y="3459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17751" y="456401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298"/>
                  </a:moveTo>
                  <a:lnTo>
                    <a:pt x="3585" y="3459"/>
                  </a:lnTo>
                  <a:lnTo>
                    <a:pt x="14340" y="0"/>
                  </a:lnTo>
                  <a:lnTo>
                    <a:pt x="28317" y="3459"/>
                  </a:lnTo>
                  <a:lnTo>
                    <a:pt x="31552" y="17298"/>
                  </a:lnTo>
                  <a:lnTo>
                    <a:pt x="28317" y="27965"/>
                  </a:lnTo>
                  <a:lnTo>
                    <a:pt x="14340" y="31569"/>
                  </a:lnTo>
                  <a:lnTo>
                    <a:pt x="3585" y="27965"/>
                  </a:lnTo>
                  <a:lnTo>
                    <a:pt x="0" y="17298"/>
                  </a:lnTo>
                  <a:close/>
                </a:path>
              </a:pathLst>
            </a:custGeom>
            <a:ln w="10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17751" y="482608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603"/>
                  </a:lnTo>
                  <a:lnTo>
                    <a:pt x="0" y="17442"/>
                  </a:lnTo>
                  <a:lnTo>
                    <a:pt x="3585" y="28109"/>
                  </a:lnTo>
                  <a:lnTo>
                    <a:pt x="14340" y="31280"/>
                  </a:lnTo>
                  <a:lnTo>
                    <a:pt x="28317" y="28109"/>
                  </a:lnTo>
                  <a:lnTo>
                    <a:pt x="31552" y="17442"/>
                  </a:lnTo>
                  <a:lnTo>
                    <a:pt x="28317" y="3603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7751" y="482608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442"/>
                  </a:moveTo>
                  <a:lnTo>
                    <a:pt x="3585" y="3603"/>
                  </a:lnTo>
                  <a:lnTo>
                    <a:pt x="14340" y="0"/>
                  </a:lnTo>
                  <a:lnTo>
                    <a:pt x="28317" y="3603"/>
                  </a:lnTo>
                  <a:lnTo>
                    <a:pt x="31552" y="17442"/>
                  </a:lnTo>
                  <a:lnTo>
                    <a:pt x="28317" y="28109"/>
                  </a:lnTo>
                  <a:lnTo>
                    <a:pt x="14340" y="31280"/>
                  </a:lnTo>
                  <a:lnTo>
                    <a:pt x="3585" y="28109"/>
                  </a:lnTo>
                  <a:lnTo>
                    <a:pt x="0" y="17442"/>
                  </a:lnTo>
                  <a:close/>
                </a:path>
              </a:pathLst>
            </a:custGeom>
            <a:ln w="103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17751" y="508829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459"/>
                  </a:lnTo>
                  <a:lnTo>
                    <a:pt x="0" y="17298"/>
                  </a:lnTo>
                  <a:lnTo>
                    <a:pt x="3585" y="27677"/>
                  </a:lnTo>
                  <a:lnTo>
                    <a:pt x="14340" y="31136"/>
                  </a:lnTo>
                  <a:lnTo>
                    <a:pt x="28317" y="27677"/>
                  </a:lnTo>
                  <a:lnTo>
                    <a:pt x="31552" y="17298"/>
                  </a:lnTo>
                  <a:lnTo>
                    <a:pt x="28317" y="3459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17751" y="508829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298"/>
                  </a:moveTo>
                  <a:lnTo>
                    <a:pt x="3585" y="3459"/>
                  </a:lnTo>
                  <a:lnTo>
                    <a:pt x="14340" y="0"/>
                  </a:lnTo>
                  <a:lnTo>
                    <a:pt x="28317" y="3459"/>
                  </a:lnTo>
                  <a:lnTo>
                    <a:pt x="31552" y="17298"/>
                  </a:lnTo>
                  <a:lnTo>
                    <a:pt x="28317" y="27677"/>
                  </a:lnTo>
                  <a:lnTo>
                    <a:pt x="14340" y="31136"/>
                  </a:lnTo>
                  <a:lnTo>
                    <a:pt x="3585" y="27677"/>
                  </a:lnTo>
                  <a:lnTo>
                    <a:pt x="0" y="17298"/>
                  </a:lnTo>
                  <a:close/>
                </a:path>
              </a:pathLst>
            </a:custGeom>
            <a:ln w="103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17751" y="535037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185"/>
                  </a:lnTo>
                  <a:lnTo>
                    <a:pt x="0" y="17384"/>
                  </a:lnTo>
                  <a:lnTo>
                    <a:pt x="3585" y="27662"/>
                  </a:lnTo>
                  <a:lnTo>
                    <a:pt x="14340" y="31208"/>
                  </a:lnTo>
                  <a:lnTo>
                    <a:pt x="28317" y="27662"/>
                  </a:lnTo>
                  <a:lnTo>
                    <a:pt x="31552" y="17384"/>
                  </a:lnTo>
                  <a:lnTo>
                    <a:pt x="28317" y="3185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17751" y="535037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384"/>
                  </a:moveTo>
                  <a:lnTo>
                    <a:pt x="3585" y="3185"/>
                  </a:lnTo>
                  <a:lnTo>
                    <a:pt x="14340" y="0"/>
                  </a:lnTo>
                  <a:lnTo>
                    <a:pt x="28317" y="3185"/>
                  </a:lnTo>
                  <a:lnTo>
                    <a:pt x="31552" y="17384"/>
                  </a:lnTo>
                  <a:lnTo>
                    <a:pt x="28317" y="27662"/>
                  </a:lnTo>
                  <a:lnTo>
                    <a:pt x="14340" y="31208"/>
                  </a:lnTo>
                  <a:lnTo>
                    <a:pt x="3585" y="27662"/>
                  </a:lnTo>
                  <a:lnTo>
                    <a:pt x="0" y="17384"/>
                  </a:lnTo>
                  <a:close/>
                </a:path>
              </a:pathLst>
            </a:custGeom>
            <a:ln w="103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17751" y="561214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546"/>
                  </a:lnTo>
                  <a:lnTo>
                    <a:pt x="0" y="17745"/>
                  </a:lnTo>
                  <a:lnTo>
                    <a:pt x="3585" y="28023"/>
                  </a:lnTo>
                  <a:lnTo>
                    <a:pt x="14340" y="31569"/>
                  </a:lnTo>
                  <a:lnTo>
                    <a:pt x="28317" y="28023"/>
                  </a:lnTo>
                  <a:lnTo>
                    <a:pt x="31552" y="17745"/>
                  </a:lnTo>
                  <a:lnTo>
                    <a:pt x="28317" y="3546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7751" y="561214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745"/>
                  </a:moveTo>
                  <a:lnTo>
                    <a:pt x="3585" y="3546"/>
                  </a:lnTo>
                  <a:lnTo>
                    <a:pt x="14340" y="0"/>
                  </a:lnTo>
                  <a:lnTo>
                    <a:pt x="28317" y="3546"/>
                  </a:lnTo>
                  <a:lnTo>
                    <a:pt x="31552" y="17745"/>
                  </a:lnTo>
                  <a:lnTo>
                    <a:pt x="28317" y="28023"/>
                  </a:lnTo>
                  <a:lnTo>
                    <a:pt x="14340" y="31569"/>
                  </a:lnTo>
                  <a:lnTo>
                    <a:pt x="3585" y="28023"/>
                  </a:lnTo>
                  <a:lnTo>
                    <a:pt x="0" y="17745"/>
                  </a:lnTo>
                  <a:close/>
                </a:path>
              </a:pathLst>
            </a:custGeom>
            <a:ln w="10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17751" y="587427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546"/>
                  </a:lnTo>
                  <a:lnTo>
                    <a:pt x="0" y="17384"/>
                  </a:lnTo>
                  <a:lnTo>
                    <a:pt x="3585" y="28023"/>
                  </a:lnTo>
                  <a:lnTo>
                    <a:pt x="14340" y="31569"/>
                  </a:lnTo>
                  <a:lnTo>
                    <a:pt x="28317" y="28023"/>
                  </a:lnTo>
                  <a:lnTo>
                    <a:pt x="31552" y="17384"/>
                  </a:lnTo>
                  <a:lnTo>
                    <a:pt x="28317" y="3546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17751" y="587427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384"/>
                  </a:moveTo>
                  <a:lnTo>
                    <a:pt x="3585" y="3546"/>
                  </a:lnTo>
                  <a:lnTo>
                    <a:pt x="14340" y="0"/>
                  </a:lnTo>
                  <a:lnTo>
                    <a:pt x="28317" y="3546"/>
                  </a:lnTo>
                  <a:lnTo>
                    <a:pt x="31552" y="17384"/>
                  </a:lnTo>
                  <a:lnTo>
                    <a:pt x="28317" y="28023"/>
                  </a:lnTo>
                  <a:lnTo>
                    <a:pt x="14340" y="31569"/>
                  </a:lnTo>
                  <a:lnTo>
                    <a:pt x="3585" y="28023"/>
                  </a:lnTo>
                  <a:lnTo>
                    <a:pt x="0" y="17384"/>
                  </a:lnTo>
                  <a:close/>
                </a:path>
              </a:pathLst>
            </a:custGeom>
            <a:ln w="10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17751" y="613639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560"/>
                  </a:lnTo>
                  <a:lnTo>
                    <a:pt x="0" y="17384"/>
                  </a:lnTo>
                  <a:lnTo>
                    <a:pt x="3585" y="28023"/>
                  </a:lnTo>
                  <a:lnTo>
                    <a:pt x="14340" y="31569"/>
                  </a:lnTo>
                  <a:lnTo>
                    <a:pt x="28317" y="28023"/>
                  </a:lnTo>
                  <a:lnTo>
                    <a:pt x="31552" y="17384"/>
                  </a:lnTo>
                  <a:lnTo>
                    <a:pt x="28317" y="3560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17751" y="613639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7384"/>
                  </a:moveTo>
                  <a:lnTo>
                    <a:pt x="3585" y="3560"/>
                  </a:lnTo>
                  <a:lnTo>
                    <a:pt x="14340" y="0"/>
                  </a:lnTo>
                  <a:lnTo>
                    <a:pt x="28317" y="3560"/>
                  </a:lnTo>
                  <a:lnTo>
                    <a:pt x="31552" y="17384"/>
                  </a:lnTo>
                  <a:lnTo>
                    <a:pt x="28317" y="28023"/>
                  </a:lnTo>
                  <a:lnTo>
                    <a:pt x="14340" y="31569"/>
                  </a:lnTo>
                  <a:lnTo>
                    <a:pt x="3585" y="28023"/>
                  </a:lnTo>
                  <a:lnTo>
                    <a:pt x="0" y="17384"/>
                  </a:lnTo>
                  <a:close/>
                </a:path>
              </a:pathLst>
            </a:custGeom>
            <a:ln w="10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17751" y="639853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40" y="0"/>
                  </a:moveTo>
                  <a:lnTo>
                    <a:pt x="3585" y="3546"/>
                  </a:lnTo>
                  <a:lnTo>
                    <a:pt x="0" y="17370"/>
                  </a:lnTo>
                  <a:lnTo>
                    <a:pt x="3585" y="28008"/>
                  </a:lnTo>
                  <a:lnTo>
                    <a:pt x="14340" y="31554"/>
                  </a:lnTo>
                  <a:lnTo>
                    <a:pt x="28317" y="28008"/>
                  </a:lnTo>
                  <a:lnTo>
                    <a:pt x="31552" y="17370"/>
                  </a:lnTo>
                  <a:lnTo>
                    <a:pt x="28317" y="3546"/>
                  </a:lnTo>
                  <a:lnTo>
                    <a:pt x="1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17751" y="4319279"/>
              <a:ext cx="1724025" cy="2359025"/>
            </a:xfrm>
            <a:custGeom>
              <a:avLst/>
              <a:gdLst/>
              <a:ahLst/>
              <a:cxnLst/>
              <a:rect l="l" t="t" r="r" b="b"/>
              <a:pathLst>
                <a:path w="1724025" h="2359025">
                  <a:moveTo>
                    <a:pt x="0" y="2096628"/>
                  </a:moveTo>
                  <a:lnTo>
                    <a:pt x="3585" y="2082804"/>
                  </a:lnTo>
                  <a:lnTo>
                    <a:pt x="14340" y="2079258"/>
                  </a:lnTo>
                  <a:lnTo>
                    <a:pt x="28317" y="2082804"/>
                  </a:lnTo>
                  <a:lnTo>
                    <a:pt x="31552" y="2096628"/>
                  </a:lnTo>
                  <a:lnTo>
                    <a:pt x="28317" y="2107267"/>
                  </a:lnTo>
                  <a:lnTo>
                    <a:pt x="14340" y="2110813"/>
                  </a:lnTo>
                  <a:lnTo>
                    <a:pt x="3585" y="2107267"/>
                  </a:lnTo>
                  <a:lnTo>
                    <a:pt x="0" y="2096628"/>
                  </a:lnTo>
                  <a:close/>
                </a:path>
                <a:path w="1724025" h="2359025">
                  <a:moveTo>
                    <a:pt x="276845" y="2358759"/>
                  </a:moveTo>
                  <a:lnTo>
                    <a:pt x="1723829" y="2358759"/>
                  </a:lnTo>
                  <a:lnTo>
                    <a:pt x="1723829" y="0"/>
                  </a:lnTo>
                  <a:lnTo>
                    <a:pt x="276845" y="0"/>
                  </a:lnTo>
                  <a:lnTo>
                    <a:pt x="276845" y="2358759"/>
                  </a:lnTo>
                  <a:close/>
                </a:path>
                <a:path w="1724025" h="2359025">
                  <a:moveTo>
                    <a:pt x="14340" y="2096628"/>
                  </a:moveTo>
                  <a:lnTo>
                    <a:pt x="276845" y="2096628"/>
                  </a:lnTo>
                </a:path>
                <a:path w="1724025" h="2359025">
                  <a:moveTo>
                    <a:pt x="14340" y="1834502"/>
                  </a:moveTo>
                  <a:lnTo>
                    <a:pt x="276845" y="1834502"/>
                  </a:lnTo>
                </a:path>
                <a:path w="1724025" h="2359025">
                  <a:moveTo>
                    <a:pt x="14340" y="1572376"/>
                  </a:moveTo>
                  <a:lnTo>
                    <a:pt x="276845" y="1572376"/>
                  </a:lnTo>
                </a:path>
                <a:path w="1724025" h="2359025">
                  <a:moveTo>
                    <a:pt x="14340" y="1310611"/>
                  </a:moveTo>
                  <a:lnTo>
                    <a:pt x="276845" y="1310611"/>
                  </a:lnTo>
                </a:path>
                <a:path w="1724025" h="2359025">
                  <a:moveTo>
                    <a:pt x="14340" y="1048485"/>
                  </a:moveTo>
                  <a:lnTo>
                    <a:pt x="276845" y="1048485"/>
                  </a:lnTo>
                </a:path>
                <a:path w="1724025" h="2359025">
                  <a:moveTo>
                    <a:pt x="14340" y="786316"/>
                  </a:moveTo>
                  <a:lnTo>
                    <a:pt x="276845" y="786316"/>
                  </a:lnTo>
                </a:path>
                <a:path w="1724025" h="2359025">
                  <a:moveTo>
                    <a:pt x="14340" y="524247"/>
                  </a:moveTo>
                  <a:lnTo>
                    <a:pt x="276845" y="524247"/>
                  </a:lnTo>
                </a:path>
                <a:path w="1724025" h="2359025">
                  <a:moveTo>
                    <a:pt x="14340" y="262035"/>
                  </a:moveTo>
                  <a:lnTo>
                    <a:pt x="276845" y="262035"/>
                  </a:lnTo>
                </a:path>
              </a:pathLst>
            </a:custGeom>
            <a:ln w="103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676304" y="5232679"/>
            <a:ext cx="915669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b="1" spc="5" dirty="0">
                <a:latin typeface="Arial"/>
                <a:cs typeface="Arial"/>
              </a:rPr>
              <a:t>E</a:t>
            </a:r>
            <a:r>
              <a:rPr sz="1350" b="1" spc="40" dirty="0">
                <a:latin typeface="Arial"/>
                <a:cs typeface="Arial"/>
              </a:rPr>
              <a:t>NC</a:t>
            </a:r>
            <a:r>
              <a:rPr sz="1350" b="1" spc="75" dirty="0">
                <a:latin typeface="Arial"/>
                <a:cs typeface="Arial"/>
              </a:rPr>
              <a:t>O</a:t>
            </a:r>
            <a:r>
              <a:rPr sz="1350" b="1" spc="40" dirty="0">
                <a:latin typeface="Arial"/>
                <a:cs typeface="Arial"/>
              </a:rPr>
              <a:t>D</a:t>
            </a:r>
            <a:r>
              <a:rPr sz="1350" b="1" spc="5" dirty="0">
                <a:latin typeface="Arial"/>
                <a:cs typeface="Arial"/>
              </a:rPr>
              <a:t>E</a:t>
            </a:r>
            <a:r>
              <a:rPr sz="1350" b="1" spc="30" dirty="0">
                <a:latin typeface="Arial"/>
                <a:cs typeface="Arial"/>
              </a:rPr>
              <a:t>R</a:t>
            </a:r>
            <a:endParaRPr sz="13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841654" y="4581314"/>
            <a:ext cx="262890" cy="524510"/>
          </a:xfrm>
          <a:custGeom>
            <a:avLst/>
            <a:gdLst/>
            <a:ahLst/>
            <a:cxnLst/>
            <a:rect l="l" t="t" r="r" b="b"/>
            <a:pathLst>
              <a:path w="262889" h="524510">
                <a:moveTo>
                  <a:pt x="0" y="0"/>
                </a:moveTo>
                <a:lnTo>
                  <a:pt x="262475" y="0"/>
                </a:lnTo>
              </a:path>
              <a:path w="262889" h="524510">
                <a:moveTo>
                  <a:pt x="0" y="262212"/>
                </a:moveTo>
                <a:lnTo>
                  <a:pt x="262475" y="262212"/>
                </a:lnTo>
              </a:path>
              <a:path w="262889" h="524510">
                <a:moveTo>
                  <a:pt x="0" y="524280"/>
                </a:moveTo>
                <a:lnTo>
                  <a:pt x="262475" y="524280"/>
                </a:lnTo>
              </a:path>
            </a:pathLst>
          </a:custGeom>
          <a:ln w="103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202587" y="4394135"/>
            <a:ext cx="260985" cy="812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27400"/>
              </a:lnSpc>
              <a:spcBef>
                <a:spcPts val="95"/>
              </a:spcBef>
            </a:pPr>
            <a:r>
              <a:rPr sz="1350" spc="15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0  </a:t>
            </a:r>
            <a:r>
              <a:rPr sz="1350" spc="15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1  </a:t>
            </a:r>
            <a:r>
              <a:rPr sz="1350" spc="15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2</a:t>
            </a:r>
            <a:endParaRPr sz="1350" baseline="-27777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51232" y="4372799"/>
            <a:ext cx="257175" cy="812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27400"/>
              </a:lnSpc>
              <a:spcBef>
                <a:spcPts val="95"/>
              </a:spcBef>
            </a:pPr>
            <a:r>
              <a:rPr sz="1350" spc="-20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0  </a:t>
            </a:r>
            <a:r>
              <a:rPr sz="1350" spc="-20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1  </a:t>
            </a:r>
            <a:r>
              <a:rPr sz="1350" spc="-20" dirty="0">
                <a:latin typeface="Times New Roman"/>
                <a:cs typeface="Times New Roman"/>
              </a:rPr>
              <a:t>A</a:t>
            </a:r>
            <a:r>
              <a:rPr sz="1350" spc="7" baseline="-27777" dirty="0">
                <a:latin typeface="Times New Roman"/>
                <a:cs typeface="Times New Roman"/>
              </a:rPr>
              <a:t>2</a:t>
            </a:r>
            <a:endParaRPr sz="1350" baseline="-27777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77404" y="4372799"/>
            <a:ext cx="260985" cy="2122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27400"/>
              </a:lnSpc>
              <a:spcBef>
                <a:spcPts val="95"/>
              </a:spcBef>
            </a:pP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0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1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2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3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4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5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6  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7" baseline="-27777" dirty="0">
                <a:latin typeface="Times New Roman"/>
                <a:cs typeface="Times New Roman"/>
              </a:rPr>
              <a:t>7</a:t>
            </a:r>
            <a:endParaRPr sz="1350" baseline="-27777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938793" y="4297943"/>
            <a:ext cx="1446530" cy="2359025"/>
          </a:xfrm>
          <a:custGeom>
            <a:avLst/>
            <a:gdLst/>
            <a:ahLst/>
            <a:cxnLst/>
            <a:rect l="l" t="t" r="r" b="b"/>
            <a:pathLst>
              <a:path w="1446529" h="2359025">
                <a:moveTo>
                  <a:pt x="0" y="2358759"/>
                </a:moveTo>
                <a:lnTo>
                  <a:pt x="1446210" y="2358759"/>
                </a:lnTo>
                <a:lnTo>
                  <a:pt x="1446209" y="0"/>
                </a:lnTo>
                <a:lnTo>
                  <a:pt x="0" y="0"/>
                </a:lnTo>
                <a:lnTo>
                  <a:pt x="0" y="2358759"/>
                </a:lnTo>
                <a:close/>
              </a:path>
            </a:pathLst>
          </a:custGeom>
          <a:ln w="103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220343" y="5211343"/>
            <a:ext cx="91503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b="1" spc="30" dirty="0">
                <a:latin typeface="Arial"/>
                <a:cs typeface="Arial"/>
              </a:rPr>
              <a:t>DECODER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656925" y="4537509"/>
            <a:ext cx="2009775" cy="1876425"/>
            <a:chOff x="5656925" y="4537509"/>
            <a:chExt cx="2009775" cy="1876425"/>
          </a:xfrm>
        </p:grpSpPr>
        <p:sp>
          <p:nvSpPr>
            <p:cNvPr id="31" name="object 31"/>
            <p:cNvSpPr/>
            <p:nvPr/>
          </p:nvSpPr>
          <p:spPr>
            <a:xfrm>
              <a:off x="5662096" y="506696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33" y="0"/>
                  </a:moveTo>
                  <a:lnTo>
                    <a:pt x="3583" y="3459"/>
                  </a:lnTo>
                  <a:lnTo>
                    <a:pt x="0" y="17298"/>
                  </a:lnTo>
                  <a:lnTo>
                    <a:pt x="3583" y="27677"/>
                  </a:lnTo>
                  <a:lnTo>
                    <a:pt x="14333" y="31136"/>
                  </a:lnTo>
                  <a:lnTo>
                    <a:pt x="28301" y="27677"/>
                  </a:lnTo>
                  <a:lnTo>
                    <a:pt x="31535" y="17298"/>
                  </a:lnTo>
                  <a:lnTo>
                    <a:pt x="28301" y="3459"/>
                  </a:lnTo>
                  <a:lnTo>
                    <a:pt x="143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62096" y="5066960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60" h="31750">
                  <a:moveTo>
                    <a:pt x="31535" y="17298"/>
                  </a:moveTo>
                  <a:lnTo>
                    <a:pt x="28301" y="3459"/>
                  </a:lnTo>
                  <a:lnTo>
                    <a:pt x="14333" y="0"/>
                  </a:lnTo>
                  <a:lnTo>
                    <a:pt x="3583" y="3459"/>
                  </a:lnTo>
                  <a:lnTo>
                    <a:pt x="0" y="17298"/>
                  </a:lnTo>
                  <a:lnTo>
                    <a:pt x="3583" y="27677"/>
                  </a:lnTo>
                  <a:lnTo>
                    <a:pt x="14333" y="31136"/>
                  </a:lnTo>
                  <a:lnTo>
                    <a:pt x="28301" y="27677"/>
                  </a:lnTo>
                  <a:lnTo>
                    <a:pt x="31535" y="17298"/>
                  </a:lnTo>
                  <a:close/>
                </a:path>
                <a:path w="276860" h="31750">
                  <a:moveTo>
                    <a:pt x="276697" y="17298"/>
                  </a:moveTo>
                  <a:lnTo>
                    <a:pt x="14333" y="17298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662096" y="480474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33" y="0"/>
                  </a:moveTo>
                  <a:lnTo>
                    <a:pt x="3583" y="3603"/>
                  </a:lnTo>
                  <a:lnTo>
                    <a:pt x="0" y="17442"/>
                  </a:lnTo>
                  <a:lnTo>
                    <a:pt x="3583" y="28109"/>
                  </a:lnTo>
                  <a:lnTo>
                    <a:pt x="14333" y="31280"/>
                  </a:lnTo>
                  <a:lnTo>
                    <a:pt x="28301" y="28109"/>
                  </a:lnTo>
                  <a:lnTo>
                    <a:pt x="31535" y="17442"/>
                  </a:lnTo>
                  <a:lnTo>
                    <a:pt x="28301" y="3603"/>
                  </a:lnTo>
                  <a:lnTo>
                    <a:pt x="143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62096" y="4804748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60" h="31750">
                  <a:moveTo>
                    <a:pt x="31535" y="17442"/>
                  </a:moveTo>
                  <a:lnTo>
                    <a:pt x="28301" y="3603"/>
                  </a:lnTo>
                  <a:lnTo>
                    <a:pt x="14333" y="0"/>
                  </a:lnTo>
                  <a:lnTo>
                    <a:pt x="3583" y="3603"/>
                  </a:lnTo>
                  <a:lnTo>
                    <a:pt x="0" y="17442"/>
                  </a:lnTo>
                  <a:lnTo>
                    <a:pt x="3583" y="28109"/>
                  </a:lnTo>
                  <a:lnTo>
                    <a:pt x="14333" y="31280"/>
                  </a:lnTo>
                  <a:lnTo>
                    <a:pt x="28301" y="28109"/>
                  </a:lnTo>
                  <a:lnTo>
                    <a:pt x="31535" y="17442"/>
                  </a:lnTo>
                  <a:close/>
                </a:path>
                <a:path w="276860" h="31750">
                  <a:moveTo>
                    <a:pt x="276697" y="17442"/>
                  </a:moveTo>
                  <a:lnTo>
                    <a:pt x="14333" y="17442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62096" y="454267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4333" y="0"/>
                  </a:moveTo>
                  <a:lnTo>
                    <a:pt x="3583" y="3459"/>
                  </a:lnTo>
                  <a:lnTo>
                    <a:pt x="0" y="17298"/>
                  </a:lnTo>
                  <a:lnTo>
                    <a:pt x="3583" y="27965"/>
                  </a:lnTo>
                  <a:lnTo>
                    <a:pt x="14333" y="31569"/>
                  </a:lnTo>
                  <a:lnTo>
                    <a:pt x="28301" y="27965"/>
                  </a:lnTo>
                  <a:lnTo>
                    <a:pt x="31535" y="17298"/>
                  </a:lnTo>
                  <a:lnTo>
                    <a:pt x="28301" y="3459"/>
                  </a:lnTo>
                  <a:lnTo>
                    <a:pt x="143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62096" y="4542679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60" h="31750">
                  <a:moveTo>
                    <a:pt x="31535" y="17298"/>
                  </a:moveTo>
                  <a:lnTo>
                    <a:pt x="28301" y="3459"/>
                  </a:lnTo>
                  <a:lnTo>
                    <a:pt x="14333" y="0"/>
                  </a:lnTo>
                  <a:lnTo>
                    <a:pt x="3583" y="3459"/>
                  </a:lnTo>
                  <a:lnTo>
                    <a:pt x="0" y="17298"/>
                  </a:lnTo>
                  <a:lnTo>
                    <a:pt x="3583" y="27965"/>
                  </a:lnTo>
                  <a:lnTo>
                    <a:pt x="14333" y="31569"/>
                  </a:lnTo>
                  <a:lnTo>
                    <a:pt x="28301" y="27965"/>
                  </a:lnTo>
                  <a:lnTo>
                    <a:pt x="31535" y="17298"/>
                  </a:lnTo>
                  <a:close/>
                </a:path>
                <a:path w="276860" h="31750">
                  <a:moveTo>
                    <a:pt x="276697" y="17298"/>
                  </a:moveTo>
                  <a:lnTo>
                    <a:pt x="14333" y="17298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29786" y="637720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546"/>
                  </a:lnTo>
                  <a:lnTo>
                    <a:pt x="0" y="17370"/>
                  </a:lnTo>
                  <a:lnTo>
                    <a:pt x="3641" y="28008"/>
                  </a:lnTo>
                  <a:lnTo>
                    <a:pt x="17624" y="31554"/>
                  </a:lnTo>
                  <a:lnTo>
                    <a:pt x="28403" y="28008"/>
                  </a:lnTo>
                  <a:lnTo>
                    <a:pt x="31608" y="17370"/>
                  </a:lnTo>
                  <a:lnTo>
                    <a:pt x="28403" y="3546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385076" y="6377201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370"/>
                  </a:moveTo>
                  <a:lnTo>
                    <a:pt x="248352" y="3546"/>
                  </a:lnTo>
                  <a:lnTo>
                    <a:pt x="262335" y="0"/>
                  </a:lnTo>
                  <a:lnTo>
                    <a:pt x="273114" y="3546"/>
                  </a:lnTo>
                  <a:lnTo>
                    <a:pt x="276318" y="17370"/>
                  </a:lnTo>
                  <a:lnTo>
                    <a:pt x="273114" y="28008"/>
                  </a:lnTo>
                  <a:lnTo>
                    <a:pt x="262335" y="31554"/>
                  </a:lnTo>
                  <a:lnTo>
                    <a:pt x="248352" y="28008"/>
                  </a:lnTo>
                  <a:lnTo>
                    <a:pt x="244710" y="17370"/>
                  </a:lnTo>
                  <a:close/>
                </a:path>
                <a:path w="276859" h="31750">
                  <a:moveTo>
                    <a:pt x="0" y="17370"/>
                  </a:moveTo>
                  <a:lnTo>
                    <a:pt x="262335" y="17370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629786" y="611506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560"/>
                  </a:lnTo>
                  <a:lnTo>
                    <a:pt x="0" y="17384"/>
                  </a:lnTo>
                  <a:lnTo>
                    <a:pt x="3641" y="28023"/>
                  </a:lnTo>
                  <a:lnTo>
                    <a:pt x="17624" y="31569"/>
                  </a:lnTo>
                  <a:lnTo>
                    <a:pt x="28403" y="28023"/>
                  </a:lnTo>
                  <a:lnTo>
                    <a:pt x="31608" y="17384"/>
                  </a:lnTo>
                  <a:lnTo>
                    <a:pt x="28403" y="3560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85076" y="6115061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384"/>
                  </a:moveTo>
                  <a:lnTo>
                    <a:pt x="248352" y="3560"/>
                  </a:lnTo>
                  <a:lnTo>
                    <a:pt x="262335" y="0"/>
                  </a:lnTo>
                  <a:lnTo>
                    <a:pt x="273114" y="3560"/>
                  </a:lnTo>
                  <a:lnTo>
                    <a:pt x="276318" y="17384"/>
                  </a:lnTo>
                  <a:lnTo>
                    <a:pt x="273114" y="28023"/>
                  </a:lnTo>
                  <a:lnTo>
                    <a:pt x="262335" y="31569"/>
                  </a:lnTo>
                  <a:lnTo>
                    <a:pt x="248352" y="28023"/>
                  </a:lnTo>
                  <a:lnTo>
                    <a:pt x="244710" y="17384"/>
                  </a:lnTo>
                  <a:close/>
                </a:path>
                <a:path w="276859" h="31750">
                  <a:moveTo>
                    <a:pt x="0" y="17384"/>
                  </a:moveTo>
                  <a:lnTo>
                    <a:pt x="262335" y="17384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629786" y="585293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546"/>
                  </a:lnTo>
                  <a:lnTo>
                    <a:pt x="0" y="17384"/>
                  </a:lnTo>
                  <a:lnTo>
                    <a:pt x="3641" y="28023"/>
                  </a:lnTo>
                  <a:lnTo>
                    <a:pt x="17624" y="31569"/>
                  </a:lnTo>
                  <a:lnTo>
                    <a:pt x="28403" y="28023"/>
                  </a:lnTo>
                  <a:lnTo>
                    <a:pt x="31608" y="17384"/>
                  </a:lnTo>
                  <a:lnTo>
                    <a:pt x="28403" y="3546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85076" y="5852935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384"/>
                  </a:moveTo>
                  <a:lnTo>
                    <a:pt x="248352" y="3546"/>
                  </a:lnTo>
                  <a:lnTo>
                    <a:pt x="262335" y="0"/>
                  </a:lnTo>
                  <a:lnTo>
                    <a:pt x="273114" y="3546"/>
                  </a:lnTo>
                  <a:lnTo>
                    <a:pt x="276318" y="17384"/>
                  </a:lnTo>
                  <a:lnTo>
                    <a:pt x="273114" y="28023"/>
                  </a:lnTo>
                  <a:lnTo>
                    <a:pt x="262335" y="31569"/>
                  </a:lnTo>
                  <a:lnTo>
                    <a:pt x="248352" y="28023"/>
                  </a:lnTo>
                  <a:lnTo>
                    <a:pt x="244710" y="17384"/>
                  </a:lnTo>
                  <a:close/>
                </a:path>
                <a:path w="276859" h="31750">
                  <a:moveTo>
                    <a:pt x="0" y="17384"/>
                  </a:moveTo>
                  <a:lnTo>
                    <a:pt x="262335" y="17384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29786" y="559080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546"/>
                  </a:lnTo>
                  <a:lnTo>
                    <a:pt x="0" y="17745"/>
                  </a:lnTo>
                  <a:lnTo>
                    <a:pt x="3641" y="28023"/>
                  </a:lnTo>
                  <a:lnTo>
                    <a:pt x="17624" y="31569"/>
                  </a:lnTo>
                  <a:lnTo>
                    <a:pt x="28403" y="28023"/>
                  </a:lnTo>
                  <a:lnTo>
                    <a:pt x="31608" y="17745"/>
                  </a:lnTo>
                  <a:lnTo>
                    <a:pt x="28403" y="3546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385076" y="5590809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745"/>
                  </a:moveTo>
                  <a:lnTo>
                    <a:pt x="248352" y="3546"/>
                  </a:lnTo>
                  <a:lnTo>
                    <a:pt x="262335" y="0"/>
                  </a:lnTo>
                  <a:lnTo>
                    <a:pt x="273114" y="3546"/>
                  </a:lnTo>
                  <a:lnTo>
                    <a:pt x="276318" y="17745"/>
                  </a:lnTo>
                  <a:lnTo>
                    <a:pt x="273114" y="28023"/>
                  </a:lnTo>
                  <a:lnTo>
                    <a:pt x="262335" y="31569"/>
                  </a:lnTo>
                  <a:lnTo>
                    <a:pt x="248352" y="28023"/>
                  </a:lnTo>
                  <a:lnTo>
                    <a:pt x="244710" y="17745"/>
                  </a:lnTo>
                  <a:close/>
                </a:path>
                <a:path w="276859" h="31750">
                  <a:moveTo>
                    <a:pt x="0" y="17745"/>
                  </a:moveTo>
                  <a:lnTo>
                    <a:pt x="262335" y="17745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629786" y="5329043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185"/>
                  </a:lnTo>
                  <a:lnTo>
                    <a:pt x="0" y="17384"/>
                  </a:lnTo>
                  <a:lnTo>
                    <a:pt x="3641" y="27662"/>
                  </a:lnTo>
                  <a:lnTo>
                    <a:pt x="17624" y="31208"/>
                  </a:lnTo>
                  <a:lnTo>
                    <a:pt x="28403" y="27662"/>
                  </a:lnTo>
                  <a:lnTo>
                    <a:pt x="31608" y="17384"/>
                  </a:lnTo>
                  <a:lnTo>
                    <a:pt x="28403" y="3185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385076" y="5329043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384"/>
                  </a:moveTo>
                  <a:lnTo>
                    <a:pt x="248352" y="3185"/>
                  </a:lnTo>
                  <a:lnTo>
                    <a:pt x="262335" y="0"/>
                  </a:lnTo>
                  <a:lnTo>
                    <a:pt x="273114" y="3185"/>
                  </a:lnTo>
                  <a:lnTo>
                    <a:pt x="276318" y="17384"/>
                  </a:lnTo>
                  <a:lnTo>
                    <a:pt x="273114" y="27662"/>
                  </a:lnTo>
                  <a:lnTo>
                    <a:pt x="262335" y="31208"/>
                  </a:lnTo>
                  <a:lnTo>
                    <a:pt x="248352" y="27662"/>
                  </a:lnTo>
                  <a:lnTo>
                    <a:pt x="244710" y="17384"/>
                  </a:lnTo>
                  <a:close/>
                </a:path>
                <a:path w="276859" h="31750">
                  <a:moveTo>
                    <a:pt x="0" y="17384"/>
                  </a:moveTo>
                  <a:lnTo>
                    <a:pt x="262335" y="17384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629786" y="506696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459"/>
                  </a:lnTo>
                  <a:lnTo>
                    <a:pt x="0" y="17298"/>
                  </a:lnTo>
                  <a:lnTo>
                    <a:pt x="3641" y="27677"/>
                  </a:lnTo>
                  <a:lnTo>
                    <a:pt x="17624" y="31136"/>
                  </a:lnTo>
                  <a:lnTo>
                    <a:pt x="28403" y="27677"/>
                  </a:lnTo>
                  <a:lnTo>
                    <a:pt x="31608" y="17298"/>
                  </a:lnTo>
                  <a:lnTo>
                    <a:pt x="28403" y="3459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85076" y="5066960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298"/>
                  </a:moveTo>
                  <a:lnTo>
                    <a:pt x="248352" y="3459"/>
                  </a:lnTo>
                  <a:lnTo>
                    <a:pt x="262335" y="0"/>
                  </a:lnTo>
                  <a:lnTo>
                    <a:pt x="273114" y="3459"/>
                  </a:lnTo>
                  <a:lnTo>
                    <a:pt x="276318" y="17298"/>
                  </a:lnTo>
                  <a:lnTo>
                    <a:pt x="273114" y="27677"/>
                  </a:lnTo>
                  <a:lnTo>
                    <a:pt x="262335" y="31136"/>
                  </a:lnTo>
                  <a:lnTo>
                    <a:pt x="248352" y="27677"/>
                  </a:lnTo>
                  <a:lnTo>
                    <a:pt x="244710" y="17298"/>
                  </a:lnTo>
                  <a:close/>
                </a:path>
                <a:path w="276859" h="31750">
                  <a:moveTo>
                    <a:pt x="0" y="17298"/>
                  </a:moveTo>
                  <a:lnTo>
                    <a:pt x="262335" y="17298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629786" y="480474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603"/>
                  </a:lnTo>
                  <a:lnTo>
                    <a:pt x="0" y="17442"/>
                  </a:lnTo>
                  <a:lnTo>
                    <a:pt x="3641" y="28109"/>
                  </a:lnTo>
                  <a:lnTo>
                    <a:pt x="17624" y="31280"/>
                  </a:lnTo>
                  <a:lnTo>
                    <a:pt x="28403" y="28109"/>
                  </a:lnTo>
                  <a:lnTo>
                    <a:pt x="31608" y="17442"/>
                  </a:lnTo>
                  <a:lnTo>
                    <a:pt x="28403" y="3603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385076" y="4804748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442"/>
                  </a:moveTo>
                  <a:lnTo>
                    <a:pt x="248352" y="3603"/>
                  </a:lnTo>
                  <a:lnTo>
                    <a:pt x="262335" y="0"/>
                  </a:lnTo>
                  <a:lnTo>
                    <a:pt x="273114" y="3603"/>
                  </a:lnTo>
                  <a:lnTo>
                    <a:pt x="276318" y="17442"/>
                  </a:lnTo>
                  <a:lnTo>
                    <a:pt x="273114" y="28109"/>
                  </a:lnTo>
                  <a:lnTo>
                    <a:pt x="262335" y="31280"/>
                  </a:lnTo>
                  <a:lnTo>
                    <a:pt x="248352" y="28109"/>
                  </a:lnTo>
                  <a:lnTo>
                    <a:pt x="244710" y="17442"/>
                  </a:lnTo>
                  <a:close/>
                </a:path>
                <a:path w="276859" h="31750">
                  <a:moveTo>
                    <a:pt x="0" y="17442"/>
                  </a:moveTo>
                  <a:lnTo>
                    <a:pt x="262335" y="17442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629786" y="454267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17624" y="0"/>
                  </a:moveTo>
                  <a:lnTo>
                    <a:pt x="3641" y="3459"/>
                  </a:lnTo>
                  <a:lnTo>
                    <a:pt x="0" y="17298"/>
                  </a:lnTo>
                  <a:lnTo>
                    <a:pt x="3641" y="27965"/>
                  </a:lnTo>
                  <a:lnTo>
                    <a:pt x="17624" y="31569"/>
                  </a:lnTo>
                  <a:lnTo>
                    <a:pt x="28403" y="27965"/>
                  </a:lnTo>
                  <a:lnTo>
                    <a:pt x="31608" y="17298"/>
                  </a:lnTo>
                  <a:lnTo>
                    <a:pt x="28403" y="3459"/>
                  </a:lnTo>
                  <a:lnTo>
                    <a:pt x="17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385076" y="4542679"/>
              <a:ext cx="276860" cy="31750"/>
            </a:xfrm>
            <a:custGeom>
              <a:avLst/>
              <a:gdLst/>
              <a:ahLst/>
              <a:cxnLst/>
              <a:rect l="l" t="t" r="r" b="b"/>
              <a:pathLst>
                <a:path w="276859" h="31750">
                  <a:moveTo>
                    <a:pt x="244710" y="17298"/>
                  </a:moveTo>
                  <a:lnTo>
                    <a:pt x="248352" y="3459"/>
                  </a:lnTo>
                  <a:lnTo>
                    <a:pt x="262335" y="0"/>
                  </a:lnTo>
                  <a:lnTo>
                    <a:pt x="273114" y="3459"/>
                  </a:lnTo>
                  <a:lnTo>
                    <a:pt x="276318" y="17298"/>
                  </a:lnTo>
                  <a:lnTo>
                    <a:pt x="273114" y="27965"/>
                  </a:lnTo>
                  <a:lnTo>
                    <a:pt x="262335" y="31569"/>
                  </a:lnTo>
                  <a:lnTo>
                    <a:pt x="248352" y="27965"/>
                  </a:lnTo>
                  <a:lnTo>
                    <a:pt x="244710" y="17298"/>
                  </a:lnTo>
                  <a:close/>
                </a:path>
                <a:path w="276859" h="31750">
                  <a:moveTo>
                    <a:pt x="0" y="17298"/>
                  </a:moveTo>
                  <a:lnTo>
                    <a:pt x="262335" y="17298"/>
                  </a:lnTo>
                </a:path>
              </a:pathLst>
            </a:custGeom>
            <a:ln w="10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9892" y="127253"/>
            <a:ext cx="28911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" dirty="0">
                <a:latin typeface="Verdana"/>
                <a:cs typeface="Verdana"/>
              </a:rPr>
              <a:t>Encoders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0286" y="1165605"/>
            <a:ext cx="863092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0" marR="431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19100" algn="l"/>
                <a:tab pos="419734" algn="l"/>
                <a:tab pos="1665605" algn="l"/>
                <a:tab pos="2649220" algn="l"/>
                <a:tab pos="3209925" algn="l"/>
                <a:tab pos="3703320" algn="l"/>
                <a:tab pos="4799330" algn="l"/>
                <a:tab pos="5601335" algn="l"/>
                <a:tab pos="6239510" algn="l"/>
                <a:tab pos="7230745" algn="l"/>
                <a:tab pos="7803515" algn="l"/>
              </a:tabLst>
            </a:pPr>
            <a:r>
              <a:rPr sz="2400" spc="5" dirty="0">
                <a:latin typeface="Verdana"/>
                <a:cs typeface="Verdana"/>
              </a:rPr>
              <a:t>B</a:t>
            </a:r>
            <a:r>
              <a:rPr sz="2400" spc="-10" dirty="0">
                <a:latin typeface="Verdana"/>
                <a:cs typeface="Verdana"/>
              </a:rPr>
              <a:t>inar</a:t>
            </a:r>
            <a:r>
              <a:rPr sz="2400" dirty="0">
                <a:latin typeface="Verdana"/>
                <a:cs typeface="Verdana"/>
              </a:rPr>
              <a:t>y	</a:t>
            </a:r>
            <a:r>
              <a:rPr sz="2400" spc="5" dirty="0">
                <a:latin typeface="Verdana"/>
                <a:cs typeface="Verdana"/>
              </a:rPr>
              <a:t>c</a:t>
            </a:r>
            <a:r>
              <a:rPr sz="2400" dirty="0">
                <a:latin typeface="Verdana"/>
                <a:cs typeface="Verdana"/>
              </a:rPr>
              <a:t>ode	</a:t>
            </a:r>
            <a:r>
              <a:rPr sz="2400" spc="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f	N	</a:t>
            </a:r>
            <a:r>
              <a:rPr sz="2400" spc="10" dirty="0">
                <a:latin typeface="Verdana"/>
                <a:cs typeface="Verdana"/>
              </a:rPr>
              <a:t>d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g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ts	</a:t>
            </a:r>
            <a:r>
              <a:rPr sz="2400" spc="-5" dirty="0">
                <a:latin typeface="Verdana"/>
                <a:cs typeface="Verdana"/>
              </a:rPr>
              <a:t>ca</a:t>
            </a:r>
            <a:r>
              <a:rPr sz="2400" dirty="0">
                <a:latin typeface="Verdana"/>
                <a:cs typeface="Verdana"/>
              </a:rPr>
              <a:t>n	be	used	</a:t>
            </a:r>
            <a:r>
              <a:rPr sz="2400" spc="10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o	s</a:t>
            </a:r>
            <a:r>
              <a:rPr sz="2400" spc="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o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e  </a:t>
            </a:r>
            <a:r>
              <a:rPr sz="2400" spc="-5" dirty="0">
                <a:latin typeface="Verdana"/>
                <a:cs typeface="Verdana"/>
              </a:rPr>
              <a:t>2</a:t>
            </a:r>
            <a:r>
              <a:rPr sz="2400" spc="-7" baseline="24305" dirty="0">
                <a:latin typeface="Verdana"/>
                <a:cs typeface="Verdana"/>
              </a:rPr>
              <a:t>N </a:t>
            </a:r>
            <a:r>
              <a:rPr sz="2400" spc="-5" dirty="0">
                <a:latin typeface="Verdana"/>
                <a:cs typeface="Verdana"/>
              </a:rPr>
              <a:t>distinct elements of coded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information.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350">
              <a:latin typeface="Verdana"/>
              <a:cs typeface="Verdana"/>
            </a:endParaRPr>
          </a:p>
          <a:p>
            <a:pPr marL="419100" indent="-343535">
              <a:lnSpc>
                <a:spcPct val="100000"/>
              </a:lnSpc>
              <a:buFont typeface="Arial"/>
              <a:buChar char="•"/>
              <a:tabLst>
                <a:tab pos="419100" algn="l"/>
                <a:tab pos="419734" algn="l"/>
                <a:tab pos="3750945" algn="l"/>
              </a:tabLst>
            </a:pPr>
            <a:r>
              <a:rPr sz="2400" spc="-5" dirty="0">
                <a:latin typeface="Verdana"/>
                <a:cs typeface="Verdana"/>
              </a:rPr>
              <a:t>Encoders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convert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2</a:t>
            </a:r>
            <a:r>
              <a:rPr sz="2400" baseline="24305" dirty="0">
                <a:latin typeface="Verdana"/>
                <a:cs typeface="Verdana"/>
              </a:rPr>
              <a:t>N	</a:t>
            </a:r>
            <a:r>
              <a:rPr sz="2400" spc="-5" dirty="0">
                <a:latin typeface="Verdana"/>
                <a:cs typeface="Verdana"/>
              </a:rPr>
              <a:t>lines of input into </a:t>
            </a:r>
            <a:r>
              <a:rPr sz="2400" dirty="0">
                <a:latin typeface="Verdana"/>
                <a:cs typeface="Verdana"/>
              </a:rPr>
              <a:t>a code</a:t>
            </a:r>
            <a:r>
              <a:rPr sz="2400" spc="6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 N</a:t>
            </a:r>
            <a:endParaRPr sz="2400">
              <a:latin typeface="Verdana"/>
              <a:cs typeface="Verdana"/>
            </a:endParaRPr>
          </a:p>
          <a:p>
            <a:pPr marL="4191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83882" y="3608832"/>
            <a:ext cx="4043939" cy="26096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6200" y="244601"/>
            <a:ext cx="501726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Encoder</a:t>
            </a:r>
            <a:r>
              <a:rPr spc="-7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169" y="967231"/>
            <a:ext cx="8441690" cy="1550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9745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499109" algn="l"/>
                <a:tab pos="500380" algn="l"/>
              </a:tabLst>
            </a:pPr>
            <a:r>
              <a:rPr sz="2800" spc="-5" dirty="0">
                <a:latin typeface="Arial"/>
                <a:cs typeface="Arial"/>
              </a:rPr>
              <a:t>Example: </a:t>
            </a:r>
            <a:r>
              <a:rPr sz="2800" dirty="0">
                <a:latin typeface="Arial"/>
                <a:cs typeface="Arial"/>
              </a:rPr>
              <a:t>4-to-2 binary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encoder</a:t>
            </a:r>
            <a:endParaRPr sz="2800">
              <a:latin typeface="Arial"/>
              <a:cs typeface="Arial"/>
            </a:endParaRPr>
          </a:p>
          <a:p>
            <a:pPr marL="277495" indent="-265430">
              <a:lnSpc>
                <a:spcPts val="2160"/>
              </a:lnSpc>
              <a:spcBef>
                <a:spcPts val="1680"/>
              </a:spcBef>
              <a:buClr>
                <a:srgbClr val="BB8068"/>
              </a:buClr>
              <a:buFont typeface="Wingdings"/>
              <a:buChar char=""/>
              <a:tabLst>
                <a:tab pos="278130" algn="l"/>
                <a:tab pos="699770" algn="l"/>
                <a:tab pos="1868805" algn="l"/>
                <a:tab pos="2795905" algn="l"/>
                <a:tab pos="3484879" algn="l"/>
                <a:tab pos="4104640" algn="l"/>
                <a:tab pos="4909820" algn="l"/>
                <a:tab pos="5614035" algn="l"/>
                <a:tab pos="6076950" algn="l"/>
                <a:tab pos="6613525" algn="l"/>
                <a:tab pos="7319645" algn="l"/>
                <a:tab pos="7866380" algn="l"/>
                <a:tab pos="8275320" algn="l"/>
              </a:tabLst>
            </a:pPr>
            <a:r>
              <a:rPr sz="2000" spc="-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	</a:t>
            </a:r>
            <a:r>
              <a:rPr sz="2000" spc="-10" dirty="0">
                <a:latin typeface="Verdana"/>
                <a:cs typeface="Verdana"/>
              </a:rPr>
              <a:t>en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	c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20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uit	</a:t>
            </a:r>
            <a:r>
              <a:rPr sz="2000" spc="-2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nly	one	</a:t>
            </a:r>
            <a:r>
              <a:rPr sz="2000" spc="-5" dirty="0">
                <a:latin typeface="Verdana"/>
                <a:cs typeface="Verdana"/>
              </a:rPr>
              <a:t>inp</a:t>
            </a:r>
            <a:r>
              <a:rPr sz="2000" spc="-2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t	</a:t>
            </a:r>
            <a:r>
              <a:rPr sz="2000" spc="-5" dirty="0">
                <a:latin typeface="Verdana"/>
                <a:cs typeface="Verdana"/>
              </a:rPr>
              <a:t>m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y	</a:t>
            </a:r>
            <a:r>
              <a:rPr sz="2000" spc="-5" dirty="0">
                <a:latin typeface="Verdana"/>
                <a:cs typeface="Verdana"/>
              </a:rPr>
              <a:t>b</a:t>
            </a:r>
            <a:r>
              <a:rPr sz="2000" dirty="0">
                <a:latin typeface="Verdana"/>
                <a:cs typeface="Verdana"/>
              </a:rPr>
              <a:t>e	</a:t>
            </a:r>
            <a:r>
              <a:rPr sz="2000" spc="-15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	high	(</a:t>
            </a:r>
            <a:r>
              <a:rPr sz="2000" spc="-5" dirty="0">
                <a:latin typeface="Verdana"/>
                <a:cs typeface="Verdana"/>
              </a:rPr>
              <a:t>1</a:t>
            </a:r>
            <a:r>
              <a:rPr sz="2000" dirty="0">
                <a:latin typeface="Verdana"/>
                <a:cs typeface="Verdana"/>
              </a:rPr>
              <a:t>)	</a:t>
            </a:r>
            <a:r>
              <a:rPr sz="2000" spc="-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	a</a:t>
            </a:r>
            <a:endParaRPr sz="2000">
              <a:latin typeface="Verdana"/>
              <a:cs typeface="Verdana"/>
            </a:endParaRPr>
          </a:p>
          <a:p>
            <a:pPr marL="277495">
              <a:lnSpc>
                <a:spcPts val="2160"/>
              </a:lnSpc>
            </a:pPr>
            <a:r>
              <a:rPr sz="2000" spc="-5" dirty="0">
                <a:latin typeface="Verdana"/>
                <a:cs typeface="Verdana"/>
              </a:rPr>
              <a:t>certain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time.</a:t>
            </a:r>
            <a:endParaRPr sz="2000">
              <a:latin typeface="Verdana"/>
              <a:cs typeface="Verdana"/>
            </a:endParaRPr>
          </a:p>
          <a:p>
            <a:pPr marL="277495" indent="-265430">
              <a:lnSpc>
                <a:spcPct val="100000"/>
              </a:lnSpc>
              <a:spcBef>
                <a:spcPts val="240"/>
              </a:spcBef>
              <a:buClr>
                <a:srgbClr val="BB8068"/>
              </a:buClr>
              <a:buFont typeface="Wingdings"/>
              <a:buChar char=""/>
              <a:tabLst>
                <a:tab pos="278130" algn="l"/>
              </a:tabLst>
            </a:pPr>
            <a:r>
              <a:rPr sz="2000" spc="-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output </a:t>
            </a:r>
            <a:r>
              <a:rPr sz="2000" spc="-5" dirty="0">
                <a:latin typeface="Verdana"/>
                <a:cs typeface="Verdana"/>
              </a:rPr>
              <a:t>is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2-bit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number.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8951" y="4703064"/>
          <a:ext cx="2470781" cy="16261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7034"/>
                <a:gridCol w="355600"/>
                <a:gridCol w="367029"/>
                <a:gridCol w="417830"/>
                <a:gridCol w="467994"/>
                <a:gridCol w="455294"/>
              </a:tblGrid>
              <a:tr h="399288">
                <a:tc>
                  <a:txBody>
                    <a:bodyPr/>
                    <a:lstStyle/>
                    <a:p>
                      <a:pPr marL="6985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7" baseline="-20833" dirty="0">
                          <a:latin typeface="Verdana"/>
                          <a:cs typeface="Verdana"/>
                        </a:rPr>
                        <a:t>3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baseline="-20833" dirty="0">
                          <a:latin typeface="Verdana"/>
                          <a:cs typeface="Verdana"/>
                        </a:rPr>
                        <a:t>2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spc="-7" baseline="-20833" dirty="0">
                          <a:latin typeface="Verdana"/>
                          <a:cs typeface="Verdana"/>
                        </a:rPr>
                        <a:t>1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3985" algn="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I</a:t>
                      </a:r>
                      <a:r>
                        <a:rPr sz="1800" baseline="-20833" dirty="0">
                          <a:latin typeface="Verdana"/>
                          <a:cs typeface="Verdana"/>
                        </a:rPr>
                        <a:t>0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839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Y</a:t>
                      </a:r>
                      <a:r>
                        <a:rPr sz="1800" spc="-7" baseline="-20833" dirty="0">
                          <a:latin typeface="Verdana"/>
                          <a:cs typeface="Verdana"/>
                        </a:rPr>
                        <a:t>1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88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Y</a:t>
                      </a:r>
                      <a:r>
                        <a:rPr sz="1800" spc="-7" baseline="-20833" dirty="0">
                          <a:latin typeface="Verdana"/>
                          <a:cs typeface="Verdana"/>
                        </a:rPr>
                        <a:t>0</a:t>
                      </a:r>
                      <a:endParaRPr sz="1800" baseline="-20833">
                        <a:latin typeface="Verdana"/>
                        <a:cs typeface="Verdana"/>
                      </a:endParaRPr>
                    </a:p>
                  </a:txBody>
                  <a:tcPr marL="0" marR="0" marT="4445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8205"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5430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65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5532">
                <a:tc>
                  <a:txBody>
                    <a:bodyPr/>
                    <a:lstStyle/>
                    <a:p>
                      <a:pPr marL="7302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652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</a:tr>
              <a:tr h="274624">
                <a:tc>
                  <a:txBody>
                    <a:bodyPr/>
                    <a:lstStyle/>
                    <a:p>
                      <a:pPr marL="730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155575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65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</a:tr>
              <a:tr h="358457"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 marR="15430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69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3652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/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4880609" y="4642865"/>
            <a:ext cx="848994" cy="1905"/>
          </a:xfrm>
          <a:custGeom>
            <a:avLst/>
            <a:gdLst/>
            <a:ahLst/>
            <a:cxnLst/>
            <a:rect l="l" t="t" r="r" b="b"/>
            <a:pathLst>
              <a:path w="848995" h="1904">
                <a:moveTo>
                  <a:pt x="0" y="0"/>
                </a:moveTo>
                <a:lnTo>
                  <a:pt x="848867" y="1523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869179" y="4942332"/>
            <a:ext cx="3183890" cy="1493520"/>
            <a:chOff x="4869179" y="4942332"/>
            <a:chExt cx="3183890" cy="1493520"/>
          </a:xfrm>
        </p:grpSpPr>
        <p:sp>
          <p:nvSpPr>
            <p:cNvPr id="7" name="object 7"/>
            <p:cNvSpPr/>
            <p:nvPr/>
          </p:nvSpPr>
          <p:spPr>
            <a:xfrm>
              <a:off x="4880609" y="4953762"/>
              <a:ext cx="3161030" cy="1470660"/>
            </a:xfrm>
            <a:custGeom>
              <a:avLst/>
              <a:gdLst/>
              <a:ahLst/>
              <a:cxnLst/>
              <a:rect l="l" t="t" r="r" b="b"/>
              <a:pathLst>
                <a:path w="3161029" h="1470660">
                  <a:moveTo>
                    <a:pt x="3160775" y="272795"/>
                  </a:moveTo>
                  <a:lnTo>
                    <a:pt x="2429256" y="274319"/>
                  </a:lnTo>
                </a:path>
                <a:path w="3161029" h="1470660">
                  <a:moveTo>
                    <a:pt x="1760219" y="0"/>
                  </a:moveTo>
                  <a:lnTo>
                    <a:pt x="1760219" y="0"/>
                  </a:lnTo>
                  <a:lnTo>
                    <a:pt x="2048764" y="0"/>
                  </a:lnTo>
                  <a:lnTo>
                    <a:pt x="2052700" y="762"/>
                  </a:lnTo>
                  <a:lnTo>
                    <a:pt x="2071750" y="762"/>
                  </a:lnTo>
                  <a:lnTo>
                    <a:pt x="2074164" y="1650"/>
                  </a:lnTo>
                  <a:lnTo>
                    <a:pt x="2085213" y="1650"/>
                  </a:lnTo>
                  <a:lnTo>
                    <a:pt x="2086864" y="3175"/>
                  </a:lnTo>
                  <a:lnTo>
                    <a:pt x="2095626" y="3175"/>
                  </a:lnTo>
                  <a:lnTo>
                    <a:pt x="2097150" y="3937"/>
                  </a:lnTo>
                  <a:lnTo>
                    <a:pt x="2103500" y="3937"/>
                  </a:lnTo>
                  <a:lnTo>
                    <a:pt x="2105914" y="5587"/>
                  </a:lnTo>
                  <a:lnTo>
                    <a:pt x="2107565" y="5587"/>
                  </a:lnTo>
                  <a:lnTo>
                    <a:pt x="2109850" y="5587"/>
                  </a:lnTo>
                  <a:lnTo>
                    <a:pt x="2110740" y="5587"/>
                  </a:lnTo>
                  <a:lnTo>
                    <a:pt x="2113025" y="5587"/>
                  </a:lnTo>
                  <a:lnTo>
                    <a:pt x="2113915" y="6350"/>
                  </a:lnTo>
                  <a:lnTo>
                    <a:pt x="2116328" y="6350"/>
                  </a:lnTo>
                  <a:lnTo>
                    <a:pt x="2117851" y="6350"/>
                  </a:lnTo>
                  <a:lnTo>
                    <a:pt x="2118614" y="6350"/>
                  </a:lnTo>
                  <a:lnTo>
                    <a:pt x="2120265" y="6350"/>
                  </a:lnTo>
                  <a:lnTo>
                    <a:pt x="2121026" y="8000"/>
                  </a:lnTo>
                  <a:lnTo>
                    <a:pt x="2122678" y="8000"/>
                  </a:lnTo>
                  <a:lnTo>
                    <a:pt x="2123440" y="8000"/>
                  </a:lnTo>
                  <a:lnTo>
                    <a:pt x="2124201" y="8000"/>
                  </a:lnTo>
                  <a:lnTo>
                    <a:pt x="2125853" y="8000"/>
                  </a:lnTo>
                  <a:lnTo>
                    <a:pt x="2126615" y="8762"/>
                  </a:lnTo>
                  <a:lnTo>
                    <a:pt x="2128139" y="8762"/>
                  </a:lnTo>
                  <a:lnTo>
                    <a:pt x="2129028" y="8762"/>
                  </a:lnTo>
                  <a:lnTo>
                    <a:pt x="2130551" y="8762"/>
                  </a:lnTo>
                  <a:lnTo>
                    <a:pt x="2131314" y="10287"/>
                  </a:lnTo>
                  <a:lnTo>
                    <a:pt x="2132965" y="10287"/>
                  </a:lnTo>
                  <a:lnTo>
                    <a:pt x="2133726" y="10287"/>
                  </a:lnTo>
                  <a:lnTo>
                    <a:pt x="2134489" y="10287"/>
                  </a:lnTo>
                  <a:lnTo>
                    <a:pt x="2136140" y="11175"/>
                  </a:lnTo>
                  <a:lnTo>
                    <a:pt x="2136901" y="11175"/>
                  </a:lnTo>
                  <a:lnTo>
                    <a:pt x="2138553" y="11175"/>
                  </a:lnTo>
                  <a:lnTo>
                    <a:pt x="2140966" y="11937"/>
                  </a:lnTo>
                  <a:lnTo>
                    <a:pt x="2141728" y="11937"/>
                  </a:lnTo>
                  <a:lnTo>
                    <a:pt x="2143251" y="11937"/>
                  </a:lnTo>
                  <a:lnTo>
                    <a:pt x="2144903" y="13462"/>
                  </a:lnTo>
                  <a:lnTo>
                    <a:pt x="2146426" y="13462"/>
                  </a:lnTo>
                  <a:lnTo>
                    <a:pt x="2148840" y="14350"/>
                  </a:lnTo>
                  <a:lnTo>
                    <a:pt x="2149601" y="14350"/>
                  </a:lnTo>
                  <a:lnTo>
                    <a:pt x="2152015" y="15875"/>
                  </a:lnTo>
                  <a:lnTo>
                    <a:pt x="2154428" y="15875"/>
                  </a:lnTo>
                  <a:lnTo>
                    <a:pt x="2156841" y="16763"/>
                  </a:lnTo>
                  <a:lnTo>
                    <a:pt x="2157603" y="16763"/>
                  </a:lnTo>
                  <a:lnTo>
                    <a:pt x="2160016" y="18287"/>
                  </a:lnTo>
                  <a:lnTo>
                    <a:pt x="2161540" y="18287"/>
                  </a:lnTo>
                  <a:lnTo>
                    <a:pt x="2163953" y="19050"/>
                  </a:lnTo>
                  <a:lnTo>
                    <a:pt x="2164715" y="19050"/>
                  </a:lnTo>
                  <a:lnTo>
                    <a:pt x="2165476" y="20700"/>
                  </a:lnTo>
                  <a:lnTo>
                    <a:pt x="2167128" y="20700"/>
                  </a:lnTo>
                  <a:lnTo>
                    <a:pt x="2167890" y="20700"/>
                  </a:lnTo>
                  <a:lnTo>
                    <a:pt x="2169541" y="21462"/>
                  </a:lnTo>
                  <a:lnTo>
                    <a:pt x="2170303" y="21462"/>
                  </a:lnTo>
                  <a:lnTo>
                    <a:pt x="2171954" y="21462"/>
                  </a:lnTo>
                  <a:lnTo>
                    <a:pt x="2172716" y="22225"/>
                  </a:lnTo>
                  <a:lnTo>
                    <a:pt x="2173478" y="22225"/>
                  </a:lnTo>
                  <a:lnTo>
                    <a:pt x="2175129" y="22225"/>
                  </a:lnTo>
                  <a:lnTo>
                    <a:pt x="2175891" y="23875"/>
                  </a:lnTo>
                  <a:lnTo>
                    <a:pt x="2177415" y="23875"/>
                  </a:lnTo>
                  <a:lnTo>
                    <a:pt x="2178304" y="23875"/>
                  </a:lnTo>
                  <a:lnTo>
                    <a:pt x="2178304" y="24637"/>
                  </a:lnTo>
                  <a:lnTo>
                    <a:pt x="2179828" y="24637"/>
                  </a:lnTo>
                  <a:lnTo>
                    <a:pt x="2180590" y="26288"/>
                  </a:lnTo>
                  <a:lnTo>
                    <a:pt x="2182241" y="26288"/>
                  </a:lnTo>
                  <a:lnTo>
                    <a:pt x="2183003" y="27050"/>
                  </a:lnTo>
                  <a:lnTo>
                    <a:pt x="2183765" y="27050"/>
                  </a:lnTo>
                  <a:lnTo>
                    <a:pt x="2185416" y="28575"/>
                  </a:lnTo>
                  <a:lnTo>
                    <a:pt x="2187829" y="28575"/>
                  </a:lnTo>
                  <a:lnTo>
                    <a:pt x="2188591" y="29463"/>
                  </a:lnTo>
                  <a:lnTo>
                    <a:pt x="2190115" y="30987"/>
                  </a:lnTo>
                  <a:lnTo>
                    <a:pt x="2192528" y="30987"/>
                  </a:lnTo>
                  <a:lnTo>
                    <a:pt x="2193416" y="31750"/>
                  </a:lnTo>
                  <a:lnTo>
                    <a:pt x="2195703" y="32638"/>
                  </a:lnTo>
                  <a:lnTo>
                    <a:pt x="2196591" y="34162"/>
                  </a:lnTo>
                  <a:lnTo>
                    <a:pt x="2198878" y="34162"/>
                  </a:lnTo>
                  <a:lnTo>
                    <a:pt x="2200529" y="35051"/>
                  </a:lnTo>
                  <a:lnTo>
                    <a:pt x="2202941" y="36575"/>
                  </a:lnTo>
                  <a:lnTo>
                    <a:pt x="2203704" y="36575"/>
                  </a:lnTo>
                  <a:lnTo>
                    <a:pt x="2204466" y="37337"/>
                  </a:lnTo>
                  <a:lnTo>
                    <a:pt x="2206116" y="38988"/>
                  </a:lnTo>
                  <a:lnTo>
                    <a:pt x="2206879" y="38988"/>
                  </a:lnTo>
                  <a:lnTo>
                    <a:pt x="2208403" y="39750"/>
                  </a:lnTo>
                  <a:lnTo>
                    <a:pt x="2209291" y="39750"/>
                  </a:lnTo>
                  <a:lnTo>
                    <a:pt x="2210816" y="39750"/>
                  </a:lnTo>
                  <a:lnTo>
                    <a:pt x="2211578" y="40512"/>
                  </a:lnTo>
                  <a:lnTo>
                    <a:pt x="2213229" y="40512"/>
                  </a:lnTo>
                  <a:lnTo>
                    <a:pt x="2213229" y="42163"/>
                  </a:lnTo>
                  <a:lnTo>
                    <a:pt x="2213991" y="42163"/>
                  </a:lnTo>
                  <a:lnTo>
                    <a:pt x="2214753" y="42925"/>
                  </a:lnTo>
                  <a:lnTo>
                    <a:pt x="2216404" y="42925"/>
                  </a:lnTo>
                  <a:lnTo>
                    <a:pt x="2217166" y="42925"/>
                  </a:lnTo>
                  <a:lnTo>
                    <a:pt x="2217166" y="44576"/>
                  </a:lnTo>
                  <a:lnTo>
                    <a:pt x="2218816" y="44576"/>
                  </a:lnTo>
                  <a:lnTo>
                    <a:pt x="2219579" y="45338"/>
                  </a:lnTo>
                  <a:lnTo>
                    <a:pt x="2221230" y="45338"/>
                  </a:lnTo>
                  <a:lnTo>
                    <a:pt x="2221991" y="46862"/>
                  </a:lnTo>
                  <a:lnTo>
                    <a:pt x="2223516" y="46862"/>
                  </a:lnTo>
                  <a:lnTo>
                    <a:pt x="2224405" y="47751"/>
                  </a:lnTo>
                  <a:lnTo>
                    <a:pt x="2225166" y="47751"/>
                  </a:lnTo>
                  <a:lnTo>
                    <a:pt x="2226691" y="49275"/>
                  </a:lnTo>
                  <a:lnTo>
                    <a:pt x="2227580" y="49275"/>
                  </a:lnTo>
                  <a:lnTo>
                    <a:pt x="2229104" y="50164"/>
                  </a:lnTo>
                  <a:lnTo>
                    <a:pt x="2229866" y="50926"/>
                  </a:lnTo>
                  <a:lnTo>
                    <a:pt x="2231516" y="50926"/>
                  </a:lnTo>
                  <a:lnTo>
                    <a:pt x="2233930" y="52450"/>
                  </a:lnTo>
                  <a:lnTo>
                    <a:pt x="2234691" y="53339"/>
                  </a:lnTo>
                  <a:lnTo>
                    <a:pt x="2237105" y="54863"/>
                  </a:lnTo>
                  <a:lnTo>
                    <a:pt x="2237866" y="54863"/>
                  </a:lnTo>
                  <a:lnTo>
                    <a:pt x="2239391" y="55625"/>
                  </a:lnTo>
                  <a:lnTo>
                    <a:pt x="2240280" y="57276"/>
                  </a:lnTo>
                  <a:lnTo>
                    <a:pt x="2241804" y="57276"/>
                  </a:lnTo>
                  <a:lnTo>
                    <a:pt x="2242692" y="58038"/>
                  </a:lnTo>
                  <a:lnTo>
                    <a:pt x="2243455" y="58038"/>
                  </a:lnTo>
                  <a:lnTo>
                    <a:pt x="2244979" y="59689"/>
                  </a:lnTo>
                  <a:lnTo>
                    <a:pt x="2245867" y="59689"/>
                  </a:lnTo>
                  <a:lnTo>
                    <a:pt x="2247391" y="60451"/>
                  </a:lnTo>
                  <a:lnTo>
                    <a:pt x="2248154" y="61213"/>
                  </a:lnTo>
                  <a:lnTo>
                    <a:pt x="2249805" y="61213"/>
                  </a:lnTo>
                  <a:lnTo>
                    <a:pt x="2249805" y="62864"/>
                  </a:lnTo>
                  <a:lnTo>
                    <a:pt x="2250566" y="62864"/>
                  </a:lnTo>
                  <a:lnTo>
                    <a:pt x="2252217" y="62864"/>
                  </a:lnTo>
                  <a:lnTo>
                    <a:pt x="2252217" y="63626"/>
                  </a:lnTo>
                  <a:lnTo>
                    <a:pt x="2252980" y="63626"/>
                  </a:lnTo>
                  <a:lnTo>
                    <a:pt x="2253741" y="65277"/>
                  </a:lnTo>
                  <a:lnTo>
                    <a:pt x="2255392" y="65277"/>
                  </a:lnTo>
                  <a:lnTo>
                    <a:pt x="2256155" y="66039"/>
                  </a:lnTo>
                  <a:lnTo>
                    <a:pt x="2257679" y="66039"/>
                  </a:lnTo>
                  <a:lnTo>
                    <a:pt x="2257679" y="67563"/>
                  </a:lnTo>
                  <a:lnTo>
                    <a:pt x="2258567" y="67563"/>
                  </a:lnTo>
                  <a:lnTo>
                    <a:pt x="2260091" y="68452"/>
                  </a:lnTo>
                  <a:lnTo>
                    <a:pt x="2260854" y="69976"/>
                  </a:lnTo>
                  <a:lnTo>
                    <a:pt x="2262505" y="69976"/>
                  </a:lnTo>
                  <a:lnTo>
                    <a:pt x="2263266" y="70738"/>
                  </a:lnTo>
                  <a:lnTo>
                    <a:pt x="2264029" y="70738"/>
                  </a:lnTo>
                  <a:lnTo>
                    <a:pt x="2265680" y="71627"/>
                  </a:lnTo>
                  <a:lnTo>
                    <a:pt x="2266441" y="73151"/>
                  </a:lnTo>
                  <a:lnTo>
                    <a:pt x="2268092" y="73913"/>
                  </a:lnTo>
                  <a:lnTo>
                    <a:pt x="2268855" y="73913"/>
                  </a:lnTo>
                  <a:lnTo>
                    <a:pt x="2270506" y="75564"/>
                  </a:lnTo>
                  <a:lnTo>
                    <a:pt x="2271267" y="75564"/>
                  </a:lnTo>
                  <a:lnTo>
                    <a:pt x="2272791" y="76326"/>
                  </a:lnTo>
                  <a:lnTo>
                    <a:pt x="2273681" y="76326"/>
                  </a:lnTo>
                  <a:lnTo>
                    <a:pt x="2273681" y="77977"/>
                  </a:lnTo>
                  <a:lnTo>
                    <a:pt x="2274442" y="77977"/>
                  </a:lnTo>
                  <a:lnTo>
                    <a:pt x="2275966" y="78739"/>
                  </a:lnTo>
                  <a:lnTo>
                    <a:pt x="2276856" y="80263"/>
                  </a:lnTo>
                  <a:lnTo>
                    <a:pt x="2278380" y="80263"/>
                  </a:lnTo>
                  <a:lnTo>
                    <a:pt x="2279141" y="81152"/>
                  </a:lnTo>
                  <a:lnTo>
                    <a:pt x="2280792" y="81152"/>
                  </a:lnTo>
                  <a:lnTo>
                    <a:pt x="2280792" y="81914"/>
                  </a:lnTo>
                  <a:lnTo>
                    <a:pt x="2281555" y="83565"/>
                  </a:lnTo>
                  <a:lnTo>
                    <a:pt x="2283206" y="83565"/>
                  </a:lnTo>
                  <a:lnTo>
                    <a:pt x="2283206" y="84327"/>
                  </a:lnTo>
                  <a:lnTo>
                    <a:pt x="2283967" y="84327"/>
                  </a:lnTo>
                  <a:lnTo>
                    <a:pt x="2284730" y="84327"/>
                  </a:lnTo>
                  <a:lnTo>
                    <a:pt x="2284730" y="85851"/>
                  </a:lnTo>
                  <a:lnTo>
                    <a:pt x="2286381" y="85851"/>
                  </a:lnTo>
                  <a:lnTo>
                    <a:pt x="2286381" y="86740"/>
                  </a:lnTo>
                  <a:lnTo>
                    <a:pt x="2287142" y="86740"/>
                  </a:lnTo>
                  <a:lnTo>
                    <a:pt x="2288666" y="88264"/>
                  </a:lnTo>
                  <a:lnTo>
                    <a:pt x="2288666" y="89026"/>
                  </a:lnTo>
                  <a:lnTo>
                    <a:pt x="2289556" y="89026"/>
                  </a:lnTo>
                  <a:lnTo>
                    <a:pt x="2291080" y="90677"/>
                  </a:lnTo>
                  <a:lnTo>
                    <a:pt x="2291841" y="90677"/>
                  </a:lnTo>
                  <a:lnTo>
                    <a:pt x="2293492" y="91439"/>
                  </a:lnTo>
                  <a:lnTo>
                    <a:pt x="2294255" y="92201"/>
                  </a:lnTo>
                  <a:lnTo>
                    <a:pt x="2295143" y="93852"/>
                  </a:lnTo>
                  <a:lnTo>
                    <a:pt x="2296667" y="93852"/>
                  </a:lnTo>
                  <a:lnTo>
                    <a:pt x="2296667" y="94614"/>
                  </a:lnTo>
                  <a:lnTo>
                    <a:pt x="2297430" y="94614"/>
                  </a:lnTo>
                  <a:lnTo>
                    <a:pt x="2297430" y="96265"/>
                  </a:lnTo>
                  <a:lnTo>
                    <a:pt x="2299081" y="96265"/>
                  </a:lnTo>
                  <a:lnTo>
                    <a:pt x="2299842" y="97027"/>
                  </a:lnTo>
                  <a:lnTo>
                    <a:pt x="2301493" y="97027"/>
                  </a:lnTo>
                  <a:lnTo>
                    <a:pt x="2301493" y="98679"/>
                  </a:lnTo>
                  <a:lnTo>
                    <a:pt x="2302256" y="98679"/>
                  </a:lnTo>
                  <a:lnTo>
                    <a:pt x="2303780" y="99440"/>
                  </a:lnTo>
                  <a:lnTo>
                    <a:pt x="2304668" y="99440"/>
                  </a:lnTo>
                  <a:lnTo>
                    <a:pt x="2304668" y="100964"/>
                  </a:lnTo>
                  <a:lnTo>
                    <a:pt x="2305431" y="100964"/>
                  </a:lnTo>
                  <a:lnTo>
                    <a:pt x="2305431" y="101854"/>
                  </a:lnTo>
                  <a:lnTo>
                    <a:pt x="2306955" y="101854"/>
                  </a:lnTo>
                  <a:lnTo>
                    <a:pt x="2307843" y="102615"/>
                  </a:lnTo>
                  <a:lnTo>
                    <a:pt x="2309367" y="102615"/>
                  </a:lnTo>
                  <a:lnTo>
                    <a:pt x="2309367" y="104139"/>
                  </a:lnTo>
                  <a:lnTo>
                    <a:pt x="2310130" y="104139"/>
                  </a:lnTo>
                  <a:lnTo>
                    <a:pt x="2311781" y="105029"/>
                  </a:lnTo>
                  <a:lnTo>
                    <a:pt x="2312542" y="106552"/>
                  </a:lnTo>
                  <a:lnTo>
                    <a:pt x="2314193" y="106552"/>
                  </a:lnTo>
                  <a:lnTo>
                    <a:pt x="2314956" y="107314"/>
                  </a:lnTo>
                  <a:lnTo>
                    <a:pt x="2315717" y="108965"/>
                  </a:lnTo>
                  <a:lnTo>
                    <a:pt x="2317368" y="108965"/>
                  </a:lnTo>
                  <a:lnTo>
                    <a:pt x="2317368" y="109727"/>
                  </a:lnTo>
                  <a:lnTo>
                    <a:pt x="2318131" y="109727"/>
                  </a:lnTo>
                  <a:lnTo>
                    <a:pt x="2319782" y="111379"/>
                  </a:lnTo>
                  <a:lnTo>
                    <a:pt x="2320543" y="111379"/>
                  </a:lnTo>
                  <a:lnTo>
                    <a:pt x="2320543" y="112140"/>
                  </a:lnTo>
                  <a:lnTo>
                    <a:pt x="2322067" y="112140"/>
                  </a:lnTo>
                  <a:lnTo>
                    <a:pt x="2322067" y="112902"/>
                  </a:lnTo>
                  <a:lnTo>
                    <a:pt x="2322957" y="112902"/>
                  </a:lnTo>
                  <a:lnTo>
                    <a:pt x="2323718" y="114554"/>
                  </a:lnTo>
                  <a:lnTo>
                    <a:pt x="2325242" y="115315"/>
                  </a:lnTo>
                  <a:lnTo>
                    <a:pt x="2326132" y="116967"/>
                  </a:lnTo>
                  <a:lnTo>
                    <a:pt x="2327656" y="117729"/>
                  </a:lnTo>
                  <a:lnTo>
                    <a:pt x="2328417" y="119252"/>
                  </a:lnTo>
                  <a:lnTo>
                    <a:pt x="2330068" y="120142"/>
                  </a:lnTo>
                  <a:lnTo>
                    <a:pt x="2330068" y="121665"/>
                  </a:lnTo>
                  <a:lnTo>
                    <a:pt x="2330831" y="121665"/>
                  </a:lnTo>
                  <a:lnTo>
                    <a:pt x="2332482" y="122427"/>
                  </a:lnTo>
                  <a:lnTo>
                    <a:pt x="2333243" y="123317"/>
                  </a:lnTo>
                  <a:lnTo>
                    <a:pt x="2334006" y="124840"/>
                  </a:lnTo>
                  <a:lnTo>
                    <a:pt x="2335657" y="125602"/>
                  </a:lnTo>
                  <a:lnTo>
                    <a:pt x="2336418" y="127254"/>
                  </a:lnTo>
                  <a:lnTo>
                    <a:pt x="2337942" y="128015"/>
                  </a:lnTo>
                  <a:lnTo>
                    <a:pt x="2337942" y="129667"/>
                  </a:lnTo>
                  <a:lnTo>
                    <a:pt x="2338832" y="130429"/>
                  </a:lnTo>
                  <a:lnTo>
                    <a:pt x="2340356" y="131190"/>
                  </a:lnTo>
                  <a:lnTo>
                    <a:pt x="2341117" y="131190"/>
                  </a:lnTo>
                  <a:lnTo>
                    <a:pt x="2341117" y="132842"/>
                  </a:lnTo>
                  <a:lnTo>
                    <a:pt x="2342768" y="133604"/>
                  </a:lnTo>
                  <a:lnTo>
                    <a:pt x="2343531" y="133604"/>
                  </a:lnTo>
                  <a:lnTo>
                    <a:pt x="2343531" y="135255"/>
                  </a:lnTo>
                  <a:lnTo>
                    <a:pt x="2344419" y="136017"/>
                  </a:lnTo>
                  <a:lnTo>
                    <a:pt x="2345943" y="137540"/>
                  </a:lnTo>
                  <a:lnTo>
                    <a:pt x="2346706" y="138430"/>
                  </a:lnTo>
                  <a:lnTo>
                    <a:pt x="2348357" y="139954"/>
                  </a:lnTo>
                  <a:lnTo>
                    <a:pt x="2349118" y="140715"/>
                  </a:lnTo>
                  <a:lnTo>
                    <a:pt x="2349118" y="141605"/>
                  </a:lnTo>
                  <a:lnTo>
                    <a:pt x="2350769" y="141605"/>
                  </a:lnTo>
                  <a:lnTo>
                    <a:pt x="2350769" y="143129"/>
                  </a:lnTo>
                  <a:lnTo>
                    <a:pt x="2351532" y="143890"/>
                  </a:lnTo>
                  <a:lnTo>
                    <a:pt x="2353056" y="145542"/>
                  </a:lnTo>
                  <a:lnTo>
                    <a:pt x="2353944" y="146304"/>
                  </a:lnTo>
                  <a:lnTo>
                    <a:pt x="2354707" y="147955"/>
                  </a:lnTo>
                  <a:lnTo>
                    <a:pt x="2356231" y="148717"/>
                  </a:lnTo>
                  <a:lnTo>
                    <a:pt x="2357119" y="150368"/>
                  </a:lnTo>
                  <a:lnTo>
                    <a:pt x="2358643" y="151130"/>
                  </a:lnTo>
                  <a:lnTo>
                    <a:pt x="2359406" y="153543"/>
                  </a:lnTo>
                  <a:lnTo>
                    <a:pt x="2361057" y="154305"/>
                  </a:lnTo>
                  <a:lnTo>
                    <a:pt x="2361818" y="155829"/>
                  </a:lnTo>
                  <a:lnTo>
                    <a:pt x="2363469" y="158242"/>
                  </a:lnTo>
                  <a:lnTo>
                    <a:pt x="2364232" y="159004"/>
                  </a:lnTo>
                  <a:lnTo>
                    <a:pt x="2364993" y="160655"/>
                  </a:lnTo>
                  <a:lnTo>
                    <a:pt x="2366644" y="161417"/>
                  </a:lnTo>
                  <a:lnTo>
                    <a:pt x="2367407" y="162306"/>
                  </a:lnTo>
                  <a:lnTo>
                    <a:pt x="2369058" y="163830"/>
                  </a:lnTo>
                  <a:lnTo>
                    <a:pt x="2369058" y="164592"/>
                  </a:lnTo>
                  <a:lnTo>
                    <a:pt x="2369819" y="166243"/>
                  </a:lnTo>
                  <a:lnTo>
                    <a:pt x="2371343" y="167005"/>
                  </a:lnTo>
                  <a:lnTo>
                    <a:pt x="2372233" y="168656"/>
                  </a:lnTo>
                  <a:lnTo>
                    <a:pt x="2372233" y="169418"/>
                  </a:lnTo>
                  <a:lnTo>
                    <a:pt x="2373757" y="170942"/>
                  </a:lnTo>
                  <a:lnTo>
                    <a:pt x="2374518" y="171831"/>
                  </a:lnTo>
                  <a:lnTo>
                    <a:pt x="2375408" y="172593"/>
                  </a:lnTo>
                  <a:lnTo>
                    <a:pt x="2375408" y="174117"/>
                  </a:lnTo>
                  <a:lnTo>
                    <a:pt x="2376932" y="174117"/>
                  </a:lnTo>
                  <a:lnTo>
                    <a:pt x="2376932" y="175006"/>
                  </a:lnTo>
                  <a:lnTo>
                    <a:pt x="2377693" y="176530"/>
                  </a:lnTo>
                  <a:lnTo>
                    <a:pt x="2379344" y="177419"/>
                  </a:lnTo>
                  <a:lnTo>
                    <a:pt x="2379344" y="178943"/>
                  </a:lnTo>
                  <a:lnTo>
                    <a:pt x="2380107" y="178943"/>
                  </a:lnTo>
                  <a:lnTo>
                    <a:pt x="2381758" y="179705"/>
                  </a:lnTo>
                  <a:lnTo>
                    <a:pt x="2381758" y="181356"/>
                  </a:lnTo>
                  <a:lnTo>
                    <a:pt x="2382519" y="182118"/>
                  </a:lnTo>
                  <a:lnTo>
                    <a:pt x="2384043" y="184531"/>
                  </a:lnTo>
                  <a:lnTo>
                    <a:pt x="2384933" y="185293"/>
                  </a:lnTo>
                  <a:lnTo>
                    <a:pt x="2385694" y="186944"/>
                  </a:lnTo>
                  <a:lnTo>
                    <a:pt x="2387218" y="187706"/>
                  </a:lnTo>
                  <a:lnTo>
                    <a:pt x="2388108" y="190119"/>
                  </a:lnTo>
                  <a:lnTo>
                    <a:pt x="2389632" y="191643"/>
                  </a:lnTo>
                  <a:lnTo>
                    <a:pt x="2390393" y="193294"/>
                  </a:lnTo>
                  <a:lnTo>
                    <a:pt x="2392044" y="194818"/>
                  </a:lnTo>
                  <a:lnTo>
                    <a:pt x="2392807" y="197231"/>
                  </a:lnTo>
                  <a:lnTo>
                    <a:pt x="2394458" y="197993"/>
                  </a:lnTo>
                  <a:lnTo>
                    <a:pt x="2395219" y="200406"/>
                  </a:lnTo>
                  <a:lnTo>
                    <a:pt x="2395982" y="202056"/>
                  </a:lnTo>
                  <a:lnTo>
                    <a:pt x="2397633" y="202819"/>
                  </a:lnTo>
                  <a:lnTo>
                    <a:pt x="2397633" y="203581"/>
                  </a:lnTo>
                  <a:lnTo>
                    <a:pt x="2398394" y="205231"/>
                  </a:lnTo>
                  <a:lnTo>
                    <a:pt x="2400045" y="205994"/>
                  </a:lnTo>
                  <a:lnTo>
                    <a:pt x="2400808" y="207518"/>
                  </a:lnTo>
                  <a:lnTo>
                    <a:pt x="2400808" y="208406"/>
                  </a:lnTo>
                  <a:lnTo>
                    <a:pt x="2402332" y="209931"/>
                  </a:lnTo>
                  <a:lnTo>
                    <a:pt x="2403220" y="210819"/>
                  </a:lnTo>
                  <a:lnTo>
                    <a:pt x="2403220" y="211581"/>
                  </a:lnTo>
                  <a:lnTo>
                    <a:pt x="2403983" y="213106"/>
                  </a:lnTo>
                  <a:lnTo>
                    <a:pt x="2405507" y="213994"/>
                  </a:lnTo>
                  <a:lnTo>
                    <a:pt x="2406395" y="215519"/>
                  </a:lnTo>
                  <a:lnTo>
                    <a:pt x="2406395" y="216281"/>
                  </a:lnTo>
                  <a:lnTo>
                    <a:pt x="2407919" y="217931"/>
                  </a:lnTo>
                  <a:lnTo>
                    <a:pt x="2407919" y="218694"/>
                  </a:lnTo>
                  <a:lnTo>
                    <a:pt x="2408682" y="220344"/>
                  </a:lnTo>
                  <a:lnTo>
                    <a:pt x="2410333" y="221106"/>
                  </a:lnTo>
                  <a:lnTo>
                    <a:pt x="2411094" y="221869"/>
                  </a:lnTo>
                  <a:lnTo>
                    <a:pt x="2411094" y="223519"/>
                  </a:lnTo>
                  <a:lnTo>
                    <a:pt x="2412745" y="224281"/>
                  </a:lnTo>
                  <a:lnTo>
                    <a:pt x="2413508" y="225932"/>
                  </a:lnTo>
                  <a:lnTo>
                    <a:pt x="2414269" y="226694"/>
                  </a:lnTo>
                  <a:lnTo>
                    <a:pt x="2415920" y="229107"/>
                  </a:lnTo>
                  <a:lnTo>
                    <a:pt x="2416683" y="230631"/>
                  </a:lnTo>
                  <a:lnTo>
                    <a:pt x="2418207" y="232282"/>
                  </a:lnTo>
                  <a:lnTo>
                    <a:pt x="2419095" y="233806"/>
                  </a:lnTo>
                  <a:lnTo>
                    <a:pt x="2420619" y="236219"/>
                  </a:lnTo>
                  <a:lnTo>
                    <a:pt x="2423033" y="238632"/>
                  </a:lnTo>
                  <a:lnTo>
                    <a:pt x="2423794" y="239394"/>
                  </a:lnTo>
                  <a:lnTo>
                    <a:pt x="2424684" y="240919"/>
                  </a:lnTo>
                  <a:lnTo>
                    <a:pt x="2426208" y="242569"/>
                  </a:lnTo>
                  <a:lnTo>
                    <a:pt x="2426208" y="244220"/>
                  </a:lnTo>
                  <a:lnTo>
                    <a:pt x="2426969" y="244982"/>
                  </a:lnTo>
                  <a:lnTo>
                    <a:pt x="2428620" y="246506"/>
                  </a:lnTo>
                  <a:lnTo>
                    <a:pt x="2429383" y="247395"/>
                  </a:lnTo>
                  <a:lnTo>
                    <a:pt x="2429383" y="248919"/>
                  </a:lnTo>
                  <a:lnTo>
                    <a:pt x="2431034" y="249681"/>
                  </a:lnTo>
                  <a:lnTo>
                    <a:pt x="2431795" y="251332"/>
                  </a:lnTo>
                  <a:lnTo>
                    <a:pt x="2431795" y="252094"/>
                  </a:lnTo>
                  <a:lnTo>
                    <a:pt x="2433319" y="252856"/>
                  </a:lnTo>
                  <a:lnTo>
                    <a:pt x="2434209" y="254507"/>
                  </a:lnTo>
                  <a:lnTo>
                    <a:pt x="2434209" y="255269"/>
                  </a:lnTo>
                  <a:lnTo>
                    <a:pt x="2434970" y="256920"/>
                  </a:lnTo>
                  <a:lnTo>
                    <a:pt x="2434970" y="257682"/>
                  </a:lnTo>
                  <a:lnTo>
                    <a:pt x="2436494" y="257682"/>
                  </a:lnTo>
                  <a:lnTo>
                    <a:pt x="2436494" y="259333"/>
                  </a:lnTo>
                  <a:lnTo>
                    <a:pt x="2437384" y="260095"/>
                  </a:lnTo>
                  <a:lnTo>
                    <a:pt x="2437384" y="261619"/>
                  </a:lnTo>
                  <a:lnTo>
                    <a:pt x="2438908" y="262508"/>
                  </a:lnTo>
                  <a:lnTo>
                    <a:pt x="2439669" y="263270"/>
                  </a:lnTo>
                  <a:lnTo>
                    <a:pt x="2439669" y="264794"/>
                  </a:lnTo>
                  <a:lnTo>
                    <a:pt x="2441320" y="265683"/>
                  </a:lnTo>
                  <a:lnTo>
                    <a:pt x="2441320" y="267207"/>
                  </a:lnTo>
                  <a:lnTo>
                    <a:pt x="2442083" y="267969"/>
                  </a:lnTo>
                  <a:lnTo>
                    <a:pt x="2443734" y="269620"/>
                  </a:lnTo>
                  <a:lnTo>
                    <a:pt x="2443734" y="270382"/>
                  </a:lnTo>
                  <a:lnTo>
                    <a:pt x="2444495" y="272795"/>
                  </a:lnTo>
                </a:path>
                <a:path w="3161029" h="1470660">
                  <a:moveTo>
                    <a:pt x="1760219" y="545591"/>
                  </a:moveTo>
                  <a:lnTo>
                    <a:pt x="1760219" y="545591"/>
                  </a:lnTo>
                  <a:lnTo>
                    <a:pt x="2059050" y="545591"/>
                  </a:lnTo>
                  <a:lnTo>
                    <a:pt x="2061464" y="544829"/>
                  </a:lnTo>
                  <a:lnTo>
                    <a:pt x="2076576" y="544829"/>
                  </a:lnTo>
                  <a:lnTo>
                    <a:pt x="2078863" y="544068"/>
                  </a:lnTo>
                  <a:lnTo>
                    <a:pt x="2091689" y="544068"/>
                  </a:lnTo>
                  <a:lnTo>
                    <a:pt x="2092451" y="542416"/>
                  </a:lnTo>
                  <a:lnTo>
                    <a:pt x="2100325" y="542416"/>
                  </a:lnTo>
                  <a:lnTo>
                    <a:pt x="2101976" y="541654"/>
                  </a:lnTo>
                  <a:lnTo>
                    <a:pt x="2102739" y="541654"/>
                  </a:lnTo>
                  <a:lnTo>
                    <a:pt x="2103500" y="541654"/>
                  </a:lnTo>
                  <a:lnTo>
                    <a:pt x="2105914" y="541654"/>
                  </a:lnTo>
                  <a:lnTo>
                    <a:pt x="2107565" y="541654"/>
                  </a:lnTo>
                  <a:lnTo>
                    <a:pt x="2109850" y="540004"/>
                  </a:lnTo>
                  <a:lnTo>
                    <a:pt x="2110740" y="540004"/>
                  </a:lnTo>
                  <a:lnTo>
                    <a:pt x="2113025" y="540004"/>
                  </a:lnTo>
                  <a:lnTo>
                    <a:pt x="2113915" y="540004"/>
                  </a:lnTo>
                  <a:lnTo>
                    <a:pt x="2116328" y="540004"/>
                  </a:lnTo>
                  <a:lnTo>
                    <a:pt x="2117851" y="539241"/>
                  </a:lnTo>
                  <a:lnTo>
                    <a:pt x="2118614" y="539241"/>
                  </a:lnTo>
                  <a:lnTo>
                    <a:pt x="2120265" y="539241"/>
                  </a:lnTo>
                  <a:lnTo>
                    <a:pt x="2121026" y="539241"/>
                  </a:lnTo>
                  <a:lnTo>
                    <a:pt x="2122678" y="539241"/>
                  </a:lnTo>
                  <a:lnTo>
                    <a:pt x="2123440" y="537718"/>
                  </a:lnTo>
                  <a:lnTo>
                    <a:pt x="2129028" y="537718"/>
                  </a:lnTo>
                  <a:lnTo>
                    <a:pt x="2130551" y="536829"/>
                  </a:lnTo>
                  <a:lnTo>
                    <a:pt x="2131314" y="536829"/>
                  </a:lnTo>
                  <a:lnTo>
                    <a:pt x="2132965" y="536829"/>
                  </a:lnTo>
                  <a:lnTo>
                    <a:pt x="2133726" y="535304"/>
                  </a:lnTo>
                  <a:lnTo>
                    <a:pt x="2134489" y="535304"/>
                  </a:lnTo>
                  <a:lnTo>
                    <a:pt x="2136140" y="535304"/>
                  </a:lnTo>
                  <a:lnTo>
                    <a:pt x="2136901" y="535304"/>
                  </a:lnTo>
                  <a:lnTo>
                    <a:pt x="2138553" y="534543"/>
                  </a:lnTo>
                  <a:lnTo>
                    <a:pt x="2140966" y="534543"/>
                  </a:lnTo>
                  <a:lnTo>
                    <a:pt x="2141728" y="534543"/>
                  </a:lnTo>
                  <a:lnTo>
                    <a:pt x="2143251" y="533654"/>
                  </a:lnTo>
                  <a:lnTo>
                    <a:pt x="2144903" y="533654"/>
                  </a:lnTo>
                  <a:lnTo>
                    <a:pt x="2146426" y="532129"/>
                  </a:lnTo>
                  <a:lnTo>
                    <a:pt x="2148840" y="532129"/>
                  </a:lnTo>
                  <a:lnTo>
                    <a:pt x="2149601" y="531368"/>
                  </a:lnTo>
                  <a:lnTo>
                    <a:pt x="2152015" y="531368"/>
                  </a:lnTo>
                  <a:lnTo>
                    <a:pt x="2154428" y="529716"/>
                  </a:lnTo>
                  <a:lnTo>
                    <a:pt x="2156841" y="529716"/>
                  </a:lnTo>
                  <a:lnTo>
                    <a:pt x="2157603" y="528954"/>
                  </a:lnTo>
                  <a:lnTo>
                    <a:pt x="2160016" y="528954"/>
                  </a:lnTo>
                  <a:lnTo>
                    <a:pt x="2161540" y="527304"/>
                  </a:lnTo>
                  <a:lnTo>
                    <a:pt x="2163953" y="527304"/>
                  </a:lnTo>
                  <a:lnTo>
                    <a:pt x="2164715" y="526541"/>
                  </a:lnTo>
                  <a:lnTo>
                    <a:pt x="2165476" y="526541"/>
                  </a:lnTo>
                  <a:lnTo>
                    <a:pt x="2167128" y="525018"/>
                  </a:lnTo>
                  <a:lnTo>
                    <a:pt x="2167890" y="525018"/>
                  </a:lnTo>
                  <a:lnTo>
                    <a:pt x="2169541" y="525018"/>
                  </a:lnTo>
                  <a:lnTo>
                    <a:pt x="2170303" y="524128"/>
                  </a:lnTo>
                  <a:lnTo>
                    <a:pt x="2171954" y="524128"/>
                  </a:lnTo>
                  <a:lnTo>
                    <a:pt x="2172716" y="524128"/>
                  </a:lnTo>
                  <a:lnTo>
                    <a:pt x="2173478" y="523366"/>
                  </a:lnTo>
                  <a:lnTo>
                    <a:pt x="2175129" y="523366"/>
                  </a:lnTo>
                  <a:lnTo>
                    <a:pt x="2175891" y="523366"/>
                  </a:lnTo>
                  <a:lnTo>
                    <a:pt x="2177415" y="521843"/>
                  </a:lnTo>
                  <a:lnTo>
                    <a:pt x="2178304" y="521843"/>
                  </a:lnTo>
                  <a:lnTo>
                    <a:pt x="2178304" y="520953"/>
                  </a:lnTo>
                  <a:lnTo>
                    <a:pt x="2179828" y="520953"/>
                  </a:lnTo>
                  <a:lnTo>
                    <a:pt x="2180590" y="520953"/>
                  </a:lnTo>
                  <a:lnTo>
                    <a:pt x="2182241" y="519429"/>
                  </a:lnTo>
                  <a:lnTo>
                    <a:pt x="2183003" y="519429"/>
                  </a:lnTo>
                  <a:lnTo>
                    <a:pt x="2183765" y="518668"/>
                  </a:lnTo>
                  <a:lnTo>
                    <a:pt x="2185416" y="518668"/>
                  </a:lnTo>
                  <a:lnTo>
                    <a:pt x="2187829" y="517016"/>
                  </a:lnTo>
                  <a:lnTo>
                    <a:pt x="2188591" y="516254"/>
                  </a:lnTo>
                  <a:lnTo>
                    <a:pt x="2190115" y="516254"/>
                  </a:lnTo>
                  <a:lnTo>
                    <a:pt x="2192528" y="514603"/>
                  </a:lnTo>
                  <a:lnTo>
                    <a:pt x="2193416" y="513841"/>
                  </a:lnTo>
                  <a:lnTo>
                    <a:pt x="2195703" y="513841"/>
                  </a:lnTo>
                  <a:lnTo>
                    <a:pt x="2196591" y="513079"/>
                  </a:lnTo>
                  <a:lnTo>
                    <a:pt x="2198878" y="511428"/>
                  </a:lnTo>
                  <a:lnTo>
                    <a:pt x="2200529" y="510666"/>
                  </a:lnTo>
                  <a:lnTo>
                    <a:pt x="2202941" y="510666"/>
                  </a:lnTo>
                  <a:lnTo>
                    <a:pt x="2203704" y="509143"/>
                  </a:lnTo>
                  <a:lnTo>
                    <a:pt x="2204466" y="508253"/>
                  </a:lnTo>
                  <a:lnTo>
                    <a:pt x="2206116" y="508253"/>
                  </a:lnTo>
                  <a:lnTo>
                    <a:pt x="2206879" y="506729"/>
                  </a:lnTo>
                  <a:lnTo>
                    <a:pt x="2208403" y="506729"/>
                  </a:lnTo>
                  <a:lnTo>
                    <a:pt x="2209291" y="505968"/>
                  </a:lnTo>
                  <a:lnTo>
                    <a:pt x="2210816" y="505968"/>
                  </a:lnTo>
                  <a:lnTo>
                    <a:pt x="2211578" y="505968"/>
                  </a:lnTo>
                  <a:lnTo>
                    <a:pt x="2213229" y="504316"/>
                  </a:lnTo>
                  <a:lnTo>
                    <a:pt x="2213991" y="503554"/>
                  </a:lnTo>
                  <a:lnTo>
                    <a:pt x="2214753" y="503554"/>
                  </a:lnTo>
                  <a:lnTo>
                    <a:pt x="2216404" y="502793"/>
                  </a:lnTo>
                  <a:lnTo>
                    <a:pt x="2217166" y="502793"/>
                  </a:lnTo>
                  <a:lnTo>
                    <a:pt x="2218816" y="501141"/>
                  </a:lnTo>
                  <a:lnTo>
                    <a:pt x="2219579" y="501141"/>
                  </a:lnTo>
                  <a:lnTo>
                    <a:pt x="2221230" y="500379"/>
                  </a:lnTo>
                  <a:lnTo>
                    <a:pt x="2221991" y="500379"/>
                  </a:lnTo>
                  <a:lnTo>
                    <a:pt x="2223516" y="498856"/>
                  </a:lnTo>
                  <a:lnTo>
                    <a:pt x="2224405" y="498856"/>
                  </a:lnTo>
                  <a:lnTo>
                    <a:pt x="2225166" y="497966"/>
                  </a:lnTo>
                  <a:lnTo>
                    <a:pt x="2226691" y="497966"/>
                  </a:lnTo>
                  <a:lnTo>
                    <a:pt x="2227580" y="496443"/>
                  </a:lnTo>
                  <a:lnTo>
                    <a:pt x="2229104" y="495681"/>
                  </a:lnTo>
                  <a:lnTo>
                    <a:pt x="2229866" y="495681"/>
                  </a:lnTo>
                  <a:lnTo>
                    <a:pt x="2231516" y="494029"/>
                  </a:lnTo>
                  <a:lnTo>
                    <a:pt x="2233930" y="493268"/>
                  </a:lnTo>
                  <a:lnTo>
                    <a:pt x="2234691" y="492506"/>
                  </a:lnTo>
                  <a:lnTo>
                    <a:pt x="2237105" y="490854"/>
                  </a:lnTo>
                  <a:lnTo>
                    <a:pt x="2237866" y="490854"/>
                  </a:lnTo>
                  <a:lnTo>
                    <a:pt x="2239391" y="490093"/>
                  </a:lnTo>
                  <a:lnTo>
                    <a:pt x="2240280" y="488441"/>
                  </a:lnTo>
                  <a:lnTo>
                    <a:pt x="2241804" y="488441"/>
                  </a:lnTo>
                  <a:lnTo>
                    <a:pt x="2242692" y="487679"/>
                  </a:lnTo>
                  <a:lnTo>
                    <a:pt x="2243455" y="487679"/>
                  </a:lnTo>
                  <a:lnTo>
                    <a:pt x="2244979" y="486156"/>
                  </a:lnTo>
                  <a:lnTo>
                    <a:pt x="2245867" y="486156"/>
                  </a:lnTo>
                  <a:lnTo>
                    <a:pt x="2247391" y="485266"/>
                  </a:lnTo>
                  <a:lnTo>
                    <a:pt x="2248154" y="485266"/>
                  </a:lnTo>
                  <a:lnTo>
                    <a:pt x="2249805" y="483743"/>
                  </a:lnTo>
                  <a:lnTo>
                    <a:pt x="2250566" y="482981"/>
                  </a:lnTo>
                  <a:lnTo>
                    <a:pt x="2252217" y="482981"/>
                  </a:lnTo>
                  <a:lnTo>
                    <a:pt x="2252980" y="482091"/>
                  </a:lnTo>
                  <a:lnTo>
                    <a:pt x="2253741" y="482091"/>
                  </a:lnTo>
                  <a:lnTo>
                    <a:pt x="2253741" y="480568"/>
                  </a:lnTo>
                  <a:lnTo>
                    <a:pt x="2255392" y="480568"/>
                  </a:lnTo>
                  <a:lnTo>
                    <a:pt x="2256155" y="479806"/>
                  </a:lnTo>
                  <a:lnTo>
                    <a:pt x="2257679" y="479806"/>
                  </a:lnTo>
                  <a:lnTo>
                    <a:pt x="2258567" y="478154"/>
                  </a:lnTo>
                  <a:lnTo>
                    <a:pt x="2260091" y="477393"/>
                  </a:lnTo>
                  <a:lnTo>
                    <a:pt x="2260854" y="477393"/>
                  </a:lnTo>
                  <a:lnTo>
                    <a:pt x="2262505" y="475741"/>
                  </a:lnTo>
                  <a:lnTo>
                    <a:pt x="2263266" y="475741"/>
                  </a:lnTo>
                  <a:lnTo>
                    <a:pt x="2264029" y="474979"/>
                  </a:lnTo>
                  <a:lnTo>
                    <a:pt x="2265680" y="473456"/>
                  </a:lnTo>
                  <a:lnTo>
                    <a:pt x="2266441" y="472566"/>
                  </a:lnTo>
                  <a:lnTo>
                    <a:pt x="2268092" y="472566"/>
                  </a:lnTo>
                  <a:lnTo>
                    <a:pt x="2268855" y="471804"/>
                  </a:lnTo>
                  <a:lnTo>
                    <a:pt x="2270506" y="471804"/>
                  </a:lnTo>
                  <a:lnTo>
                    <a:pt x="2271267" y="470281"/>
                  </a:lnTo>
                  <a:lnTo>
                    <a:pt x="2272791" y="469391"/>
                  </a:lnTo>
                  <a:lnTo>
                    <a:pt x="2273681" y="469391"/>
                  </a:lnTo>
                  <a:lnTo>
                    <a:pt x="2273681" y="467868"/>
                  </a:lnTo>
                  <a:lnTo>
                    <a:pt x="2274442" y="467868"/>
                  </a:lnTo>
                  <a:lnTo>
                    <a:pt x="2275966" y="467106"/>
                  </a:lnTo>
                  <a:lnTo>
                    <a:pt x="2276856" y="467106"/>
                  </a:lnTo>
                  <a:lnTo>
                    <a:pt x="2276856" y="465454"/>
                  </a:lnTo>
                  <a:lnTo>
                    <a:pt x="2278380" y="465454"/>
                  </a:lnTo>
                  <a:lnTo>
                    <a:pt x="2279141" y="465454"/>
                  </a:lnTo>
                  <a:lnTo>
                    <a:pt x="2279141" y="464693"/>
                  </a:lnTo>
                  <a:lnTo>
                    <a:pt x="2280792" y="464693"/>
                  </a:lnTo>
                  <a:lnTo>
                    <a:pt x="2280792" y="463931"/>
                  </a:lnTo>
                  <a:lnTo>
                    <a:pt x="2281555" y="463931"/>
                  </a:lnTo>
                  <a:lnTo>
                    <a:pt x="2281555" y="462279"/>
                  </a:lnTo>
                  <a:lnTo>
                    <a:pt x="2283206" y="462279"/>
                  </a:lnTo>
                  <a:lnTo>
                    <a:pt x="2283967" y="461518"/>
                  </a:lnTo>
                  <a:lnTo>
                    <a:pt x="2284730" y="461518"/>
                  </a:lnTo>
                  <a:lnTo>
                    <a:pt x="2284730" y="459866"/>
                  </a:lnTo>
                  <a:lnTo>
                    <a:pt x="2286381" y="459866"/>
                  </a:lnTo>
                  <a:lnTo>
                    <a:pt x="2286381" y="459104"/>
                  </a:lnTo>
                  <a:lnTo>
                    <a:pt x="2287142" y="459104"/>
                  </a:lnTo>
                  <a:lnTo>
                    <a:pt x="2288666" y="457581"/>
                  </a:lnTo>
                  <a:lnTo>
                    <a:pt x="2289556" y="456691"/>
                  </a:lnTo>
                  <a:lnTo>
                    <a:pt x="2291080" y="456691"/>
                  </a:lnTo>
                  <a:lnTo>
                    <a:pt x="2291841" y="455168"/>
                  </a:lnTo>
                  <a:lnTo>
                    <a:pt x="2293492" y="454406"/>
                  </a:lnTo>
                  <a:lnTo>
                    <a:pt x="2294255" y="453644"/>
                  </a:lnTo>
                  <a:lnTo>
                    <a:pt x="2295143" y="453644"/>
                  </a:lnTo>
                  <a:lnTo>
                    <a:pt x="2296667" y="451993"/>
                  </a:lnTo>
                  <a:lnTo>
                    <a:pt x="2297430" y="451231"/>
                  </a:lnTo>
                  <a:lnTo>
                    <a:pt x="2299081" y="449579"/>
                  </a:lnTo>
                  <a:lnTo>
                    <a:pt x="2299842" y="449579"/>
                  </a:lnTo>
                  <a:lnTo>
                    <a:pt x="2299842" y="448818"/>
                  </a:lnTo>
                  <a:lnTo>
                    <a:pt x="2301493" y="448818"/>
                  </a:lnTo>
                  <a:lnTo>
                    <a:pt x="2302256" y="447294"/>
                  </a:lnTo>
                  <a:lnTo>
                    <a:pt x="2303780" y="447294"/>
                  </a:lnTo>
                  <a:lnTo>
                    <a:pt x="2303780" y="446404"/>
                  </a:lnTo>
                  <a:lnTo>
                    <a:pt x="2304668" y="446404"/>
                  </a:lnTo>
                  <a:lnTo>
                    <a:pt x="2304668" y="444881"/>
                  </a:lnTo>
                  <a:lnTo>
                    <a:pt x="2305431" y="444881"/>
                  </a:lnTo>
                  <a:lnTo>
                    <a:pt x="2306955" y="444119"/>
                  </a:lnTo>
                  <a:lnTo>
                    <a:pt x="2307843" y="444119"/>
                  </a:lnTo>
                  <a:lnTo>
                    <a:pt x="2309367" y="443229"/>
                  </a:lnTo>
                  <a:lnTo>
                    <a:pt x="2310130" y="441706"/>
                  </a:lnTo>
                  <a:lnTo>
                    <a:pt x="2311781" y="440944"/>
                  </a:lnTo>
                  <a:lnTo>
                    <a:pt x="2312542" y="440944"/>
                  </a:lnTo>
                  <a:lnTo>
                    <a:pt x="2314193" y="439293"/>
                  </a:lnTo>
                  <a:lnTo>
                    <a:pt x="2314956" y="439293"/>
                  </a:lnTo>
                  <a:lnTo>
                    <a:pt x="2314956" y="438531"/>
                  </a:lnTo>
                  <a:lnTo>
                    <a:pt x="2315717" y="438531"/>
                  </a:lnTo>
                  <a:lnTo>
                    <a:pt x="2317368" y="436879"/>
                  </a:lnTo>
                  <a:lnTo>
                    <a:pt x="2318131" y="436118"/>
                  </a:lnTo>
                  <a:lnTo>
                    <a:pt x="2319782" y="436118"/>
                  </a:lnTo>
                  <a:lnTo>
                    <a:pt x="2319782" y="434594"/>
                  </a:lnTo>
                  <a:lnTo>
                    <a:pt x="2320543" y="434594"/>
                  </a:lnTo>
                  <a:lnTo>
                    <a:pt x="2322067" y="433704"/>
                  </a:lnTo>
                  <a:lnTo>
                    <a:pt x="2322957" y="432943"/>
                  </a:lnTo>
                  <a:lnTo>
                    <a:pt x="2323718" y="432943"/>
                  </a:lnTo>
                  <a:lnTo>
                    <a:pt x="2323718" y="431419"/>
                  </a:lnTo>
                  <a:lnTo>
                    <a:pt x="2325242" y="431419"/>
                  </a:lnTo>
                  <a:lnTo>
                    <a:pt x="2325242" y="430529"/>
                  </a:lnTo>
                  <a:lnTo>
                    <a:pt x="2326132" y="430529"/>
                  </a:lnTo>
                  <a:lnTo>
                    <a:pt x="2326132" y="429006"/>
                  </a:lnTo>
                  <a:lnTo>
                    <a:pt x="2327656" y="429006"/>
                  </a:lnTo>
                  <a:lnTo>
                    <a:pt x="2327656" y="428244"/>
                  </a:lnTo>
                  <a:lnTo>
                    <a:pt x="2328417" y="426593"/>
                  </a:lnTo>
                  <a:lnTo>
                    <a:pt x="2330068" y="426593"/>
                  </a:lnTo>
                  <a:lnTo>
                    <a:pt x="2330068" y="425831"/>
                  </a:lnTo>
                  <a:lnTo>
                    <a:pt x="2330831" y="424179"/>
                  </a:lnTo>
                  <a:lnTo>
                    <a:pt x="2332482" y="423418"/>
                  </a:lnTo>
                  <a:lnTo>
                    <a:pt x="2333243" y="422656"/>
                  </a:lnTo>
                  <a:lnTo>
                    <a:pt x="2334006" y="421004"/>
                  </a:lnTo>
                  <a:lnTo>
                    <a:pt x="2335657" y="420243"/>
                  </a:lnTo>
                  <a:lnTo>
                    <a:pt x="2336418" y="418719"/>
                  </a:lnTo>
                  <a:lnTo>
                    <a:pt x="2337942" y="417829"/>
                  </a:lnTo>
                  <a:lnTo>
                    <a:pt x="2337942" y="416306"/>
                  </a:lnTo>
                  <a:lnTo>
                    <a:pt x="2338832" y="416306"/>
                  </a:lnTo>
                  <a:lnTo>
                    <a:pt x="2340356" y="415544"/>
                  </a:lnTo>
                  <a:lnTo>
                    <a:pt x="2341117" y="413893"/>
                  </a:lnTo>
                  <a:lnTo>
                    <a:pt x="2341117" y="413131"/>
                  </a:lnTo>
                  <a:lnTo>
                    <a:pt x="2342768" y="413131"/>
                  </a:lnTo>
                  <a:lnTo>
                    <a:pt x="2343531" y="412369"/>
                  </a:lnTo>
                  <a:lnTo>
                    <a:pt x="2343531" y="410718"/>
                  </a:lnTo>
                  <a:lnTo>
                    <a:pt x="2344419" y="410718"/>
                  </a:lnTo>
                  <a:lnTo>
                    <a:pt x="2344419" y="409956"/>
                  </a:lnTo>
                  <a:lnTo>
                    <a:pt x="2345943" y="408431"/>
                  </a:lnTo>
                  <a:lnTo>
                    <a:pt x="2346706" y="407543"/>
                  </a:lnTo>
                  <a:lnTo>
                    <a:pt x="2348357" y="407543"/>
                  </a:lnTo>
                  <a:lnTo>
                    <a:pt x="2348357" y="406019"/>
                  </a:lnTo>
                  <a:lnTo>
                    <a:pt x="2349118" y="405256"/>
                  </a:lnTo>
                  <a:lnTo>
                    <a:pt x="2350769" y="403606"/>
                  </a:lnTo>
                  <a:lnTo>
                    <a:pt x="2350769" y="402844"/>
                  </a:lnTo>
                  <a:lnTo>
                    <a:pt x="2351532" y="402844"/>
                  </a:lnTo>
                  <a:lnTo>
                    <a:pt x="2353056" y="402081"/>
                  </a:lnTo>
                  <a:lnTo>
                    <a:pt x="2353056" y="400431"/>
                  </a:lnTo>
                  <a:lnTo>
                    <a:pt x="2353944" y="399669"/>
                  </a:lnTo>
                  <a:lnTo>
                    <a:pt x="2354707" y="398018"/>
                  </a:lnTo>
                  <a:lnTo>
                    <a:pt x="2356231" y="397256"/>
                  </a:lnTo>
                  <a:lnTo>
                    <a:pt x="2357119" y="395731"/>
                  </a:lnTo>
                  <a:lnTo>
                    <a:pt x="2358643" y="394843"/>
                  </a:lnTo>
                  <a:lnTo>
                    <a:pt x="2359406" y="393319"/>
                  </a:lnTo>
                  <a:lnTo>
                    <a:pt x="2361057" y="391668"/>
                  </a:lnTo>
                  <a:lnTo>
                    <a:pt x="2361818" y="390144"/>
                  </a:lnTo>
                  <a:lnTo>
                    <a:pt x="2363469" y="389381"/>
                  </a:lnTo>
                  <a:lnTo>
                    <a:pt x="2364232" y="386969"/>
                  </a:lnTo>
                  <a:lnTo>
                    <a:pt x="2364993" y="385318"/>
                  </a:lnTo>
                  <a:lnTo>
                    <a:pt x="2366644" y="384556"/>
                  </a:lnTo>
                  <a:lnTo>
                    <a:pt x="2367407" y="383794"/>
                  </a:lnTo>
                  <a:lnTo>
                    <a:pt x="2369058" y="382143"/>
                  </a:lnTo>
                  <a:lnTo>
                    <a:pt x="2369058" y="381381"/>
                  </a:lnTo>
                  <a:lnTo>
                    <a:pt x="2369819" y="379856"/>
                  </a:lnTo>
                  <a:lnTo>
                    <a:pt x="2371343" y="378968"/>
                  </a:lnTo>
                  <a:lnTo>
                    <a:pt x="2372233" y="377444"/>
                  </a:lnTo>
                  <a:lnTo>
                    <a:pt x="2373757" y="376681"/>
                  </a:lnTo>
                  <a:lnTo>
                    <a:pt x="2373757" y="375031"/>
                  </a:lnTo>
                  <a:lnTo>
                    <a:pt x="2374518" y="374269"/>
                  </a:lnTo>
                  <a:lnTo>
                    <a:pt x="2375408" y="373506"/>
                  </a:lnTo>
                  <a:lnTo>
                    <a:pt x="2376932" y="371856"/>
                  </a:lnTo>
                  <a:lnTo>
                    <a:pt x="2376932" y="371094"/>
                  </a:lnTo>
                  <a:lnTo>
                    <a:pt x="2377693" y="369443"/>
                  </a:lnTo>
                  <a:lnTo>
                    <a:pt x="2379344" y="369443"/>
                  </a:lnTo>
                  <a:lnTo>
                    <a:pt x="2379344" y="368681"/>
                  </a:lnTo>
                  <a:lnTo>
                    <a:pt x="2380107" y="367156"/>
                  </a:lnTo>
                  <a:lnTo>
                    <a:pt x="2381758" y="366268"/>
                  </a:lnTo>
                  <a:lnTo>
                    <a:pt x="2381758" y="364744"/>
                  </a:lnTo>
                  <a:lnTo>
                    <a:pt x="2382519" y="363981"/>
                  </a:lnTo>
                  <a:lnTo>
                    <a:pt x="2384043" y="363219"/>
                  </a:lnTo>
                  <a:lnTo>
                    <a:pt x="2384933" y="361569"/>
                  </a:lnTo>
                  <a:lnTo>
                    <a:pt x="2385694" y="359156"/>
                  </a:lnTo>
                  <a:lnTo>
                    <a:pt x="2387218" y="358394"/>
                  </a:lnTo>
                  <a:lnTo>
                    <a:pt x="2388108" y="356869"/>
                  </a:lnTo>
                  <a:lnTo>
                    <a:pt x="2389632" y="354456"/>
                  </a:lnTo>
                  <a:lnTo>
                    <a:pt x="2390393" y="353694"/>
                  </a:lnTo>
                  <a:lnTo>
                    <a:pt x="2392044" y="351281"/>
                  </a:lnTo>
                  <a:lnTo>
                    <a:pt x="2392807" y="350519"/>
                  </a:lnTo>
                  <a:lnTo>
                    <a:pt x="2394458" y="348106"/>
                  </a:lnTo>
                  <a:lnTo>
                    <a:pt x="2395219" y="346456"/>
                  </a:lnTo>
                  <a:lnTo>
                    <a:pt x="2395982" y="345694"/>
                  </a:lnTo>
                  <a:lnTo>
                    <a:pt x="2397633" y="343281"/>
                  </a:lnTo>
                  <a:lnTo>
                    <a:pt x="2397633" y="342519"/>
                  </a:lnTo>
                  <a:lnTo>
                    <a:pt x="2398394" y="340994"/>
                  </a:lnTo>
                  <a:lnTo>
                    <a:pt x="2400045" y="340106"/>
                  </a:lnTo>
                  <a:lnTo>
                    <a:pt x="2400808" y="338581"/>
                  </a:lnTo>
                  <a:lnTo>
                    <a:pt x="2400808" y="337819"/>
                  </a:lnTo>
                  <a:lnTo>
                    <a:pt x="2402332" y="336169"/>
                  </a:lnTo>
                  <a:lnTo>
                    <a:pt x="2403220" y="336169"/>
                  </a:lnTo>
                  <a:lnTo>
                    <a:pt x="2403220" y="335406"/>
                  </a:lnTo>
                  <a:lnTo>
                    <a:pt x="2403983" y="333756"/>
                  </a:lnTo>
                  <a:lnTo>
                    <a:pt x="2403983" y="332994"/>
                  </a:lnTo>
                  <a:lnTo>
                    <a:pt x="2405507" y="332231"/>
                  </a:lnTo>
                  <a:lnTo>
                    <a:pt x="2406395" y="330581"/>
                  </a:lnTo>
                  <a:lnTo>
                    <a:pt x="2406395" y="329819"/>
                  </a:lnTo>
                  <a:lnTo>
                    <a:pt x="2407919" y="329819"/>
                  </a:lnTo>
                  <a:lnTo>
                    <a:pt x="2407919" y="328294"/>
                  </a:lnTo>
                  <a:lnTo>
                    <a:pt x="2408682" y="327406"/>
                  </a:lnTo>
                  <a:lnTo>
                    <a:pt x="2410333" y="325881"/>
                  </a:lnTo>
                  <a:lnTo>
                    <a:pt x="2411094" y="325119"/>
                  </a:lnTo>
                  <a:lnTo>
                    <a:pt x="2411094" y="323469"/>
                  </a:lnTo>
                  <a:lnTo>
                    <a:pt x="2412745" y="321944"/>
                  </a:lnTo>
                  <a:lnTo>
                    <a:pt x="2413508" y="320294"/>
                  </a:lnTo>
                  <a:lnTo>
                    <a:pt x="2414269" y="319531"/>
                  </a:lnTo>
                  <a:lnTo>
                    <a:pt x="2415920" y="318007"/>
                  </a:lnTo>
                  <a:lnTo>
                    <a:pt x="2416683" y="315594"/>
                  </a:lnTo>
                  <a:lnTo>
                    <a:pt x="2418207" y="314832"/>
                  </a:lnTo>
                  <a:lnTo>
                    <a:pt x="2419095" y="312419"/>
                  </a:lnTo>
                  <a:lnTo>
                    <a:pt x="2420619" y="310006"/>
                  </a:lnTo>
                  <a:lnTo>
                    <a:pt x="2423033" y="309244"/>
                  </a:lnTo>
                  <a:lnTo>
                    <a:pt x="2423794" y="306831"/>
                  </a:lnTo>
                  <a:lnTo>
                    <a:pt x="2424684" y="305307"/>
                  </a:lnTo>
                  <a:lnTo>
                    <a:pt x="2426208" y="304419"/>
                  </a:lnTo>
                  <a:lnTo>
                    <a:pt x="2426208" y="302132"/>
                  </a:lnTo>
                  <a:lnTo>
                    <a:pt x="2426969" y="301244"/>
                  </a:lnTo>
                  <a:lnTo>
                    <a:pt x="2428620" y="299719"/>
                  </a:lnTo>
                  <a:lnTo>
                    <a:pt x="2429383" y="298957"/>
                  </a:lnTo>
                  <a:lnTo>
                    <a:pt x="2429383" y="297306"/>
                  </a:lnTo>
                  <a:lnTo>
                    <a:pt x="2431034" y="296544"/>
                  </a:lnTo>
                  <a:lnTo>
                    <a:pt x="2431795" y="294894"/>
                  </a:lnTo>
                  <a:lnTo>
                    <a:pt x="2433319" y="294131"/>
                  </a:lnTo>
                  <a:lnTo>
                    <a:pt x="2433319" y="293369"/>
                  </a:lnTo>
                  <a:lnTo>
                    <a:pt x="2434209" y="291719"/>
                  </a:lnTo>
                  <a:lnTo>
                    <a:pt x="2434209" y="290956"/>
                  </a:lnTo>
                  <a:lnTo>
                    <a:pt x="2434970" y="290956"/>
                  </a:lnTo>
                  <a:lnTo>
                    <a:pt x="2434970" y="289432"/>
                  </a:lnTo>
                  <a:lnTo>
                    <a:pt x="2436494" y="288544"/>
                  </a:lnTo>
                  <a:lnTo>
                    <a:pt x="2436494" y="287019"/>
                  </a:lnTo>
                  <a:lnTo>
                    <a:pt x="2437384" y="287019"/>
                  </a:lnTo>
                  <a:lnTo>
                    <a:pt x="2437384" y="286257"/>
                  </a:lnTo>
                  <a:lnTo>
                    <a:pt x="2438908" y="284606"/>
                  </a:lnTo>
                  <a:lnTo>
                    <a:pt x="2439669" y="283844"/>
                  </a:lnTo>
                  <a:lnTo>
                    <a:pt x="2439669" y="283082"/>
                  </a:lnTo>
                  <a:lnTo>
                    <a:pt x="2441320" y="281431"/>
                  </a:lnTo>
                  <a:lnTo>
                    <a:pt x="2441320" y="280669"/>
                  </a:lnTo>
                  <a:lnTo>
                    <a:pt x="2442083" y="279019"/>
                  </a:lnTo>
                  <a:lnTo>
                    <a:pt x="2443734" y="276732"/>
                  </a:lnTo>
                  <a:lnTo>
                    <a:pt x="2443734" y="275844"/>
                  </a:lnTo>
                  <a:lnTo>
                    <a:pt x="2444495" y="274319"/>
                  </a:lnTo>
                </a:path>
                <a:path w="3161029" h="1470660">
                  <a:moveTo>
                    <a:pt x="1751075" y="0"/>
                  </a:moveTo>
                  <a:lnTo>
                    <a:pt x="1752726" y="3175"/>
                  </a:lnTo>
                  <a:lnTo>
                    <a:pt x="1754250" y="5587"/>
                  </a:lnTo>
                  <a:lnTo>
                    <a:pt x="1756664" y="8000"/>
                  </a:lnTo>
                  <a:lnTo>
                    <a:pt x="1757553" y="11175"/>
                  </a:lnTo>
                  <a:lnTo>
                    <a:pt x="1759204" y="13588"/>
                  </a:lnTo>
                  <a:lnTo>
                    <a:pt x="1759965" y="14350"/>
                  </a:lnTo>
                  <a:lnTo>
                    <a:pt x="1761616" y="16763"/>
                  </a:lnTo>
                  <a:lnTo>
                    <a:pt x="1762379" y="19176"/>
                  </a:lnTo>
                  <a:lnTo>
                    <a:pt x="1763140" y="20700"/>
                  </a:lnTo>
                  <a:lnTo>
                    <a:pt x="1764791" y="22351"/>
                  </a:lnTo>
                  <a:lnTo>
                    <a:pt x="1764791" y="23875"/>
                  </a:lnTo>
                  <a:lnTo>
                    <a:pt x="1765554" y="26288"/>
                  </a:lnTo>
                  <a:lnTo>
                    <a:pt x="1767205" y="27050"/>
                  </a:lnTo>
                  <a:lnTo>
                    <a:pt x="1767205" y="28701"/>
                  </a:lnTo>
                  <a:lnTo>
                    <a:pt x="1767966" y="29463"/>
                  </a:lnTo>
                  <a:lnTo>
                    <a:pt x="1767966" y="31114"/>
                  </a:lnTo>
                  <a:lnTo>
                    <a:pt x="1769617" y="31876"/>
                  </a:lnTo>
                  <a:lnTo>
                    <a:pt x="1769617" y="32638"/>
                  </a:lnTo>
                  <a:lnTo>
                    <a:pt x="1770380" y="34289"/>
                  </a:lnTo>
                  <a:lnTo>
                    <a:pt x="1770380" y="35051"/>
                  </a:lnTo>
                  <a:lnTo>
                    <a:pt x="1772031" y="36702"/>
                  </a:lnTo>
                  <a:lnTo>
                    <a:pt x="1772031" y="37464"/>
                  </a:lnTo>
                  <a:lnTo>
                    <a:pt x="1772919" y="39115"/>
                  </a:lnTo>
                  <a:lnTo>
                    <a:pt x="1772919" y="39877"/>
                  </a:lnTo>
                  <a:lnTo>
                    <a:pt x="1773682" y="40639"/>
                  </a:lnTo>
                  <a:lnTo>
                    <a:pt x="1773682" y="42290"/>
                  </a:lnTo>
                  <a:lnTo>
                    <a:pt x="1773682" y="43052"/>
                  </a:lnTo>
                  <a:lnTo>
                    <a:pt x="1775333" y="44704"/>
                  </a:lnTo>
                  <a:lnTo>
                    <a:pt x="1775333" y="45465"/>
                  </a:lnTo>
                  <a:lnTo>
                    <a:pt x="1776094" y="46989"/>
                  </a:lnTo>
                  <a:lnTo>
                    <a:pt x="1777745" y="47879"/>
                  </a:lnTo>
                  <a:lnTo>
                    <a:pt x="1777745" y="50292"/>
                  </a:lnTo>
                  <a:lnTo>
                    <a:pt x="1778508" y="51054"/>
                  </a:lnTo>
                  <a:lnTo>
                    <a:pt x="1778508" y="52577"/>
                  </a:lnTo>
                  <a:lnTo>
                    <a:pt x="1780159" y="54990"/>
                  </a:lnTo>
                  <a:lnTo>
                    <a:pt x="1780159" y="55880"/>
                  </a:lnTo>
                  <a:lnTo>
                    <a:pt x="1780920" y="57404"/>
                  </a:lnTo>
                  <a:lnTo>
                    <a:pt x="1780920" y="58165"/>
                  </a:lnTo>
                  <a:lnTo>
                    <a:pt x="1780920" y="59817"/>
                  </a:lnTo>
                  <a:lnTo>
                    <a:pt x="1781683" y="60579"/>
                  </a:lnTo>
                  <a:lnTo>
                    <a:pt x="1781683" y="61340"/>
                  </a:lnTo>
                  <a:lnTo>
                    <a:pt x="1781683" y="62992"/>
                  </a:lnTo>
                  <a:lnTo>
                    <a:pt x="1783334" y="62992"/>
                  </a:lnTo>
                  <a:lnTo>
                    <a:pt x="1783334" y="63754"/>
                  </a:lnTo>
                  <a:lnTo>
                    <a:pt x="1783334" y="65405"/>
                  </a:lnTo>
                  <a:lnTo>
                    <a:pt x="1784095" y="66167"/>
                  </a:lnTo>
                  <a:lnTo>
                    <a:pt x="1784095" y="67818"/>
                  </a:lnTo>
                  <a:lnTo>
                    <a:pt x="1785746" y="68580"/>
                  </a:lnTo>
                  <a:lnTo>
                    <a:pt x="1785746" y="70231"/>
                  </a:lnTo>
                  <a:lnTo>
                    <a:pt x="1785746" y="70993"/>
                  </a:lnTo>
                  <a:lnTo>
                    <a:pt x="1786636" y="70993"/>
                  </a:lnTo>
                  <a:lnTo>
                    <a:pt x="1786636" y="71755"/>
                  </a:lnTo>
                  <a:lnTo>
                    <a:pt x="1786636" y="73406"/>
                  </a:lnTo>
                  <a:lnTo>
                    <a:pt x="1788160" y="74168"/>
                  </a:lnTo>
                  <a:lnTo>
                    <a:pt x="1788160" y="75818"/>
                  </a:lnTo>
                  <a:lnTo>
                    <a:pt x="1788160" y="76581"/>
                  </a:lnTo>
                  <a:lnTo>
                    <a:pt x="1789048" y="78105"/>
                  </a:lnTo>
                  <a:lnTo>
                    <a:pt x="1789048" y="80518"/>
                  </a:lnTo>
                  <a:lnTo>
                    <a:pt x="1790572" y="81280"/>
                  </a:lnTo>
                  <a:lnTo>
                    <a:pt x="1790572" y="82168"/>
                  </a:lnTo>
                  <a:lnTo>
                    <a:pt x="1791462" y="84581"/>
                  </a:lnTo>
                  <a:lnTo>
                    <a:pt x="1791462" y="86106"/>
                  </a:lnTo>
                  <a:lnTo>
                    <a:pt x="1792223" y="88518"/>
                  </a:lnTo>
                  <a:lnTo>
                    <a:pt x="1793874" y="90931"/>
                  </a:lnTo>
                  <a:lnTo>
                    <a:pt x="1793874" y="91693"/>
                  </a:lnTo>
                  <a:lnTo>
                    <a:pt x="1794637" y="94106"/>
                  </a:lnTo>
                  <a:lnTo>
                    <a:pt x="1794637" y="94868"/>
                  </a:lnTo>
                  <a:lnTo>
                    <a:pt x="1796288" y="96519"/>
                  </a:lnTo>
                  <a:lnTo>
                    <a:pt x="1796288" y="98932"/>
                  </a:lnTo>
                  <a:lnTo>
                    <a:pt x="1797049" y="99694"/>
                  </a:lnTo>
                  <a:lnTo>
                    <a:pt x="1797049" y="101218"/>
                  </a:lnTo>
                  <a:lnTo>
                    <a:pt x="1798700" y="102107"/>
                  </a:lnTo>
                  <a:lnTo>
                    <a:pt x="1798700" y="102869"/>
                  </a:lnTo>
                  <a:lnTo>
                    <a:pt x="1798700" y="104520"/>
                  </a:lnTo>
                  <a:lnTo>
                    <a:pt x="1799463" y="105282"/>
                  </a:lnTo>
                  <a:lnTo>
                    <a:pt x="1799463" y="106806"/>
                  </a:lnTo>
                  <a:lnTo>
                    <a:pt x="1801114" y="107695"/>
                  </a:lnTo>
                  <a:lnTo>
                    <a:pt x="1801114" y="109219"/>
                  </a:lnTo>
                  <a:lnTo>
                    <a:pt x="1801114" y="110108"/>
                  </a:lnTo>
                  <a:lnTo>
                    <a:pt x="1801114" y="111632"/>
                  </a:lnTo>
                  <a:lnTo>
                    <a:pt x="1801875" y="112394"/>
                  </a:lnTo>
                  <a:lnTo>
                    <a:pt x="1801875" y="113283"/>
                  </a:lnTo>
                  <a:lnTo>
                    <a:pt x="1802764" y="114807"/>
                  </a:lnTo>
                  <a:lnTo>
                    <a:pt x="1802764" y="115569"/>
                  </a:lnTo>
                  <a:lnTo>
                    <a:pt x="1802764" y="117220"/>
                  </a:lnTo>
                  <a:lnTo>
                    <a:pt x="1804289" y="119633"/>
                  </a:lnTo>
                  <a:lnTo>
                    <a:pt x="1804289" y="120395"/>
                  </a:lnTo>
                  <a:lnTo>
                    <a:pt x="1804289" y="122046"/>
                  </a:lnTo>
                  <a:lnTo>
                    <a:pt x="1805178" y="122808"/>
                  </a:lnTo>
                  <a:lnTo>
                    <a:pt x="1805178" y="125221"/>
                  </a:lnTo>
                  <a:lnTo>
                    <a:pt x="1806701" y="125983"/>
                  </a:lnTo>
                  <a:lnTo>
                    <a:pt x="1806701" y="128396"/>
                  </a:lnTo>
                  <a:lnTo>
                    <a:pt x="1807590" y="129920"/>
                  </a:lnTo>
                  <a:lnTo>
                    <a:pt x="1807590" y="131571"/>
                  </a:lnTo>
                  <a:lnTo>
                    <a:pt x="1809114" y="133223"/>
                  </a:lnTo>
                  <a:lnTo>
                    <a:pt x="1809114" y="135508"/>
                  </a:lnTo>
                  <a:lnTo>
                    <a:pt x="1810004" y="136398"/>
                  </a:lnTo>
                  <a:lnTo>
                    <a:pt x="1810004" y="137921"/>
                  </a:lnTo>
                  <a:lnTo>
                    <a:pt x="1810004" y="140335"/>
                  </a:lnTo>
                  <a:lnTo>
                    <a:pt x="1811528" y="141096"/>
                  </a:lnTo>
                  <a:lnTo>
                    <a:pt x="1811528" y="141986"/>
                  </a:lnTo>
                  <a:lnTo>
                    <a:pt x="1811528" y="143510"/>
                  </a:lnTo>
                  <a:lnTo>
                    <a:pt x="1812416" y="144399"/>
                  </a:lnTo>
                  <a:lnTo>
                    <a:pt x="1812416" y="145923"/>
                  </a:lnTo>
                  <a:lnTo>
                    <a:pt x="1812416" y="146685"/>
                  </a:lnTo>
                  <a:lnTo>
                    <a:pt x="1812416" y="148336"/>
                  </a:lnTo>
                  <a:lnTo>
                    <a:pt x="1813179" y="149098"/>
                  </a:lnTo>
                  <a:lnTo>
                    <a:pt x="1813179" y="150749"/>
                  </a:lnTo>
                  <a:lnTo>
                    <a:pt x="1814830" y="151511"/>
                  </a:lnTo>
                  <a:lnTo>
                    <a:pt x="1814830" y="152273"/>
                  </a:lnTo>
                  <a:lnTo>
                    <a:pt x="1814830" y="153924"/>
                  </a:lnTo>
                  <a:lnTo>
                    <a:pt x="1814830" y="154686"/>
                  </a:lnTo>
                  <a:lnTo>
                    <a:pt x="1815591" y="156337"/>
                  </a:lnTo>
                  <a:lnTo>
                    <a:pt x="1815591" y="157099"/>
                  </a:lnTo>
                  <a:lnTo>
                    <a:pt x="1815591" y="158750"/>
                  </a:lnTo>
                  <a:lnTo>
                    <a:pt x="1817242" y="159512"/>
                  </a:lnTo>
                  <a:lnTo>
                    <a:pt x="1817242" y="161036"/>
                  </a:lnTo>
                  <a:lnTo>
                    <a:pt x="1817242" y="161925"/>
                  </a:lnTo>
                  <a:lnTo>
                    <a:pt x="1818005" y="162687"/>
                  </a:lnTo>
                  <a:lnTo>
                    <a:pt x="1818005" y="164211"/>
                  </a:lnTo>
                  <a:lnTo>
                    <a:pt x="1818005" y="166624"/>
                  </a:lnTo>
                  <a:lnTo>
                    <a:pt x="1819656" y="167512"/>
                  </a:lnTo>
                  <a:lnTo>
                    <a:pt x="1819656" y="169799"/>
                  </a:lnTo>
                  <a:lnTo>
                    <a:pt x="1820417" y="171450"/>
                  </a:lnTo>
                  <a:lnTo>
                    <a:pt x="1820417" y="173100"/>
                  </a:lnTo>
                  <a:lnTo>
                    <a:pt x="1822068" y="175387"/>
                  </a:lnTo>
                  <a:lnTo>
                    <a:pt x="1822068" y="177037"/>
                  </a:lnTo>
                  <a:lnTo>
                    <a:pt x="1822831" y="177800"/>
                  </a:lnTo>
                  <a:lnTo>
                    <a:pt x="1822831" y="180212"/>
                  </a:lnTo>
                  <a:lnTo>
                    <a:pt x="1822831" y="181863"/>
                  </a:lnTo>
                  <a:lnTo>
                    <a:pt x="1823719" y="182625"/>
                  </a:lnTo>
                  <a:lnTo>
                    <a:pt x="1823719" y="183387"/>
                  </a:lnTo>
                  <a:lnTo>
                    <a:pt x="1823719" y="185038"/>
                  </a:lnTo>
                  <a:lnTo>
                    <a:pt x="1825243" y="185800"/>
                  </a:lnTo>
                  <a:lnTo>
                    <a:pt x="1825243" y="187451"/>
                  </a:lnTo>
                  <a:lnTo>
                    <a:pt x="1825243" y="188213"/>
                  </a:lnTo>
                  <a:lnTo>
                    <a:pt x="1825243" y="189737"/>
                  </a:lnTo>
                  <a:lnTo>
                    <a:pt x="1826133" y="190626"/>
                  </a:lnTo>
                  <a:lnTo>
                    <a:pt x="1826133" y="192150"/>
                  </a:lnTo>
                  <a:lnTo>
                    <a:pt x="1826133" y="193039"/>
                  </a:lnTo>
                  <a:lnTo>
                    <a:pt x="1826133" y="193801"/>
                  </a:lnTo>
                  <a:lnTo>
                    <a:pt x="1826133" y="195325"/>
                  </a:lnTo>
                  <a:lnTo>
                    <a:pt x="1827784" y="196214"/>
                  </a:lnTo>
                  <a:lnTo>
                    <a:pt x="1827784" y="206501"/>
                  </a:lnTo>
                  <a:lnTo>
                    <a:pt x="1828545" y="208914"/>
                  </a:lnTo>
                  <a:lnTo>
                    <a:pt x="1828545" y="219329"/>
                  </a:lnTo>
                  <a:lnTo>
                    <a:pt x="1830196" y="220852"/>
                  </a:lnTo>
                  <a:lnTo>
                    <a:pt x="1830196" y="229615"/>
                  </a:lnTo>
                  <a:lnTo>
                    <a:pt x="1830959" y="231267"/>
                  </a:lnTo>
                  <a:lnTo>
                    <a:pt x="1830959" y="236855"/>
                  </a:lnTo>
                  <a:lnTo>
                    <a:pt x="1832610" y="237617"/>
                  </a:lnTo>
                  <a:lnTo>
                    <a:pt x="1832610" y="239268"/>
                  </a:lnTo>
                  <a:lnTo>
                    <a:pt x="1832610" y="240030"/>
                  </a:lnTo>
                  <a:lnTo>
                    <a:pt x="1832610" y="241681"/>
                  </a:lnTo>
                  <a:lnTo>
                    <a:pt x="1832610" y="242443"/>
                  </a:lnTo>
                  <a:lnTo>
                    <a:pt x="1833371" y="243205"/>
                  </a:lnTo>
                  <a:lnTo>
                    <a:pt x="1833371" y="272669"/>
                  </a:lnTo>
                  <a:lnTo>
                    <a:pt x="1832610" y="274319"/>
                  </a:lnTo>
                </a:path>
                <a:path w="3161029" h="1470660">
                  <a:moveTo>
                    <a:pt x="1751075" y="545591"/>
                  </a:moveTo>
                  <a:lnTo>
                    <a:pt x="1752726" y="543941"/>
                  </a:lnTo>
                  <a:lnTo>
                    <a:pt x="1754250" y="540004"/>
                  </a:lnTo>
                  <a:lnTo>
                    <a:pt x="1756664" y="537591"/>
                  </a:lnTo>
                  <a:lnTo>
                    <a:pt x="1757553" y="535304"/>
                  </a:lnTo>
                  <a:lnTo>
                    <a:pt x="1759204" y="533654"/>
                  </a:lnTo>
                  <a:lnTo>
                    <a:pt x="1759965" y="531241"/>
                  </a:lnTo>
                  <a:lnTo>
                    <a:pt x="1761616" y="528828"/>
                  </a:lnTo>
                  <a:lnTo>
                    <a:pt x="1762379" y="527304"/>
                  </a:lnTo>
                  <a:lnTo>
                    <a:pt x="1763140" y="524891"/>
                  </a:lnTo>
                  <a:lnTo>
                    <a:pt x="1764791" y="524128"/>
                  </a:lnTo>
                  <a:lnTo>
                    <a:pt x="1764791" y="521716"/>
                  </a:lnTo>
                  <a:lnTo>
                    <a:pt x="1765554" y="520953"/>
                  </a:lnTo>
                  <a:lnTo>
                    <a:pt x="1767205" y="519303"/>
                  </a:lnTo>
                  <a:lnTo>
                    <a:pt x="1767205" y="518541"/>
                  </a:lnTo>
                  <a:lnTo>
                    <a:pt x="1767966" y="516128"/>
                  </a:lnTo>
                  <a:lnTo>
                    <a:pt x="1767966" y="514603"/>
                  </a:lnTo>
                  <a:lnTo>
                    <a:pt x="1769617" y="513841"/>
                  </a:lnTo>
                  <a:lnTo>
                    <a:pt x="1769617" y="512953"/>
                  </a:lnTo>
                  <a:lnTo>
                    <a:pt x="1770380" y="511428"/>
                  </a:lnTo>
                  <a:lnTo>
                    <a:pt x="1770380" y="510540"/>
                  </a:lnTo>
                  <a:lnTo>
                    <a:pt x="1772031" y="510540"/>
                  </a:lnTo>
                  <a:lnTo>
                    <a:pt x="1772031" y="509016"/>
                  </a:lnTo>
                  <a:lnTo>
                    <a:pt x="1772919" y="508253"/>
                  </a:lnTo>
                  <a:lnTo>
                    <a:pt x="1772919" y="506603"/>
                  </a:lnTo>
                  <a:lnTo>
                    <a:pt x="1773682" y="505841"/>
                  </a:lnTo>
                  <a:lnTo>
                    <a:pt x="1773682" y="504190"/>
                  </a:lnTo>
                  <a:lnTo>
                    <a:pt x="1773682" y="503428"/>
                  </a:lnTo>
                  <a:lnTo>
                    <a:pt x="1775333" y="502666"/>
                  </a:lnTo>
                  <a:lnTo>
                    <a:pt x="1775333" y="500253"/>
                  </a:lnTo>
                  <a:lnTo>
                    <a:pt x="1776094" y="498728"/>
                  </a:lnTo>
                  <a:lnTo>
                    <a:pt x="1777745" y="497840"/>
                  </a:lnTo>
                  <a:lnTo>
                    <a:pt x="1777745" y="496316"/>
                  </a:lnTo>
                  <a:lnTo>
                    <a:pt x="1778508" y="493903"/>
                  </a:lnTo>
                  <a:lnTo>
                    <a:pt x="1778508" y="493141"/>
                  </a:lnTo>
                  <a:lnTo>
                    <a:pt x="1780159" y="492251"/>
                  </a:lnTo>
                  <a:lnTo>
                    <a:pt x="1780159" y="490728"/>
                  </a:lnTo>
                  <a:lnTo>
                    <a:pt x="1780920" y="489966"/>
                  </a:lnTo>
                  <a:lnTo>
                    <a:pt x="1780920" y="488315"/>
                  </a:lnTo>
                  <a:lnTo>
                    <a:pt x="1780920" y="487553"/>
                  </a:lnTo>
                  <a:lnTo>
                    <a:pt x="1781683" y="485901"/>
                  </a:lnTo>
                  <a:lnTo>
                    <a:pt x="1781683" y="485140"/>
                  </a:lnTo>
                  <a:lnTo>
                    <a:pt x="1781683" y="483616"/>
                  </a:lnTo>
                  <a:lnTo>
                    <a:pt x="1783334" y="482726"/>
                  </a:lnTo>
                  <a:lnTo>
                    <a:pt x="1783334" y="481965"/>
                  </a:lnTo>
                  <a:lnTo>
                    <a:pt x="1784095" y="480313"/>
                  </a:lnTo>
                  <a:lnTo>
                    <a:pt x="1784095" y="479551"/>
                  </a:lnTo>
                  <a:lnTo>
                    <a:pt x="1784095" y="478028"/>
                  </a:lnTo>
                  <a:lnTo>
                    <a:pt x="1785746" y="477138"/>
                  </a:lnTo>
                  <a:lnTo>
                    <a:pt x="1785746" y="475615"/>
                  </a:lnTo>
                  <a:lnTo>
                    <a:pt x="1786636" y="474853"/>
                  </a:lnTo>
                  <a:lnTo>
                    <a:pt x="1786636" y="473201"/>
                  </a:lnTo>
                  <a:lnTo>
                    <a:pt x="1786636" y="472440"/>
                  </a:lnTo>
                  <a:lnTo>
                    <a:pt x="1788160" y="471678"/>
                  </a:lnTo>
                  <a:lnTo>
                    <a:pt x="1788160" y="470026"/>
                  </a:lnTo>
                  <a:lnTo>
                    <a:pt x="1788160" y="469265"/>
                  </a:lnTo>
                  <a:lnTo>
                    <a:pt x="1789048" y="467613"/>
                  </a:lnTo>
                  <a:lnTo>
                    <a:pt x="1789048" y="466851"/>
                  </a:lnTo>
                  <a:lnTo>
                    <a:pt x="1790572" y="464438"/>
                  </a:lnTo>
                  <a:lnTo>
                    <a:pt x="1790572" y="463676"/>
                  </a:lnTo>
                  <a:lnTo>
                    <a:pt x="1791462" y="462025"/>
                  </a:lnTo>
                  <a:lnTo>
                    <a:pt x="1791462" y="459740"/>
                  </a:lnTo>
                  <a:lnTo>
                    <a:pt x="1792223" y="457326"/>
                  </a:lnTo>
                  <a:lnTo>
                    <a:pt x="1793874" y="456565"/>
                  </a:lnTo>
                  <a:lnTo>
                    <a:pt x="1793874" y="454151"/>
                  </a:lnTo>
                  <a:lnTo>
                    <a:pt x="1794637" y="453390"/>
                  </a:lnTo>
                  <a:lnTo>
                    <a:pt x="1794637" y="450976"/>
                  </a:lnTo>
                  <a:lnTo>
                    <a:pt x="1796288" y="449325"/>
                  </a:lnTo>
                  <a:lnTo>
                    <a:pt x="1796288" y="448563"/>
                  </a:lnTo>
                  <a:lnTo>
                    <a:pt x="1797049" y="446913"/>
                  </a:lnTo>
                  <a:lnTo>
                    <a:pt x="1797049" y="446150"/>
                  </a:lnTo>
                  <a:lnTo>
                    <a:pt x="1798700" y="444626"/>
                  </a:lnTo>
                  <a:lnTo>
                    <a:pt x="1798700" y="443738"/>
                  </a:lnTo>
                  <a:lnTo>
                    <a:pt x="1798700" y="442975"/>
                  </a:lnTo>
                  <a:lnTo>
                    <a:pt x="1799463" y="441451"/>
                  </a:lnTo>
                  <a:lnTo>
                    <a:pt x="1799463" y="440563"/>
                  </a:lnTo>
                  <a:lnTo>
                    <a:pt x="1799463" y="439038"/>
                  </a:lnTo>
                  <a:lnTo>
                    <a:pt x="1801114" y="438276"/>
                  </a:lnTo>
                  <a:lnTo>
                    <a:pt x="1801114" y="436625"/>
                  </a:lnTo>
                  <a:lnTo>
                    <a:pt x="1801114" y="435863"/>
                  </a:lnTo>
                  <a:lnTo>
                    <a:pt x="1801875" y="434213"/>
                  </a:lnTo>
                  <a:lnTo>
                    <a:pt x="1801875" y="433450"/>
                  </a:lnTo>
                  <a:lnTo>
                    <a:pt x="1801875" y="432688"/>
                  </a:lnTo>
                  <a:lnTo>
                    <a:pt x="1802764" y="431038"/>
                  </a:lnTo>
                  <a:lnTo>
                    <a:pt x="1802764" y="430275"/>
                  </a:lnTo>
                  <a:lnTo>
                    <a:pt x="1802764" y="428625"/>
                  </a:lnTo>
                  <a:lnTo>
                    <a:pt x="1804289" y="427863"/>
                  </a:lnTo>
                  <a:lnTo>
                    <a:pt x="1804289" y="426338"/>
                  </a:lnTo>
                  <a:lnTo>
                    <a:pt x="1804289" y="423925"/>
                  </a:lnTo>
                  <a:lnTo>
                    <a:pt x="1805178" y="423163"/>
                  </a:lnTo>
                  <a:lnTo>
                    <a:pt x="1805178" y="422275"/>
                  </a:lnTo>
                  <a:lnTo>
                    <a:pt x="1806701" y="419988"/>
                  </a:lnTo>
                  <a:lnTo>
                    <a:pt x="1806701" y="418338"/>
                  </a:lnTo>
                  <a:lnTo>
                    <a:pt x="1807590" y="415925"/>
                  </a:lnTo>
                  <a:lnTo>
                    <a:pt x="1807590" y="415163"/>
                  </a:lnTo>
                  <a:lnTo>
                    <a:pt x="1809114" y="412750"/>
                  </a:lnTo>
                  <a:lnTo>
                    <a:pt x="1809114" y="411988"/>
                  </a:lnTo>
                  <a:lnTo>
                    <a:pt x="1810004" y="409575"/>
                  </a:lnTo>
                  <a:lnTo>
                    <a:pt x="1810004" y="408050"/>
                  </a:lnTo>
                  <a:lnTo>
                    <a:pt x="1810004" y="407162"/>
                  </a:lnTo>
                  <a:lnTo>
                    <a:pt x="1811528" y="405638"/>
                  </a:lnTo>
                  <a:lnTo>
                    <a:pt x="1811528" y="403225"/>
                  </a:lnTo>
                  <a:lnTo>
                    <a:pt x="1811528" y="402463"/>
                  </a:lnTo>
                  <a:lnTo>
                    <a:pt x="1812416" y="401700"/>
                  </a:lnTo>
                  <a:lnTo>
                    <a:pt x="1812416" y="400050"/>
                  </a:lnTo>
                  <a:lnTo>
                    <a:pt x="1812416" y="399288"/>
                  </a:lnTo>
                  <a:lnTo>
                    <a:pt x="1813179" y="397637"/>
                  </a:lnTo>
                  <a:lnTo>
                    <a:pt x="1813179" y="396875"/>
                  </a:lnTo>
                  <a:lnTo>
                    <a:pt x="1813179" y="395224"/>
                  </a:lnTo>
                  <a:lnTo>
                    <a:pt x="1814830" y="394462"/>
                  </a:lnTo>
                  <a:lnTo>
                    <a:pt x="1814830" y="392938"/>
                  </a:lnTo>
                  <a:lnTo>
                    <a:pt x="1814830" y="392049"/>
                  </a:lnTo>
                  <a:lnTo>
                    <a:pt x="1815591" y="391287"/>
                  </a:lnTo>
                  <a:lnTo>
                    <a:pt x="1815591" y="389763"/>
                  </a:lnTo>
                  <a:lnTo>
                    <a:pt x="1815591" y="388874"/>
                  </a:lnTo>
                  <a:lnTo>
                    <a:pt x="1817242" y="387350"/>
                  </a:lnTo>
                  <a:lnTo>
                    <a:pt x="1817242" y="386588"/>
                  </a:lnTo>
                  <a:lnTo>
                    <a:pt x="1817242" y="384937"/>
                  </a:lnTo>
                  <a:lnTo>
                    <a:pt x="1818005" y="383285"/>
                  </a:lnTo>
                  <a:lnTo>
                    <a:pt x="1818005" y="381762"/>
                  </a:lnTo>
                  <a:lnTo>
                    <a:pt x="1818005" y="381000"/>
                  </a:lnTo>
                  <a:lnTo>
                    <a:pt x="1819656" y="378587"/>
                  </a:lnTo>
                  <a:lnTo>
                    <a:pt x="1819656" y="376935"/>
                  </a:lnTo>
                  <a:lnTo>
                    <a:pt x="1820417" y="374650"/>
                  </a:lnTo>
                  <a:lnTo>
                    <a:pt x="1820417" y="372999"/>
                  </a:lnTo>
                  <a:lnTo>
                    <a:pt x="1822068" y="371475"/>
                  </a:lnTo>
                  <a:lnTo>
                    <a:pt x="1822068" y="369062"/>
                  </a:lnTo>
                  <a:lnTo>
                    <a:pt x="1822831" y="368172"/>
                  </a:lnTo>
                  <a:lnTo>
                    <a:pt x="1822831" y="366649"/>
                  </a:lnTo>
                  <a:lnTo>
                    <a:pt x="1822831" y="364235"/>
                  </a:lnTo>
                  <a:lnTo>
                    <a:pt x="1823719" y="363474"/>
                  </a:lnTo>
                  <a:lnTo>
                    <a:pt x="1823719" y="362712"/>
                  </a:lnTo>
                  <a:lnTo>
                    <a:pt x="1823719" y="361060"/>
                  </a:lnTo>
                  <a:lnTo>
                    <a:pt x="1825243" y="360299"/>
                  </a:lnTo>
                  <a:lnTo>
                    <a:pt x="1825243" y="358647"/>
                  </a:lnTo>
                  <a:lnTo>
                    <a:pt x="1825243" y="357885"/>
                  </a:lnTo>
                  <a:lnTo>
                    <a:pt x="1826133" y="356362"/>
                  </a:lnTo>
                  <a:lnTo>
                    <a:pt x="1826133" y="355472"/>
                  </a:lnTo>
                  <a:lnTo>
                    <a:pt x="1826133" y="353949"/>
                  </a:lnTo>
                  <a:lnTo>
                    <a:pt x="1826133" y="353059"/>
                  </a:lnTo>
                  <a:lnTo>
                    <a:pt x="1826133" y="352297"/>
                  </a:lnTo>
                  <a:lnTo>
                    <a:pt x="1826133" y="350774"/>
                  </a:lnTo>
                  <a:lnTo>
                    <a:pt x="1827784" y="349884"/>
                  </a:lnTo>
                  <a:lnTo>
                    <a:pt x="1827784" y="339597"/>
                  </a:lnTo>
                  <a:lnTo>
                    <a:pt x="1828545" y="338074"/>
                  </a:lnTo>
                  <a:lnTo>
                    <a:pt x="1828545" y="326897"/>
                  </a:lnTo>
                  <a:lnTo>
                    <a:pt x="1830196" y="325247"/>
                  </a:lnTo>
                  <a:lnTo>
                    <a:pt x="1830196" y="316484"/>
                  </a:lnTo>
                  <a:lnTo>
                    <a:pt x="1830959" y="316484"/>
                  </a:lnTo>
                  <a:lnTo>
                    <a:pt x="1830959" y="311022"/>
                  </a:lnTo>
                  <a:lnTo>
                    <a:pt x="1832610" y="309372"/>
                  </a:lnTo>
                  <a:lnTo>
                    <a:pt x="1832610" y="303784"/>
                  </a:lnTo>
                  <a:lnTo>
                    <a:pt x="1833371" y="302259"/>
                  </a:lnTo>
                  <a:lnTo>
                    <a:pt x="1833371" y="275208"/>
                  </a:lnTo>
                  <a:lnTo>
                    <a:pt x="1832610" y="272795"/>
                  </a:lnTo>
                </a:path>
                <a:path w="3161029" h="1470660">
                  <a:moveTo>
                    <a:pt x="3160775" y="1200912"/>
                  </a:moveTo>
                  <a:lnTo>
                    <a:pt x="2429256" y="1202436"/>
                  </a:lnTo>
                </a:path>
                <a:path w="3161029" h="1470660">
                  <a:moveTo>
                    <a:pt x="1760219" y="925068"/>
                  </a:moveTo>
                  <a:lnTo>
                    <a:pt x="1760219" y="925068"/>
                  </a:lnTo>
                  <a:lnTo>
                    <a:pt x="2061464" y="925068"/>
                  </a:lnTo>
                  <a:lnTo>
                    <a:pt x="2062988" y="926655"/>
                  </a:lnTo>
                  <a:lnTo>
                    <a:pt x="2079751" y="926655"/>
                  </a:lnTo>
                  <a:lnTo>
                    <a:pt x="2081275" y="927442"/>
                  </a:lnTo>
                  <a:lnTo>
                    <a:pt x="2092451" y="927442"/>
                  </a:lnTo>
                  <a:lnTo>
                    <a:pt x="2093214" y="929030"/>
                  </a:lnTo>
                  <a:lnTo>
                    <a:pt x="2100325" y="929030"/>
                  </a:lnTo>
                  <a:lnTo>
                    <a:pt x="2101976" y="929830"/>
                  </a:lnTo>
                  <a:lnTo>
                    <a:pt x="2102739" y="929830"/>
                  </a:lnTo>
                  <a:lnTo>
                    <a:pt x="2103500" y="929830"/>
                  </a:lnTo>
                  <a:lnTo>
                    <a:pt x="2105914" y="929830"/>
                  </a:lnTo>
                  <a:lnTo>
                    <a:pt x="2107565" y="929830"/>
                  </a:lnTo>
                  <a:lnTo>
                    <a:pt x="2109850" y="931418"/>
                  </a:lnTo>
                  <a:lnTo>
                    <a:pt x="2110740" y="931418"/>
                  </a:lnTo>
                  <a:lnTo>
                    <a:pt x="2113025" y="931418"/>
                  </a:lnTo>
                  <a:lnTo>
                    <a:pt x="2113915" y="931418"/>
                  </a:lnTo>
                  <a:lnTo>
                    <a:pt x="2116328" y="931418"/>
                  </a:lnTo>
                  <a:lnTo>
                    <a:pt x="2117851" y="932205"/>
                  </a:lnTo>
                  <a:lnTo>
                    <a:pt x="2123440" y="932205"/>
                  </a:lnTo>
                  <a:lnTo>
                    <a:pt x="2124201" y="933792"/>
                  </a:lnTo>
                  <a:lnTo>
                    <a:pt x="2125853" y="933792"/>
                  </a:lnTo>
                  <a:lnTo>
                    <a:pt x="2126615" y="933792"/>
                  </a:lnTo>
                  <a:lnTo>
                    <a:pt x="2128139" y="933792"/>
                  </a:lnTo>
                  <a:lnTo>
                    <a:pt x="2129028" y="933792"/>
                  </a:lnTo>
                  <a:lnTo>
                    <a:pt x="2130551" y="934580"/>
                  </a:lnTo>
                  <a:lnTo>
                    <a:pt x="2131314" y="934580"/>
                  </a:lnTo>
                  <a:lnTo>
                    <a:pt x="2132965" y="934580"/>
                  </a:lnTo>
                  <a:lnTo>
                    <a:pt x="2133726" y="934580"/>
                  </a:lnTo>
                  <a:lnTo>
                    <a:pt x="2134489" y="935380"/>
                  </a:lnTo>
                  <a:lnTo>
                    <a:pt x="2136140" y="935380"/>
                  </a:lnTo>
                  <a:lnTo>
                    <a:pt x="2136901" y="935380"/>
                  </a:lnTo>
                  <a:lnTo>
                    <a:pt x="2138553" y="936967"/>
                  </a:lnTo>
                  <a:lnTo>
                    <a:pt x="2140966" y="936967"/>
                  </a:lnTo>
                  <a:lnTo>
                    <a:pt x="2141728" y="936967"/>
                  </a:lnTo>
                  <a:lnTo>
                    <a:pt x="2143251" y="937755"/>
                  </a:lnTo>
                  <a:lnTo>
                    <a:pt x="2144903" y="937755"/>
                  </a:lnTo>
                  <a:lnTo>
                    <a:pt x="2146426" y="939342"/>
                  </a:lnTo>
                  <a:lnTo>
                    <a:pt x="2148840" y="939342"/>
                  </a:lnTo>
                  <a:lnTo>
                    <a:pt x="2149601" y="940142"/>
                  </a:lnTo>
                  <a:lnTo>
                    <a:pt x="2152015" y="940142"/>
                  </a:lnTo>
                  <a:lnTo>
                    <a:pt x="2154428" y="941730"/>
                  </a:lnTo>
                  <a:lnTo>
                    <a:pt x="2156841" y="942517"/>
                  </a:lnTo>
                  <a:lnTo>
                    <a:pt x="2157603" y="942517"/>
                  </a:lnTo>
                  <a:lnTo>
                    <a:pt x="2160016" y="942517"/>
                  </a:lnTo>
                  <a:lnTo>
                    <a:pt x="2161540" y="944105"/>
                  </a:lnTo>
                  <a:lnTo>
                    <a:pt x="2163953" y="944105"/>
                  </a:lnTo>
                  <a:lnTo>
                    <a:pt x="2164715" y="944892"/>
                  </a:lnTo>
                  <a:lnTo>
                    <a:pt x="2165476" y="944892"/>
                  </a:lnTo>
                  <a:lnTo>
                    <a:pt x="2167128" y="945692"/>
                  </a:lnTo>
                  <a:lnTo>
                    <a:pt x="2167890" y="945692"/>
                  </a:lnTo>
                  <a:lnTo>
                    <a:pt x="2169541" y="945692"/>
                  </a:lnTo>
                  <a:lnTo>
                    <a:pt x="2170303" y="947280"/>
                  </a:lnTo>
                  <a:lnTo>
                    <a:pt x="2171954" y="947280"/>
                  </a:lnTo>
                  <a:lnTo>
                    <a:pt x="2172716" y="947280"/>
                  </a:lnTo>
                  <a:lnTo>
                    <a:pt x="2173478" y="948067"/>
                  </a:lnTo>
                  <a:lnTo>
                    <a:pt x="2175129" y="948067"/>
                  </a:lnTo>
                  <a:lnTo>
                    <a:pt x="2175891" y="948067"/>
                  </a:lnTo>
                  <a:lnTo>
                    <a:pt x="2177415" y="949655"/>
                  </a:lnTo>
                  <a:lnTo>
                    <a:pt x="2178304" y="949655"/>
                  </a:lnTo>
                  <a:lnTo>
                    <a:pt x="2179828" y="950455"/>
                  </a:lnTo>
                  <a:lnTo>
                    <a:pt x="2180590" y="950455"/>
                  </a:lnTo>
                  <a:lnTo>
                    <a:pt x="2182241" y="952030"/>
                  </a:lnTo>
                  <a:lnTo>
                    <a:pt x="2183003" y="952030"/>
                  </a:lnTo>
                  <a:lnTo>
                    <a:pt x="2183765" y="952830"/>
                  </a:lnTo>
                  <a:lnTo>
                    <a:pt x="2185416" y="952830"/>
                  </a:lnTo>
                  <a:lnTo>
                    <a:pt x="2187829" y="954417"/>
                  </a:lnTo>
                  <a:lnTo>
                    <a:pt x="2188591" y="955205"/>
                  </a:lnTo>
                  <a:lnTo>
                    <a:pt x="2190115" y="955205"/>
                  </a:lnTo>
                  <a:lnTo>
                    <a:pt x="2192528" y="956005"/>
                  </a:lnTo>
                  <a:lnTo>
                    <a:pt x="2193416" y="957592"/>
                  </a:lnTo>
                  <a:lnTo>
                    <a:pt x="2195703" y="957592"/>
                  </a:lnTo>
                  <a:lnTo>
                    <a:pt x="2196591" y="958380"/>
                  </a:lnTo>
                  <a:lnTo>
                    <a:pt x="2198878" y="959967"/>
                  </a:lnTo>
                  <a:lnTo>
                    <a:pt x="2200529" y="960754"/>
                  </a:lnTo>
                  <a:lnTo>
                    <a:pt x="2202941" y="960754"/>
                  </a:lnTo>
                  <a:lnTo>
                    <a:pt x="2203704" y="962342"/>
                  </a:lnTo>
                  <a:lnTo>
                    <a:pt x="2204466" y="962342"/>
                  </a:lnTo>
                  <a:lnTo>
                    <a:pt x="2206116" y="963142"/>
                  </a:lnTo>
                  <a:lnTo>
                    <a:pt x="2206879" y="964730"/>
                  </a:lnTo>
                  <a:lnTo>
                    <a:pt x="2208403" y="964730"/>
                  </a:lnTo>
                  <a:lnTo>
                    <a:pt x="2209291" y="965517"/>
                  </a:lnTo>
                  <a:lnTo>
                    <a:pt x="2210816" y="965517"/>
                  </a:lnTo>
                  <a:lnTo>
                    <a:pt x="2211578" y="965517"/>
                  </a:lnTo>
                  <a:lnTo>
                    <a:pt x="2213229" y="966317"/>
                  </a:lnTo>
                  <a:lnTo>
                    <a:pt x="2213991" y="967905"/>
                  </a:lnTo>
                  <a:lnTo>
                    <a:pt x="2214753" y="967905"/>
                  </a:lnTo>
                  <a:lnTo>
                    <a:pt x="2216404" y="967905"/>
                  </a:lnTo>
                  <a:lnTo>
                    <a:pt x="2217166" y="968692"/>
                  </a:lnTo>
                  <a:lnTo>
                    <a:pt x="2218816" y="970279"/>
                  </a:lnTo>
                  <a:lnTo>
                    <a:pt x="2219579" y="970279"/>
                  </a:lnTo>
                  <a:lnTo>
                    <a:pt x="2221230" y="971067"/>
                  </a:lnTo>
                  <a:lnTo>
                    <a:pt x="2221991" y="971067"/>
                  </a:lnTo>
                  <a:lnTo>
                    <a:pt x="2223516" y="972654"/>
                  </a:lnTo>
                  <a:lnTo>
                    <a:pt x="2224405" y="972654"/>
                  </a:lnTo>
                  <a:lnTo>
                    <a:pt x="2225166" y="973454"/>
                  </a:lnTo>
                  <a:lnTo>
                    <a:pt x="2226691" y="973454"/>
                  </a:lnTo>
                  <a:lnTo>
                    <a:pt x="2227580" y="975042"/>
                  </a:lnTo>
                  <a:lnTo>
                    <a:pt x="2229104" y="975829"/>
                  </a:lnTo>
                  <a:lnTo>
                    <a:pt x="2229866" y="975829"/>
                  </a:lnTo>
                  <a:lnTo>
                    <a:pt x="2231516" y="976629"/>
                  </a:lnTo>
                  <a:lnTo>
                    <a:pt x="2233930" y="978217"/>
                  </a:lnTo>
                  <a:lnTo>
                    <a:pt x="2234691" y="979004"/>
                  </a:lnTo>
                  <a:lnTo>
                    <a:pt x="2237105" y="979004"/>
                  </a:lnTo>
                  <a:lnTo>
                    <a:pt x="2237866" y="980592"/>
                  </a:lnTo>
                  <a:lnTo>
                    <a:pt x="2239391" y="981379"/>
                  </a:lnTo>
                  <a:lnTo>
                    <a:pt x="2240280" y="981379"/>
                  </a:lnTo>
                  <a:lnTo>
                    <a:pt x="2241804" y="982967"/>
                  </a:lnTo>
                  <a:lnTo>
                    <a:pt x="2242692" y="983767"/>
                  </a:lnTo>
                  <a:lnTo>
                    <a:pt x="2243455" y="983767"/>
                  </a:lnTo>
                  <a:lnTo>
                    <a:pt x="2244979" y="985354"/>
                  </a:lnTo>
                  <a:lnTo>
                    <a:pt x="2245867" y="985354"/>
                  </a:lnTo>
                  <a:lnTo>
                    <a:pt x="2247391" y="985354"/>
                  </a:lnTo>
                  <a:lnTo>
                    <a:pt x="2247391" y="986142"/>
                  </a:lnTo>
                  <a:lnTo>
                    <a:pt x="2248154" y="986142"/>
                  </a:lnTo>
                  <a:lnTo>
                    <a:pt x="2249805" y="986942"/>
                  </a:lnTo>
                  <a:lnTo>
                    <a:pt x="2250566" y="988517"/>
                  </a:lnTo>
                  <a:lnTo>
                    <a:pt x="2252217" y="988517"/>
                  </a:lnTo>
                  <a:lnTo>
                    <a:pt x="2252980" y="989317"/>
                  </a:lnTo>
                  <a:lnTo>
                    <a:pt x="2253741" y="989317"/>
                  </a:lnTo>
                  <a:lnTo>
                    <a:pt x="2253741" y="990904"/>
                  </a:lnTo>
                  <a:lnTo>
                    <a:pt x="2255392" y="990904"/>
                  </a:lnTo>
                  <a:lnTo>
                    <a:pt x="2256155" y="990904"/>
                  </a:lnTo>
                  <a:lnTo>
                    <a:pt x="2257679" y="991692"/>
                  </a:lnTo>
                  <a:lnTo>
                    <a:pt x="2258567" y="993279"/>
                  </a:lnTo>
                  <a:lnTo>
                    <a:pt x="2260091" y="993279"/>
                  </a:lnTo>
                  <a:lnTo>
                    <a:pt x="2260854" y="994079"/>
                  </a:lnTo>
                  <a:lnTo>
                    <a:pt x="2262505" y="995667"/>
                  </a:lnTo>
                  <a:lnTo>
                    <a:pt x="2263266" y="995667"/>
                  </a:lnTo>
                  <a:lnTo>
                    <a:pt x="2264029" y="996454"/>
                  </a:lnTo>
                  <a:lnTo>
                    <a:pt x="2265680" y="997242"/>
                  </a:lnTo>
                  <a:lnTo>
                    <a:pt x="2266441" y="997242"/>
                  </a:lnTo>
                  <a:lnTo>
                    <a:pt x="2268092" y="998829"/>
                  </a:lnTo>
                  <a:lnTo>
                    <a:pt x="2268855" y="999629"/>
                  </a:lnTo>
                  <a:lnTo>
                    <a:pt x="2270506" y="999629"/>
                  </a:lnTo>
                  <a:lnTo>
                    <a:pt x="2271267" y="1001217"/>
                  </a:lnTo>
                  <a:lnTo>
                    <a:pt x="2272791" y="1001217"/>
                  </a:lnTo>
                  <a:lnTo>
                    <a:pt x="2273681" y="1002004"/>
                  </a:lnTo>
                  <a:lnTo>
                    <a:pt x="2274442" y="1003592"/>
                  </a:lnTo>
                  <a:lnTo>
                    <a:pt x="2275966" y="1003592"/>
                  </a:lnTo>
                  <a:lnTo>
                    <a:pt x="2275966" y="1004392"/>
                  </a:lnTo>
                  <a:lnTo>
                    <a:pt x="2276856" y="1004392"/>
                  </a:lnTo>
                  <a:lnTo>
                    <a:pt x="2276856" y="1005179"/>
                  </a:lnTo>
                  <a:lnTo>
                    <a:pt x="2278380" y="1005179"/>
                  </a:lnTo>
                  <a:lnTo>
                    <a:pt x="2279141" y="1005179"/>
                  </a:lnTo>
                  <a:lnTo>
                    <a:pt x="2279141" y="1006767"/>
                  </a:lnTo>
                  <a:lnTo>
                    <a:pt x="2280792" y="1006767"/>
                  </a:lnTo>
                  <a:lnTo>
                    <a:pt x="2280792" y="1007554"/>
                  </a:lnTo>
                  <a:lnTo>
                    <a:pt x="2281555" y="1007554"/>
                  </a:lnTo>
                  <a:lnTo>
                    <a:pt x="2283206" y="1009141"/>
                  </a:lnTo>
                  <a:lnTo>
                    <a:pt x="2283967" y="1009942"/>
                  </a:lnTo>
                  <a:lnTo>
                    <a:pt x="2284730" y="1009942"/>
                  </a:lnTo>
                  <a:lnTo>
                    <a:pt x="2286381" y="1011529"/>
                  </a:lnTo>
                  <a:lnTo>
                    <a:pt x="2287142" y="1012316"/>
                  </a:lnTo>
                  <a:lnTo>
                    <a:pt x="2288666" y="1012316"/>
                  </a:lnTo>
                  <a:lnTo>
                    <a:pt x="2288666" y="1013904"/>
                  </a:lnTo>
                  <a:lnTo>
                    <a:pt x="2289556" y="1014704"/>
                  </a:lnTo>
                  <a:lnTo>
                    <a:pt x="2291080" y="1014704"/>
                  </a:lnTo>
                  <a:lnTo>
                    <a:pt x="2291841" y="1015491"/>
                  </a:lnTo>
                  <a:lnTo>
                    <a:pt x="2293492" y="1015491"/>
                  </a:lnTo>
                  <a:lnTo>
                    <a:pt x="2293492" y="1017079"/>
                  </a:lnTo>
                  <a:lnTo>
                    <a:pt x="2294255" y="1017079"/>
                  </a:lnTo>
                  <a:lnTo>
                    <a:pt x="2294255" y="1017866"/>
                  </a:lnTo>
                  <a:lnTo>
                    <a:pt x="2295143" y="1017866"/>
                  </a:lnTo>
                  <a:lnTo>
                    <a:pt x="2296667" y="1019454"/>
                  </a:lnTo>
                  <a:lnTo>
                    <a:pt x="2297430" y="1020254"/>
                  </a:lnTo>
                  <a:lnTo>
                    <a:pt x="2299081" y="1021841"/>
                  </a:lnTo>
                  <a:lnTo>
                    <a:pt x="2299842" y="1021841"/>
                  </a:lnTo>
                  <a:lnTo>
                    <a:pt x="2299842" y="1022629"/>
                  </a:lnTo>
                  <a:lnTo>
                    <a:pt x="2301493" y="1022629"/>
                  </a:lnTo>
                  <a:lnTo>
                    <a:pt x="2302256" y="1024216"/>
                  </a:lnTo>
                  <a:lnTo>
                    <a:pt x="2303780" y="1024216"/>
                  </a:lnTo>
                  <a:lnTo>
                    <a:pt x="2303780" y="1025004"/>
                  </a:lnTo>
                  <a:lnTo>
                    <a:pt x="2304668" y="1025004"/>
                  </a:lnTo>
                  <a:lnTo>
                    <a:pt x="2305431" y="1025804"/>
                  </a:lnTo>
                  <a:lnTo>
                    <a:pt x="2306955" y="1027391"/>
                  </a:lnTo>
                  <a:lnTo>
                    <a:pt x="2307843" y="1027391"/>
                  </a:lnTo>
                  <a:lnTo>
                    <a:pt x="2309367" y="1028179"/>
                  </a:lnTo>
                  <a:lnTo>
                    <a:pt x="2310130" y="1029766"/>
                  </a:lnTo>
                  <a:lnTo>
                    <a:pt x="2311781" y="1029766"/>
                  </a:lnTo>
                  <a:lnTo>
                    <a:pt x="2312542" y="1030566"/>
                  </a:lnTo>
                  <a:lnTo>
                    <a:pt x="2314193" y="1032154"/>
                  </a:lnTo>
                  <a:lnTo>
                    <a:pt x="2314956" y="1032154"/>
                  </a:lnTo>
                  <a:lnTo>
                    <a:pt x="2314956" y="1032941"/>
                  </a:lnTo>
                  <a:lnTo>
                    <a:pt x="2315717" y="1032941"/>
                  </a:lnTo>
                  <a:lnTo>
                    <a:pt x="2317368" y="1034529"/>
                  </a:lnTo>
                  <a:lnTo>
                    <a:pt x="2318131" y="1035316"/>
                  </a:lnTo>
                  <a:lnTo>
                    <a:pt x="2319782" y="1035316"/>
                  </a:lnTo>
                  <a:lnTo>
                    <a:pt x="2319782" y="1036116"/>
                  </a:lnTo>
                  <a:lnTo>
                    <a:pt x="2320543" y="1036116"/>
                  </a:lnTo>
                  <a:lnTo>
                    <a:pt x="2322067" y="1037704"/>
                  </a:lnTo>
                  <a:lnTo>
                    <a:pt x="2322957" y="1038491"/>
                  </a:lnTo>
                  <a:lnTo>
                    <a:pt x="2323718" y="1038491"/>
                  </a:lnTo>
                  <a:lnTo>
                    <a:pt x="2323718" y="1040079"/>
                  </a:lnTo>
                  <a:lnTo>
                    <a:pt x="2325242" y="1040079"/>
                  </a:lnTo>
                  <a:lnTo>
                    <a:pt x="2325242" y="1040879"/>
                  </a:lnTo>
                  <a:lnTo>
                    <a:pt x="2326132" y="1040879"/>
                  </a:lnTo>
                  <a:lnTo>
                    <a:pt x="2326132" y="1042454"/>
                  </a:lnTo>
                  <a:lnTo>
                    <a:pt x="2327656" y="1042454"/>
                  </a:lnTo>
                  <a:lnTo>
                    <a:pt x="2327656" y="1043254"/>
                  </a:lnTo>
                  <a:lnTo>
                    <a:pt x="2328417" y="1044841"/>
                  </a:lnTo>
                  <a:lnTo>
                    <a:pt x="2330068" y="1044841"/>
                  </a:lnTo>
                  <a:lnTo>
                    <a:pt x="2330068" y="1045629"/>
                  </a:lnTo>
                  <a:lnTo>
                    <a:pt x="2330831" y="1046429"/>
                  </a:lnTo>
                  <a:lnTo>
                    <a:pt x="2332482" y="1048016"/>
                  </a:lnTo>
                  <a:lnTo>
                    <a:pt x="2333243" y="1048804"/>
                  </a:lnTo>
                  <a:lnTo>
                    <a:pt x="2334006" y="1050391"/>
                  </a:lnTo>
                  <a:lnTo>
                    <a:pt x="2335657" y="1051179"/>
                  </a:lnTo>
                  <a:lnTo>
                    <a:pt x="2336418" y="1052766"/>
                  </a:lnTo>
                  <a:lnTo>
                    <a:pt x="2337942" y="1053566"/>
                  </a:lnTo>
                  <a:lnTo>
                    <a:pt x="2337942" y="1055154"/>
                  </a:lnTo>
                  <a:lnTo>
                    <a:pt x="2338832" y="1055154"/>
                  </a:lnTo>
                  <a:lnTo>
                    <a:pt x="2340356" y="1055941"/>
                  </a:lnTo>
                  <a:lnTo>
                    <a:pt x="2341117" y="1056741"/>
                  </a:lnTo>
                  <a:lnTo>
                    <a:pt x="2341117" y="1058329"/>
                  </a:lnTo>
                  <a:lnTo>
                    <a:pt x="2342768" y="1058329"/>
                  </a:lnTo>
                  <a:lnTo>
                    <a:pt x="2343531" y="1059116"/>
                  </a:lnTo>
                  <a:lnTo>
                    <a:pt x="2343531" y="1060704"/>
                  </a:lnTo>
                  <a:lnTo>
                    <a:pt x="2344419" y="1060704"/>
                  </a:lnTo>
                  <a:lnTo>
                    <a:pt x="2344419" y="1061491"/>
                  </a:lnTo>
                  <a:lnTo>
                    <a:pt x="2345943" y="1061491"/>
                  </a:lnTo>
                  <a:lnTo>
                    <a:pt x="2345943" y="1063078"/>
                  </a:lnTo>
                  <a:lnTo>
                    <a:pt x="2346706" y="1063879"/>
                  </a:lnTo>
                  <a:lnTo>
                    <a:pt x="2348357" y="1063879"/>
                  </a:lnTo>
                  <a:lnTo>
                    <a:pt x="2348357" y="1065466"/>
                  </a:lnTo>
                  <a:lnTo>
                    <a:pt x="2349118" y="1066253"/>
                  </a:lnTo>
                  <a:lnTo>
                    <a:pt x="2350769" y="1067054"/>
                  </a:lnTo>
                  <a:lnTo>
                    <a:pt x="2350769" y="1068641"/>
                  </a:lnTo>
                  <a:lnTo>
                    <a:pt x="2351532" y="1068641"/>
                  </a:lnTo>
                  <a:lnTo>
                    <a:pt x="2353056" y="1069428"/>
                  </a:lnTo>
                  <a:lnTo>
                    <a:pt x="2353056" y="1071016"/>
                  </a:lnTo>
                  <a:lnTo>
                    <a:pt x="2353944" y="1071803"/>
                  </a:lnTo>
                  <a:lnTo>
                    <a:pt x="2354707" y="1073391"/>
                  </a:lnTo>
                  <a:lnTo>
                    <a:pt x="2356231" y="1074191"/>
                  </a:lnTo>
                  <a:lnTo>
                    <a:pt x="2357119" y="1075778"/>
                  </a:lnTo>
                  <a:lnTo>
                    <a:pt x="2358643" y="1076566"/>
                  </a:lnTo>
                  <a:lnTo>
                    <a:pt x="2359406" y="1077366"/>
                  </a:lnTo>
                  <a:lnTo>
                    <a:pt x="2361057" y="1078941"/>
                  </a:lnTo>
                  <a:lnTo>
                    <a:pt x="2361818" y="1081328"/>
                  </a:lnTo>
                  <a:lnTo>
                    <a:pt x="2363469" y="1082116"/>
                  </a:lnTo>
                  <a:lnTo>
                    <a:pt x="2364232" y="1083703"/>
                  </a:lnTo>
                  <a:lnTo>
                    <a:pt x="2364993" y="1085291"/>
                  </a:lnTo>
                  <a:lnTo>
                    <a:pt x="2366644" y="1086878"/>
                  </a:lnTo>
                  <a:lnTo>
                    <a:pt x="2367407" y="1087666"/>
                  </a:lnTo>
                  <a:lnTo>
                    <a:pt x="2369058" y="1089253"/>
                  </a:lnTo>
                  <a:lnTo>
                    <a:pt x="2369058" y="1090053"/>
                  </a:lnTo>
                  <a:lnTo>
                    <a:pt x="2369819" y="1091641"/>
                  </a:lnTo>
                  <a:lnTo>
                    <a:pt x="2371343" y="1092428"/>
                  </a:lnTo>
                  <a:lnTo>
                    <a:pt x="2372233" y="1092428"/>
                  </a:lnTo>
                  <a:lnTo>
                    <a:pt x="2372233" y="1094016"/>
                  </a:lnTo>
                  <a:lnTo>
                    <a:pt x="2373757" y="1094816"/>
                  </a:lnTo>
                  <a:lnTo>
                    <a:pt x="2373757" y="1095603"/>
                  </a:lnTo>
                  <a:lnTo>
                    <a:pt x="2374518" y="1097191"/>
                  </a:lnTo>
                  <a:lnTo>
                    <a:pt x="2375408" y="1097191"/>
                  </a:lnTo>
                  <a:lnTo>
                    <a:pt x="2375408" y="1097978"/>
                  </a:lnTo>
                  <a:lnTo>
                    <a:pt x="2376932" y="1099566"/>
                  </a:lnTo>
                  <a:lnTo>
                    <a:pt x="2376932" y="1100366"/>
                  </a:lnTo>
                  <a:lnTo>
                    <a:pt x="2377693" y="1101953"/>
                  </a:lnTo>
                  <a:lnTo>
                    <a:pt x="2379344" y="1101953"/>
                  </a:lnTo>
                  <a:lnTo>
                    <a:pt x="2379344" y="1102741"/>
                  </a:lnTo>
                  <a:lnTo>
                    <a:pt x="2380107" y="1104328"/>
                  </a:lnTo>
                  <a:lnTo>
                    <a:pt x="2381758" y="1105128"/>
                  </a:lnTo>
                  <a:lnTo>
                    <a:pt x="2381758" y="1105916"/>
                  </a:lnTo>
                  <a:lnTo>
                    <a:pt x="2382519" y="1107503"/>
                  </a:lnTo>
                  <a:lnTo>
                    <a:pt x="2384043" y="1108290"/>
                  </a:lnTo>
                  <a:lnTo>
                    <a:pt x="2384933" y="1109878"/>
                  </a:lnTo>
                  <a:lnTo>
                    <a:pt x="2385694" y="1112266"/>
                  </a:lnTo>
                  <a:lnTo>
                    <a:pt x="2387218" y="1113053"/>
                  </a:lnTo>
                  <a:lnTo>
                    <a:pt x="2388108" y="1114640"/>
                  </a:lnTo>
                  <a:lnTo>
                    <a:pt x="2389632" y="1116228"/>
                  </a:lnTo>
                  <a:lnTo>
                    <a:pt x="2390393" y="1117815"/>
                  </a:lnTo>
                  <a:lnTo>
                    <a:pt x="2392044" y="1120190"/>
                  </a:lnTo>
                  <a:lnTo>
                    <a:pt x="2392807" y="1122578"/>
                  </a:lnTo>
                  <a:lnTo>
                    <a:pt x="2394458" y="1123365"/>
                  </a:lnTo>
                  <a:lnTo>
                    <a:pt x="2395219" y="1124953"/>
                  </a:lnTo>
                  <a:lnTo>
                    <a:pt x="2395982" y="1125740"/>
                  </a:lnTo>
                  <a:lnTo>
                    <a:pt x="2397633" y="1128128"/>
                  </a:lnTo>
                  <a:lnTo>
                    <a:pt x="2397633" y="1128915"/>
                  </a:lnTo>
                  <a:lnTo>
                    <a:pt x="2398394" y="1130503"/>
                  </a:lnTo>
                  <a:lnTo>
                    <a:pt x="2400045" y="1131303"/>
                  </a:lnTo>
                  <a:lnTo>
                    <a:pt x="2400808" y="1132878"/>
                  </a:lnTo>
                  <a:lnTo>
                    <a:pt x="2400808" y="1133678"/>
                  </a:lnTo>
                  <a:lnTo>
                    <a:pt x="2402332" y="1135265"/>
                  </a:lnTo>
                  <a:lnTo>
                    <a:pt x="2403220" y="1135265"/>
                  </a:lnTo>
                  <a:lnTo>
                    <a:pt x="2403220" y="1136053"/>
                  </a:lnTo>
                  <a:lnTo>
                    <a:pt x="2403983" y="1136853"/>
                  </a:lnTo>
                  <a:lnTo>
                    <a:pt x="2403983" y="1138440"/>
                  </a:lnTo>
                  <a:lnTo>
                    <a:pt x="2405507" y="1139228"/>
                  </a:lnTo>
                  <a:lnTo>
                    <a:pt x="2406395" y="1140815"/>
                  </a:lnTo>
                  <a:lnTo>
                    <a:pt x="2407919" y="1141615"/>
                  </a:lnTo>
                  <a:lnTo>
                    <a:pt x="2407919" y="1143190"/>
                  </a:lnTo>
                  <a:lnTo>
                    <a:pt x="2408682" y="1143990"/>
                  </a:lnTo>
                  <a:lnTo>
                    <a:pt x="2410333" y="1145578"/>
                  </a:lnTo>
                  <a:lnTo>
                    <a:pt x="2411094" y="1146365"/>
                  </a:lnTo>
                  <a:lnTo>
                    <a:pt x="2411094" y="1147165"/>
                  </a:lnTo>
                  <a:lnTo>
                    <a:pt x="2412745" y="1148753"/>
                  </a:lnTo>
                  <a:lnTo>
                    <a:pt x="2413508" y="1151128"/>
                  </a:lnTo>
                  <a:lnTo>
                    <a:pt x="2414269" y="1151915"/>
                  </a:lnTo>
                  <a:lnTo>
                    <a:pt x="2415920" y="1153502"/>
                  </a:lnTo>
                  <a:lnTo>
                    <a:pt x="2416683" y="1155890"/>
                  </a:lnTo>
                  <a:lnTo>
                    <a:pt x="2418207" y="1156677"/>
                  </a:lnTo>
                  <a:lnTo>
                    <a:pt x="2419095" y="1159065"/>
                  </a:lnTo>
                  <a:lnTo>
                    <a:pt x="2420619" y="1161440"/>
                  </a:lnTo>
                  <a:lnTo>
                    <a:pt x="2423033" y="1162227"/>
                  </a:lnTo>
                  <a:lnTo>
                    <a:pt x="2423794" y="1164615"/>
                  </a:lnTo>
                  <a:lnTo>
                    <a:pt x="2424684" y="1166202"/>
                  </a:lnTo>
                  <a:lnTo>
                    <a:pt x="2426208" y="1166990"/>
                  </a:lnTo>
                  <a:lnTo>
                    <a:pt x="2426208" y="1167790"/>
                  </a:lnTo>
                  <a:lnTo>
                    <a:pt x="2426969" y="1170165"/>
                  </a:lnTo>
                  <a:lnTo>
                    <a:pt x="2428620" y="1171752"/>
                  </a:lnTo>
                  <a:lnTo>
                    <a:pt x="2429383" y="1172540"/>
                  </a:lnTo>
                  <a:lnTo>
                    <a:pt x="2429383" y="1174127"/>
                  </a:lnTo>
                  <a:lnTo>
                    <a:pt x="2431034" y="1174927"/>
                  </a:lnTo>
                  <a:lnTo>
                    <a:pt x="2431795" y="1174927"/>
                  </a:lnTo>
                  <a:lnTo>
                    <a:pt x="2431795" y="1175715"/>
                  </a:lnTo>
                  <a:lnTo>
                    <a:pt x="2433319" y="1177302"/>
                  </a:lnTo>
                  <a:lnTo>
                    <a:pt x="2433319" y="1178090"/>
                  </a:lnTo>
                  <a:lnTo>
                    <a:pt x="2434209" y="1179677"/>
                  </a:lnTo>
                  <a:lnTo>
                    <a:pt x="2434970" y="1180477"/>
                  </a:lnTo>
                  <a:lnTo>
                    <a:pt x="2434970" y="1182065"/>
                  </a:lnTo>
                  <a:lnTo>
                    <a:pt x="2436494" y="1182852"/>
                  </a:lnTo>
                  <a:lnTo>
                    <a:pt x="2436494" y="1184440"/>
                  </a:lnTo>
                  <a:lnTo>
                    <a:pt x="2437384" y="1184440"/>
                  </a:lnTo>
                  <a:lnTo>
                    <a:pt x="2437384" y="1185240"/>
                  </a:lnTo>
                  <a:lnTo>
                    <a:pt x="2438908" y="1186027"/>
                  </a:lnTo>
                  <a:lnTo>
                    <a:pt x="2439669" y="1187615"/>
                  </a:lnTo>
                  <a:lnTo>
                    <a:pt x="2439669" y="1188402"/>
                  </a:lnTo>
                  <a:lnTo>
                    <a:pt x="2441320" y="1189989"/>
                  </a:lnTo>
                  <a:lnTo>
                    <a:pt x="2441320" y="1190790"/>
                  </a:lnTo>
                  <a:lnTo>
                    <a:pt x="2442083" y="1192377"/>
                  </a:lnTo>
                  <a:lnTo>
                    <a:pt x="2443734" y="1193164"/>
                  </a:lnTo>
                  <a:lnTo>
                    <a:pt x="2443734" y="1195552"/>
                  </a:lnTo>
                  <a:lnTo>
                    <a:pt x="2444495" y="1196339"/>
                  </a:lnTo>
                </a:path>
                <a:path w="3161029" h="1470660">
                  <a:moveTo>
                    <a:pt x="1760219" y="1470660"/>
                  </a:moveTo>
                  <a:lnTo>
                    <a:pt x="1760219" y="1470660"/>
                  </a:lnTo>
                  <a:lnTo>
                    <a:pt x="2037588" y="1470660"/>
                  </a:lnTo>
                  <a:lnTo>
                    <a:pt x="2042414" y="1469859"/>
                  </a:lnTo>
                  <a:lnTo>
                    <a:pt x="2070989" y="1469859"/>
                  </a:lnTo>
                  <a:lnTo>
                    <a:pt x="2071750" y="1468272"/>
                  </a:lnTo>
                  <a:lnTo>
                    <a:pt x="2086864" y="1468272"/>
                  </a:lnTo>
                  <a:lnTo>
                    <a:pt x="2087625" y="1467472"/>
                  </a:lnTo>
                  <a:lnTo>
                    <a:pt x="2094864" y="1467472"/>
                  </a:lnTo>
                  <a:lnTo>
                    <a:pt x="2095626" y="1466684"/>
                  </a:lnTo>
                  <a:lnTo>
                    <a:pt x="2103500" y="1466684"/>
                  </a:lnTo>
                  <a:lnTo>
                    <a:pt x="2105914" y="1465097"/>
                  </a:lnTo>
                  <a:lnTo>
                    <a:pt x="2107565" y="1465097"/>
                  </a:lnTo>
                  <a:lnTo>
                    <a:pt x="2109850" y="1465097"/>
                  </a:lnTo>
                  <a:lnTo>
                    <a:pt x="2110740" y="1465097"/>
                  </a:lnTo>
                  <a:lnTo>
                    <a:pt x="2113025" y="1464297"/>
                  </a:lnTo>
                  <a:lnTo>
                    <a:pt x="2120265" y="1464297"/>
                  </a:lnTo>
                  <a:lnTo>
                    <a:pt x="2121026" y="1462709"/>
                  </a:lnTo>
                  <a:lnTo>
                    <a:pt x="2126615" y="1462709"/>
                  </a:lnTo>
                  <a:lnTo>
                    <a:pt x="2128139" y="1461909"/>
                  </a:lnTo>
                  <a:lnTo>
                    <a:pt x="2129028" y="1461909"/>
                  </a:lnTo>
                  <a:lnTo>
                    <a:pt x="2130551" y="1461909"/>
                  </a:lnTo>
                  <a:lnTo>
                    <a:pt x="2131314" y="1460322"/>
                  </a:lnTo>
                  <a:lnTo>
                    <a:pt x="2132965" y="1460322"/>
                  </a:lnTo>
                  <a:lnTo>
                    <a:pt x="2133726" y="1460322"/>
                  </a:lnTo>
                  <a:lnTo>
                    <a:pt x="2134489" y="1460322"/>
                  </a:lnTo>
                  <a:lnTo>
                    <a:pt x="2136140" y="1459522"/>
                  </a:lnTo>
                  <a:lnTo>
                    <a:pt x="2136901" y="1459522"/>
                  </a:lnTo>
                  <a:lnTo>
                    <a:pt x="2138553" y="1459522"/>
                  </a:lnTo>
                  <a:lnTo>
                    <a:pt x="2140966" y="1457934"/>
                  </a:lnTo>
                  <a:lnTo>
                    <a:pt x="2141728" y="1457934"/>
                  </a:lnTo>
                  <a:lnTo>
                    <a:pt x="2143251" y="1457934"/>
                  </a:lnTo>
                  <a:lnTo>
                    <a:pt x="2144903" y="1457134"/>
                  </a:lnTo>
                  <a:lnTo>
                    <a:pt x="2146426" y="1457134"/>
                  </a:lnTo>
                  <a:lnTo>
                    <a:pt x="2148840" y="1456347"/>
                  </a:lnTo>
                  <a:lnTo>
                    <a:pt x="2149601" y="1456347"/>
                  </a:lnTo>
                  <a:lnTo>
                    <a:pt x="2152015" y="1454746"/>
                  </a:lnTo>
                  <a:lnTo>
                    <a:pt x="2154428" y="1453959"/>
                  </a:lnTo>
                  <a:lnTo>
                    <a:pt x="2156841" y="1453959"/>
                  </a:lnTo>
                  <a:lnTo>
                    <a:pt x="2157603" y="1452372"/>
                  </a:lnTo>
                  <a:lnTo>
                    <a:pt x="2160016" y="1452372"/>
                  </a:lnTo>
                  <a:lnTo>
                    <a:pt x="2161540" y="1452372"/>
                  </a:lnTo>
                  <a:lnTo>
                    <a:pt x="2163953" y="1451571"/>
                  </a:lnTo>
                  <a:lnTo>
                    <a:pt x="2164715" y="1451571"/>
                  </a:lnTo>
                  <a:lnTo>
                    <a:pt x="2165476" y="1449984"/>
                  </a:lnTo>
                  <a:lnTo>
                    <a:pt x="2167128" y="1449984"/>
                  </a:lnTo>
                  <a:lnTo>
                    <a:pt x="2167890" y="1449984"/>
                  </a:lnTo>
                  <a:lnTo>
                    <a:pt x="2169541" y="1449184"/>
                  </a:lnTo>
                  <a:lnTo>
                    <a:pt x="2170303" y="1449184"/>
                  </a:lnTo>
                  <a:lnTo>
                    <a:pt x="2171954" y="1449184"/>
                  </a:lnTo>
                  <a:lnTo>
                    <a:pt x="2172716" y="1447596"/>
                  </a:lnTo>
                  <a:lnTo>
                    <a:pt x="2173478" y="1447596"/>
                  </a:lnTo>
                  <a:lnTo>
                    <a:pt x="2175129" y="1447596"/>
                  </a:lnTo>
                  <a:lnTo>
                    <a:pt x="2175891" y="1446796"/>
                  </a:lnTo>
                  <a:lnTo>
                    <a:pt x="2177415" y="1446796"/>
                  </a:lnTo>
                  <a:lnTo>
                    <a:pt x="2178304" y="1446009"/>
                  </a:lnTo>
                  <a:lnTo>
                    <a:pt x="2179828" y="1446009"/>
                  </a:lnTo>
                  <a:lnTo>
                    <a:pt x="2180590" y="1444409"/>
                  </a:lnTo>
                  <a:lnTo>
                    <a:pt x="2182241" y="1444409"/>
                  </a:lnTo>
                  <a:lnTo>
                    <a:pt x="2183003" y="1443621"/>
                  </a:lnTo>
                  <a:lnTo>
                    <a:pt x="2183765" y="1443621"/>
                  </a:lnTo>
                  <a:lnTo>
                    <a:pt x="2185416" y="1442021"/>
                  </a:lnTo>
                  <a:lnTo>
                    <a:pt x="2187829" y="1442021"/>
                  </a:lnTo>
                  <a:lnTo>
                    <a:pt x="2188591" y="1441234"/>
                  </a:lnTo>
                  <a:lnTo>
                    <a:pt x="2190115" y="1439646"/>
                  </a:lnTo>
                  <a:lnTo>
                    <a:pt x="2192528" y="1439646"/>
                  </a:lnTo>
                  <a:lnTo>
                    <a:pt x="2193416" y="1438846"/>
                  </a:lnTo>
                  <a:lnTo>
                    <a:pt x="2195703" y="1437258"/>
                  </a:lnTo>
                  <a:lnTo>
                    <a:pt x="2196591" y="1436458"/>
                  </a:lnTo>
                  <a:lnTo>
                    <a:pt x="2198878" y="1436458"/>
                  </a:lnTo>
                  <a:lnTo>
                    <a:pt x="2200529" y="1435671"/>
                  </a:lnTo>
                  <a:lnTo>
                    <a:pt x="2202941" y="1434071"/>
                  </a:lnTo>
                  <a:lnTo>
                    <a:pt x="2203704" y="1434071"/>
                  </a:lnTo>
                  <a:lnTo>
                    <a:pt x="2204466" y="1433283"/>
                  </a:lnTo>
                  <a:lnTo>
                    <a:pt x="2206116" y="1431683"/>
                  </a:lnTo>
                  <a:lnTo>
                    <a:pt x="2206879" y="1431683"/>
                  </a:lnTo>
                  <a:lnTo>
                    <a:pt x="2208403" y="1430896"/>
                  </a:lnTo>
                  <a:lnTo>
                    <a:pt x="2209291" y="1430896"/>
                  </a:lnTo>
                  <a:lnTo>
                    <a:pt x="2210816" y="1430896"/>
                  </a:lnTo>
                  <a:lnTo>
                    <a:pt x="2211578" y="1429308"/>
                  </a:lnTo>
                  <a:lnTo>
                    <a:pt x="2213229" y="1429308"/>
                  </a:lnTo>
                  <a:lnTo>
                    <a:pt x="2213229" y="1428508"/>
                  </a:lnTo>
                  <a:lnTo>
                    <a:pt x="2213991" y="1428508"/>
                  </a:lnTo>
                  <a:lnTo>
                    <a:pt x="2214753" y="1427708"/>
                  </a:lnTo>
                  <a:lnTo>
                    <a:pt x="2216404" y="1427708"/>
                  </a:lnTo>
                  <a:lnTo>
                    <a:pt x="2217166" y="1427708"/>
                  </a:lnTo>
                  <a:lnTo>
                    <a:pt x="2217166" y="1426121"/>
                  </a:lnTo>
                  <a:lnTo>
                    <a:pt x="2218816" y="1426121"/>
                  </a:lnTo>
                  <a:lnTo>
                    <a:pt x="2219579" y="1425320"/>
                  </a:lnTo>
                  <a:lnTo>
                    <a:pt x="2221230" y="1425320"/>
                  </a:lnTo>
                  <a:lnTo>
                    <a:pt x="2221991" y="1423733"/>
                  </a:lnTo>
                  <a:lnTo>
                    <a:pt x="2223516" y="1423733"/>
                  </a:lnTo>
                  <a:lnTo>
                    <a:pt x="2224405" y="1422946"/>
                  </a:lnTo>
                  <a:lnTo>
                    <a:pt x="2225166" y="1422946"/>
                  </a:lnTo>
                  <a:lnTo>
                    <a:pt x="2226691" y="1421345"/>
                  </a:lnTo>
                  <a:lnTo>
                    <a:pt x="2227580" y="1421345"/>
                  </a:lnTo>
                  <a:lnTo>
                    <a:pt x="2229104" y="1420558"/>
                  </a:lnTo>
                  <a:lnTo>
                    <a:pt x="2229866" y="1418958"/>
                  </a:lnTo>
                  <a:lnTo>
                    <a:pt x="2231516" y="1418170"/>
                  </a:lnTo>
                  <a:lnTo>
                    <a:pt x="2233930" y="1418170"/>
                  </a:lnTo>
                  <a:lnTo>
                    <a:pt x="2234691" y="1417370"/>
                  </a:lnTo>
                  <a:lnTo>
                    <a:pt x="2237105" y="1415783"/>
                  </a:lnTo>
                  <a:lnTo>
                    <a:pt x="2237866" y="1414983"/>
                  </a:lnTo>
                  <a:lnTo>
                    <a:pt x="2239391" y="1414983"/>
                  </a:lnTo>
                  <a:lnTo>
                    <a:pt x="2240280" y="1413395"/>
                  </a:lnTo>
                  <a:lnTo>
                    <a:pt x="2241804" y="1413395"/>
                  </a:lnTo>
                  <a:lnTo>
                    <a:pt x="2242692" y="1412595"/>
                  </a:lnTo>
                  <a:lnTo>
                    <a:pt x="2243455" y="1411008"/>
                  </a:lnTo>
                  <a:lnTo>
                    <a:pt x="2244979" y="1411008"/>
                  </a:lnTo>
                  <a:lnTo>
                    <a:pt x="2245867" y="1410220"/>
                  </a:lnTo>
                  <a:lnTo>
                    <a:pt x="2247391" y="1410220"/>
                  </a:lnTo>
                  <a:lnTo>
                    <a:pt x="2248154" y="1408620"/>
                  </a:lnTo>
                  <a:lnTo>
                    <a:pt x="2249805" y="1408620"/>
                  </a:lnTo>
                  <a:lnTo>
                    <a:pt x="2249805" y="1407833"/>
                  </a:lnTo>
                  <a:lnTo>
                    <a:pt x="2250566" y="1407833"/>
                  </a:lnTo>
                  <a:lnTo>
                    <a:pt x="2252217" y="1407833"/>
                  </a:lnTo>
                  <a:lnTo>
                    <a:pt x="2252217" y="1407033"/>
                  </a:lnTo>
                  <a:lnTo>
                    <a:pt x="2252980" y="1407033"/>
                  </a:lnTo>
                  <a:lnTo>
                    <a:pt x="2253741" y="1405445"/>
                  </a:lnTo>
                  <a:lnTo>
                    <a:pt x="2255392" y="1404645"/>
                  </a:lnTo>
                  <a:lnTo>
                    <a:pt x="2256155" y="1404645"/>
                  </a:lnTo>
                  <a:lnTo>
                    <a:pt x="2257679" y="1404645"/>
                  </a:lnTo>
                  <a:lnTo>
                    <a:pt x="2257679" y="1403057"/>
                  </a:lnTo>
                  <a:lnTo>
                    <a:pt x="2258567" y="1402257"/>
                  </a:lnTo>
                  <a:lnTo>
                    <a:pt x="2260091" y="1402257"/>
                  </a:lnTo>
                  <a:lnTo>
                    <a:pt x="2260854" y="1400670"/>
                  </a:lnTo>
                  <a:lnTo>
                    <a:pt x="2262505" y="1400670"/>
                  </a:lnTo>
                  <a:lnTo>
                    <a:pt x="2263266" y="1399870"/>
                  </a:lnTo>
                  <a:lnTo>
                    <a:pt x="2264029" y="1398282"/>
                  </a:lnTo>
                  <a:lnTo>
                    <a:pt x="2265680" y="1398282"/>
                  </a:lnTo>
                  <a:lnTo>
                    <a:pt x="2266441" y="1397495"/>
                  </a:lnTo>
                  <a:lnTo>
                    <a:pt x="2268092" y="1396695"/>
                  </a:lnTo>
                  <a:lnTo>
                    <a:pt x="2268855" y="1396695"/>
                  </a:lnTo>
                  <a:lnTo>
                    <a:pt x="2270506" y="1395107"/>
                  </a:lnTo>
                  <a:lnTo>
                    <a:pt x="2271267" y="1394307"/>
                  </a:lnTo>
                  <a:lnTo>
                    <a:pt x="2272791" y="1394307"/>
                  </a:lnTo>
                  <a:lnTo>
                    <a:pt x="2273681" y="1392720"/>
                  </a:lnTo>
                  <a:lnTo>
                    <a:pt x="2274442" y="1391920"/>
                  </a:lnTo>
                  <a:lnTo>
                    <a:pt x="2275966" y="1391920"/>
                  </a:lnTo>
                  <a:lnTo>
                    <a:pt x="2276856" y="1390332"/>
                  </a:lnTo>
                  <a:lnTo>
                    <a:pt x="2278380" y="1389532"/>
                  </a:lnTo>
                  <a:lnTo>
                    <a:pt x="2279141" y="1389532"/>
                  </a:lnTo>
                  <a:lnTo>
                    <a:pt x="2280792" y="1387944"/>
                  </a:lnTo>
                  <a:lnTo>
                    <a:pt x="2281555" y="1387144"/>
                  </a:lnTo>
                  <a:lnTo>
                    <a:pt x="2283206" y="1387144"/>
                  </a:lnTo>
                  <a:lnTo>
                    <a:pt x="2283206" y="1386357"/>
                  </a:lnTo>
                  <a:lnTo>
                    <a:pt x="2283967" y="1386357"/>
                  </a:lnTo>
                  <a:lnTo>
                    <a:pt x="2284730" y="1384769"/>
                  </a:lnTo>
                  <a:lnTo>
                    <a:pt x="2286381" y="1383969"/>
                  </a:lnTo>
                  <a:lnTo>
                    <a:pt x="2287142" y="1382382"/>
                  </a:lnTo>
                  <a:lnTo>
                    <a:pt x="2288666" y="1382382"/>
                  </a:lnTo>
                  <a:lnTo>
                    <a:pt x="2288666" y="1381582"/>
                  </a:lnTo>
                  <a:lnTo>
                    <a:pt x="2289556" y="1381582"/>
                  </a:lnTo>
                  <a:lnTo>
                    <a:pt x="2291080" y="1379994"/>
                  </a:lnTo>
                  <a:lnTo>
                    <a:pt x="2291841" y="1379194"/>
                  </a:lnTo>
                  <a:lnTo>
                    <a:pt x="2293492" y="1379194"/>
                  </a:lnTo>
                  <a:lnTo>
                    <a:pt x="2293492" y="1377607"/>
                  </a:lnTo>
                  <a:lnTo>
                    <a:pt x="2294255" y="1377607"/>
                  </a:lnTo>
                  <a:lnTo>
                    <a:pt x="2294255" y="1376807"/>
                  </a:lnTo>
                  <a:lnTo>
                    <a:pt x="2295143" y="1376807"/>
                  </a:lnTo>
                  <a:lnTo>
                    <a:pt x="2296667" y="1376807"/>
                  </a:lnTo>
                  <a:lnTo>
                    <a:pt x="2296667" y="1376019"/>
                  </a:lnTo>
                  <a:lnTo>
                    <a:pt x="2297430" y="1376019"/>
                  </a:lnTo>
                  <a:lnTo>
                    <a:pt x="2297430" y="1374419"/>
                  </a:lnTo>
                  <a:lnTo>
                    <a:pt x="2299081" y="1374419"/>
                  </a:lnTo>
                  <a:lnTo>
                    <a:pt x="2299081" y="1373632"/>
                  </a:lnTo>
                  <a:lnTo>
                    <a:pt x="2299842" y="1373632"/>
                  </a:lnTo>
                  <a:lnTo>
                    <a:pt x="2301493" y="1373632"/>
                  </a:lnTo>
                  <a:lnTo>
                    <a:pt x="2301493" y="1372044"/>
                  </a:lnTo>
                  <a:lnTo>
                    <a:pt x="2302256" y="1372044"/>
                  </a:lnTo>
                  <a:lnTo>
                    <a:pt x="2303780" y="1371244"/>
                  </a:lnTo>
                  <a:lnTo>
                    <a:pt x="2304668" y="1369656"/>
                  </a:lnTo>
                  <a:lnTo>
                    <a:pt x="2305431" y="1369656"/>
                  </a:lnTo>
                  <a:lnTo>
                    <a:pt x="2305431" y="1368856"/>
                  </a:lnTo>
                  <a:lnTo>
                    <a:pt x="2306955" y="1368856"/>
                  </a:lnTo>
                  <a:lnTo>
                    <a:pt x="2307843" y="1367269"/>
                  </a:lnTo>
                  <a:lnTo>
                    <a:pt x="2309367" y="1367269"/>
                  </a:lnTo>
                  <a:lnTo>
                    <a:pt x="2309367" y="1366469"/>
                  </a:lnTo>
                  <a:lnTo>
                    <a:pt x="2310130" y="1366469"/>
                  </a:lnTo>
                  <a:lnTo>
                    <a:pt x="2311781" y="1365681"/>
                  </a:lnTo>
                  <a:lnTo>
                    <a:pt x="2312542" y="1364081"/>
                  </a:lnTo>
                  <a:lnTo>
                    <a:pt x="2314193" y="1364081"/>
                  </a:lnTo>
                  <a:lnTo>
                    <a:pt x="2314956" y="1363294"/>
                  </a:lnTo>
                  <a:lnTo>
                    <a:pt x="2315717" y="1361694"/>
                  </a:lnTo>
                  <a:lnTo>
                    <a:pt x="2317368" y="1361694"/>
                  </a:lnTo>
                  <a:lnTo>
                    <a:pt x="2317368" y="1360906"/>
                  </a:lnTo>
                  <a:lnTo>
                    <a:pt x="2318131" y="1360906"/>
                  </a:lnTo>
                  <a:lnTo>
                    <a:pt x="2319782" y="1359319"/>
                  </a:lnTo>
                  <a:lnTo>
                    <a:pt x="2320543" y="1359319"/>
                  </a:lnTo>
                  <a:lnTo>
                    <a:pt x="2320543" y="1358519"/>
                  </a:lnTo>
                  <a:lnTo>
                    <a:pt x="2322067" y="1358519"/>
                  </a:lnTo>
                  <a:lnTo>
                    <a:pt x="2322067" y="1356931"/>
                  </a:lnTo>
                  <a:lnTo>
                    <a:pt x="2322957" y="1356931"/>
                  </a:lnTo>
                  <a:lnTo>
                    <a:pt x="2323718" y="1356131"/>
                  </a:lnTo>
                  <a:lnTo>
                    <a:pt x="2325242" y="1355344"/>
                  </a:lnTo>
                  <a:lnTo>
                    <a:pt x="2326132" y="1353743"/>
                  </a:lnTo>
                  <a:lnTo>
                    <a:pt x="2327656" y="1352956"/>
                  </a:lnTo>
                  <a:lnTo>
                    <a:pt x="2327656" y="1351356"/>
                  </a:lnTo>
                  <a:lnTo>
                    <a:pt x="2328417" y="1351356"/>
                  </a:lnTo>
                  <a:lnTo>
                    <a:pt x="2330068" y="1350568"/>
                  </a:lnTo>
                  <a:lnTo>
                    <a:pt x="2330068" y="1348981"/>
                  </a:lnTo>
                  <a:lnTo>
                    <a:pt x="2330831" y="1348981"/>
                  </a:lnTo>
                  <a:lnTo>
                    <a:pt x="2332482" y="1348181"/>
                  </a:lnTo>
                  <a:lnTo>
                    <a:pt x="2333243" y="1347381"/>
                  </a:lnTo>
                  <a:lnTo>
                    <a:pt x="2334006" y="1345793"/>
                  </a:lnTo>
                  <a:lnTo>
                    <a:pt x="2335657" y="1344993"/>
                  </a:lnTo>
                  <a:lnTo>
                    <a:pt x="2336418" y="1343406"/>
                  </a:lnTo>
                  <a:lnTo>
                    <a:pt x="2337942" y="1342618"/>
                  </a:lnTo>
                  <a:lnTo>
                    <a:pt x="2337942" y="1341018"/>
                  </a:lnTo>
                  <a:lnTo>
                    <a:pt x="2338832" y="1340231"/>
                  </a:lnTo>
                  <a:lnTo>
                    <a:pt x="2340356" y="1338630"/>
                  </a:lnTo>
                  <a:lnTo>
                    <a:pt x="2341117" y="1338630"/>
                  </a:lnTo>
                  <a:lnTo>
                    <a:pt x="2341117" y="1337843"/>
                  </a:lnTo>
                  <a:lnTo>
                    <a:pt x="2342768" y="1337043"/>
                  </a:lnTo>
                  <a:lnTo>
                    <a:pt x="2343531" y="1335455"/>
                  </a:lnTo>
                  <a:lnTo>
                    <a:pt x="2344419" y="1334655"/>
                  </a:lnTo>
                  <a:lnTo>
                    <a:pt x="2345943" y="1333068"/>
                  </a:lnTo>
                  <a:lnTo>
                    <a:pt x="2345943" y="1332268"/>
                  </a:lnTo>
                  <a:lnTo>
                    <a:pt x="2346706" y="1332268"/>
                  </a:lnTo>
                  <a:lnTo>
                    <a:pt x="2348357" y="1330680"/>
                  </a:lnTo>
                  <a:lnTo>
                    <a:pt x="2349118" y="1329893"/>
                  </a:lnTo>
                  <a:lnTo>
                    <a:pt x="2349118" y="1328293"/>
                  </a:lnTo>
                  <a:lnTo>
                    <a:pt x="2350769" y="1328293"/>
                  </a:lnTo>
                  <a:lnTo>
                    <a:pt x="2350769" y="1327505"/>
                  </a:lnTo>
                  <a:lnTo>
                    <a:pt x="2351532" y="1326705"/>
                  </a:lnTo>
                  <a:lnTo>
                    <a:pt x="2353056" y="1325118"/>
                  </a:lnTo>
                  <a:lnTo>
                    <a:pt x="2353056" y="1324317"/>
                  </a:lnTo>
                  <a:lnTo>
                    <a:pt x="2353944" y="1324317"/>
                  </a:lnTo>
                  <a:lnTo>
                    <a:pt x="2354707" y="1322730"/>
                  </a:lnTo>
                  <a:lnTo>
                    <a:pt x="2356231" y="1321930"/>
                  </a:lnTo>
                  <a:lnTo>
                    <a:pt x="2357119" y="1320342"/>
                  </a:lnTo>
                  <a:lnTo>
                    <a:pt x="2358643" y="1317955"/>
                  </a:lnTo>
                  <a:lnTo>
                    <a:pt x="2359406" y="1317167"/>
                  </a:lnTo>
                  <a:lnTo>
                    <a:pt x="2361057" y="1316367"/>
                  </a:lnTo>
                  <a:lnTo>
                    <a:pt x="2361818" y="1314780"/>
                  </a:lnTo>
                  <a:lnTo>
                    <a:pt x="2363469" y="1312392"/>
                  </a:lnTo>
                  <a:lnTo>
                    <a:pt x="2364232" y="1311592"/>
                  </a:lnTo>
                  <a:lnTo>
                    <a:pt x="2364993" y="1310005"/>
                  </a:lnTo>
                  <a:lnTo>
                    <a:pt x="2366644" y="1309204"/>
                  </a:lnTo>
                  <a:lnTo>
                    <a:pt x="2367407" y="1307617"/>
                  </a:lnTo>
                  <a:lnTo>
                    <a:pt x="2369058" y="1306817"/>
                  </a:lnTo>
                  <a:lnTo>
                    <a:pt x="2369058" y="1306029"/>
                  </a:lnTo>
                  <a:lnTo>
                    <a:pt x="2369819" y="1304442"/>
                  </a:lnTo>
                  <a:lnTo>
                    <a:pt x="2371343" y="1303642"/>
                  </a:lnTo>
                  <a:lnTo>
                    <a:pt x="2372233" y="1302054"/>
                  </a:lnTo>
                  <a:lnTo>
                    <a:pt x="2372233" y="1301254"/>
                  </a:lnTo>
                  <a:lnTo>
                    <a:pt x="2373757" y="1299667"/>
                  </a:lnTo>
                  <a:lnTo>
                    <a:pt x="2374518" y="1298867"/>
                  </a:lnTo>
                  <a:lnTo>
                    <a:pt x="2375408" y="1297279"/>
                  </a:lnTo>
                  <a:lnTo>
                    <a:pt x="2375408" y="1296479"/>
                  </a:lnTo>
                  <a:lnTo>
                    <a:pt x="2376932" y="1296479"/>
                  </a:lnTo>
                  <a:lnTo>
                    <a:pt x="2376932" y="1295692"/>
                  </a:lnTo>
                  <a:lnTo>
                    <a:pt x="2377693" y="1294091"/>
                  </a:lnTo>
                  <a:lnTo>
                    <a:pt x="2379344" y="1293304"/>
                  </a:lnTo>
                  <a:lnTo>
                    <a:pt x="2379344" y="1291717"/>
                  </a:lnTo>
                  <a:lnTo>
                    <a:pt x="2380107" y="1290916"/>
                  </a:lnTo>
                  <a:lnTo>
                    <a:pt x="2381758" y="1289329"/>
                  </a:lnTo>
                  <a:lnTo>
                    <a:pt x="2381758" y="1288529"/>
                  </a:lnTo>
                  <a:lnTo>
                    <a:pt x="2382519" y="1286941"/>
                  </a:lnTo>
                  <a:lnTo>
                    <a:pt x="2384043" y="1286141"/>
                  </a:lnTo>
                  <a:lnTo>
                    <a:pt x="2384933" y="1285354"/>
                  </a:lnTo>
                  <a:lnTo>
                    <a:pt x="2385694" y="1283754"/>
                  </a:lnTo>
                  <a:lnTo>
                    <a:pt x="2387218" y="1282966"/>
                  </a:lnTo>
                  <a:lnTo>
                    <a:pt x="2388108" y="1280579"/>
                  </a:lnTo>
                  <a:lnTo>
                    <a:pt x="2389632" y="1278991"/>
                  </a:lnTo>
                  <a:lnTo>
                    <a:pt x="2390393" y="1276604"/>
                  </a:lnTo>
                  <a:lnTo>
                    <a:pt x="2392044" y="1275003"/>
                  </a:lnTo>
                  <a:lnTo>
                    <a:pt x="2392807" y="1273416"/>
                  </a:lnTo>
                  <a:lnTo>
                    <a:pt x="2394458" y="1272628"/>
                  </a:lnTo>
                  <a:lnTo>
                    <a:pt x="2395219" y="1270241"/>
                  </a:lnTo>
                  <a:lnTo>
                    <a:pt x="2395982" y="1268641"/>
                  </a:lnTo>
                  <a:lnTo>
                    <a:pt x="2397633" y="1267853"/>
                  </a:lnTo>
                  <a:lnTo>
                    <a:pt x="2397633" y="1266266"/>
                  </a:lnTo>
                  <a:lnTo>
                    <a:pt x="2398394" y="1265466"/>
                  </a:lnTo>
                  <a:lnTo>
                    <a:pt x="2400045" y="1264666"/>
                  </a:lnTo>
                  <a:lnTo>
                    <a:pt x="2400808" y="1263078"/>
                  </a:lnTo>
                  <a:lnTo>
                    <a:pt x="2400808" y="1262291"/>
                  </a:lnTo>
                  <a:lnTo>
                    <a:pt x="2402332" y="1260690"/>
                  </a:lnTo>
                  <a:lnTo>
                    <a:pt x="2403220" y="1259903"/>
                  </a:lnTo>
                  <a:lnTo>
                    <a:pt x="2403220" y="1258303"/>
                  </a:lnTo>
                  <a:lnTo>
                    <a:pt x="2403983" y="1257515"/>
                  </a:lnTo>
                  <a:lnTo>
                    <a:pt x="2405507" y="1256715"/>
                  </a:lnTo>
                  <a:lnTo>
                    <a:pt x="2406395" y="1255128"/>
                  </a:lnTo>
                  <a:lnTo>
                    <a:pt x="2406395" y="1254328"/>
                  </a:lnTo>
                  <a:lnTo>
                    <a:pt x="2407919" y="1252740"/>
                  </a:lnTo>
                  <a:lnTo>
                    <a:pt x="2407919" y="1251940"/>
                  </a:lnTo>
                  <a:lnTo>
                    <a:pt x="2408682" y="1250353"/>
                  </a:lnTo>
                  <a:lnTo>
                    <a:pt x="2410333" y="1249565"/>
                  </a:lnTo>
                  <a:lnTo>
                    <a:pt x="2411094" y="1247965"/>
                  </a:lnTo>
                  <a:lnTo>
                    <a:pt x="2411094" y="1247178"/>
                  </a:lnTo>
                  <a:lnTo>
                    <a:pt x="2412745" y="1246378"/>
                  </a:lnTo>
                  <a:lnTo>
                    <a:pt x="2413508" y="1244790"/>
                  </a:lnTo>
                  <a:lnTo>
                    <a:pt x="2414269" y="1242402"/>
                  </a:lnTo>
                  <a:lnTo>
                    <a:pt x="2415920" y="1241602"/>
                  </a:lnTo>
                  <a:lnTo>
                    <a:pt x="2416683" y="1240015"/>
                  </a:lnTo>
                  <a:lnTo>
                    <a:pt x="2418207" y="1237627"/>
                  </a:lnTo>
                  <a:lnTo>
                    <a:pt x="2419095" y="1236040"/>
                  </a:lnTo>
                  <a:lnTo>
                    <a:pt x="2420619" y="1234452"/>
                  </a:lnTo>
                  <a:lnTo>
                    <a:pt x="2423033" y="1232065"/>
                  </a:lnTo>
                  <a:lnTo>
                    <a:pt x="2423794" y="1231264"/>
                  </a:lnTo>
                  <a:lnTo>
                    <a:pt x="2424684" y="1228877"/>
                  </a:lnTo>
                  <a:lnTo>
                    <a:pt x="2426208" y="1227289"/>
                  </a:lnTo>
                  <a:lnTo>
                    <a:pt x="2426208" y="1226489"/>
                  </a:lnTo>
                  <a:lnTo>
                    <a:pt x="2426969" y="1225702"/>
                  </a:lnTo>
                  <a:lnTo>
                    <a:pt x="2428620" y="1224114"/>
                  </a:lnTo>
                  <a:lnTo>
                    <a:pt x="2429383" y="1223314"/>
                  </a:lnTo>
                  <a:lnTo>
                    <a:pt x="2429383" y="1221727"/>
                  </a:lnTo>
                  <a:lnTo>
                    <a:pt x="2431034" y="1220927"/>
                  </a:lnTo>
                  <a:lnTo>
                    <a:pt x="2431795" y="1219339"/>
                  </a:lnTo>
                  <a:lnTo>
                    <a:pt x="2431795" y="1218539"/>
                  </a:lnTo>
                  <a:lnTo>
                    <a:pt x="2433319" y="1216952"/>
                  </a:lnTo>
                  <a:lnTo>
                    <a:pt x="2434209" y="1216152"/>
                  </a:lnTo>
                  <a:lnTo>
                    <a:pt x="2434209" y="1215364"/>
                  </a:lnTo>
                  <a:lnTo>
                    <a:pt x="2434970" y="1213764"/>
                  </a:lnTo>
                  <a:lnTo>
                    <a:pt x="2436494" y="1212977"/>
                  </a:lnTo>
                  <a:lnTo>
                    <a:pt x="2436494" y="1211389"/>
                  </a:lnTo>
                  <a:lnTo>
                    <a:pt x="2437384" y="1210589"/>
                  </a:lnTo>
                  <a:lnTo>
                    <a:pt x="2437384" y="1209001"/>
                  </a:lnTo>
                  <a:lnTo>
                    <a:pt x="2438908" y="1208201"/>
                  </a:lnTo>
                  <a:lnTo>
                    <a:pt x="2439669" y="1206614"/>
                  </a:lnTo>
                  <a:lnTo>
                    <a:pt x="2441320" y="1205026"/>
                  </a:lnTo>
                  <a:lnTo>
                    <a:pt x="2441320" y="1203426"/>
                  </a:lnTo>
                  <a:lnTo>
                    <a:pt x="2442083" y="1202639"/>
                  </a:lnTo>
                  <a:lnTo>
                    <a:pt x="2443734" y="1201039"/>
                  </a:lnTo>
                  <a:lnTo>
                    <a:pt x="2443734" y="1200251"/>
                  </a:lnTo>
                  <a:lnTo>
                    <a:pt x="2444495" y="1197864"/>
                  </a:lnTo>
                </a:path>
                <a:path w="3161029" h="1470660">
                  <a:moveTo>
                    <a:pt x="1751075" y="925068"/>
                  </a:moveTo>
                  <a:lnTo>
                    <a:pt x="1752726" y="927442"/>
                  </a:lnTo>
                  <a:lnTo>
                    <a:pt x="1754250" y="931418"/>
                  </a:lnTo>
                  <a:lnTo>
                    <a:pt x="1756664" y="933792"/>
                  </a:lnTo>
                  <a:lnTo>
                    <a:pt x="1757553" y="935380"/>
                  </a:lnTo>
                  <a:lnTo>
                    <a:pt x="1759204" y="937755"/>
                  </a:lnTo>
                  <a:lnTo>
                    <a:pt x="1759965" y="940130"/>
                  </a:lnTo>
                  <a:lnTo>
                    <a:pt x="1761616" y="942517"/>
                  </a:lnTo>
                  <a:lnTo>
                    <a:pt x="1762379" y="944892"/>
                  </a:lnTo>
                  <a:lnTo>
                    <a:pt x="1763140" y="945680"/>
                  </a:lnTo>
                  <a:lnTo>
                    <a:pt x="1764791" y="948067"/>
                  </a:lnTo>
                  <a:lnTo>
                    <a:pt x="1764791" y="949655"/>
                  </a:lnTo>
                  <a:lnTo>
                    <a:pt x="1765554" y="950442"/>
                  </a:lnTo>
                  <a:lnTo>
                    <a:pt x="1767205" y="952030"/>
                  </a:lnTo>
                  <a:lnTo>
                    <a:pt x="1767205" y="954404"/>
                  </a:lnTo>
                  <a:lnTo>
                    <a:pt x="1767966" y="955205"/>
                  </a:lnTo>
                  <a:lnTo>
                    <a:pt x="1767966" y="955992"/>
                  </a:lnTo>
                  <a:lnTo>
                    <a:pt x="1769617" y="957579"/>
                  </a:lnTo>
                  <a:lnTo>
                    <a:pt x="1769617" y="958380"/>
                  </a:lnTo>
                  <a:lnTo>
                    <a:pt x="1770380" y="959954"/>
                  </a:lnTo>
                  <a:lnTo>
                    <a:pt x="1770380" y="960754"/>
                  </a:lnTo>
                  <a:lnTo>
                    <a:pt x="1772031" y="962342"/>
                  </a:lnTo>
                  <a:lnTo>
                    <a:pt x="1772919" y="963129"/>
                  </a:lnTo>
                  <a:lnTo>
                    <a:pt x="1772919" y="964717"/>
                  </a:lnTo>
                  <a:lnTo>
                    <a:pt x="1773682" y="965504"/>
                  </a:lnTo>
                  <a:lnTo>
                    <a:pt x="1773682" y="966304"/>
                  </a:lnTo>
                  <a:lnTo>
                    <a:pt x="1773682" y="967892"/>
                  </a:lnTo>
                  <a:lnTo>
                    <a:pt x="1775333" y="968679"/>
                  </a:lnTo>
                  <a:lnTo>
                    <a:pt x="1775333" y="971067"/>
                  </a:lnTo>
                  <a:lnTo>
                    <a:pt x="1776094" y="972642"/>
                  </a:lnTo>
                  <a:lnTo>
                    <a:pt x="1777745" y="973442"/>
                  </a:lnTo>
                  <a:lnTo>
                    <a:pt x="1777745" y="975029"/>
                  </a:lnTo>
                  <a:lnTo>
                    <a:pt x="1778508" y="976617"/>
                  </a:lnTo>
                  <a:lnTo>
                    <a:pt x="1778508" y="978204"/>
                  </a:lnTo>
                  <a:lnTo>
                    <a:pt x="1780159" y="978992"/>
                  </a:lnTo>
                  <a:lnTo>
                    <a:pt x="1780159" y="980579"/>
                  </a:lnTo>
                  <a:lnTo>
                    <a:pt x="1780920" y="981367"/>
                  </a:lnTo>
                  <a:lnTo>
                    <a:pt x="1780920" y="983754"/>
                  </a:lnTo>
                  <a:lnTo>
                    <a:pt x="1781683" y="985342"/>
                  </a:lnTo>
                  <a:lnTo>
                    <a:pt x="1781683" y="986129"/>
                  </a:lnTo>
                  <a:lnTo>
                    <a:pt x="1781683" y="986916"/>
                  </a:lnTo>
                  <a:lnTo>
                    <a:pt x="1783334" y="988504"/>
                  </a:lnTo>
                  <a:lnTo>
                    <a:pt x="1783334" y="989304"/>
                  </a:lnTo>
                  <a:lnTo>
                    <a:pt x="1783334" y="990892"/>
                  </a:lnTo>
                  <a:lnTo>
                    <a:pt x="1784095" y="990892"/>
                  </a:lnTo>
                  <a:lnTo>
                    <a:pt x="1784095" y="991679"/>
                  </a:lnTo>
                  <a:lnTo>
                    <a:pt x="1784095" y="993266"/>
                  </a:lnTo>
                  <a:lnTo>
                    <a:pt x="1785746" y="994054"/>
                  </a:lnTo>
                  <a:lnTo>
                    <a:pt x="1785746" y="995641"/>
                  </a:lnTo>
                  <a:lnTo>
                    <a:pt x="1786636" y="996441"/>
                  </a:lnTo>
                  <a:lnTo>
                    <a:pt x="1786636" y="997229"/>
                  </a:lnTo>
                  <a:lnTo>
                    <a:pt x="1786636" y="998816"/>
                  </a:lnTo>
                  <a:lnTo>
                    <a:pt x="1788160" y="999604"/>
                  </a:lnTo>
                  <a:lnTo>
                    <a:pt x="1788160" y="1001191"/>
                  </a:lnTo>
                  <a:lnTo>
                    <a:pt x="1788160" y="1001991"/>
                  </a:lnTo>
                  <a:lnTo>
                    <a:pt x="1789048" y="1003579"/>
                  </a:lnTo>
                  <a:lnTo>
                    <a:pt x="1789048" y="1004366"/>
                  </a:lnTo>
                  <a:lnTo>
                    <a:pt x="1790572" y="1005166"/>
                  </a:lnTo>
                  <a:lnTo>
                    <a:pt x="1790572" y="1007541"/>
                  </a:lnTo>
                  <a:lnTo>
                    <a:pt x="1791462" y="1009129"/>
                  </a:lnTo>
                  <a:lnTo>
                    <a:pt x="1791462" y="1011504"/>
                  </a:lnTo>
                  <a:lnTo>
                    <a:pt x="1792223" y="1012304"/>
                  </a:lnTo>
                  <a:lnTo>
                    <a:pt x="1793874" y="1014679"/>
                  </a:lnTo>
                  <a:lnTo>
                    <a:pt x="1793874" y="1017054"/>
                  </a:lnTo>
                  <a:lnTo>
                    <a:pt x="1794637" y="1017854"/>
                  </a:lnTo>
                  <a:lnTo>
                    <a:pt x="1794637" y="1019441"/>
                  </a:lnTo>
                  <a:lnTo>
                    <a:pt x="1796288" y="1021816"/>
                  </a:lnTo>
                  <a:lnTo>
                    <a:pt x="1796288" y="1022604"/>
                  </a:lnTo>
                  <a:lnTo>
                    <a:pt x="1797049" y="1024191"/>
                  </a:lnTo>
                  <a:lnTo>
                    <a:pt x="1797049" y="1024991"/>
                  </a:lnTo>
                  <a:lnTo>
                    <a:pt x="1798700" y="1025779"/>
                  </a:lnTo>
                  <a:lnTo>
                    <a:pt x="1798700" y="1027366"/>
                  </a:lnTo>
                  <a:lnTo>
                    <a:pt x="1798700" y="1028153"/>
                  </a:lnTo>
                  <a:lnTo>
                    <a:pt x="1799463" y="1029741"/>
                  </a:lnTo>
                  <a:lnTo>
                    <a:pt x="1799463" y="1030541"/>
                  </a:lnTo>
                  <a:lnTo>
                    <a:pt x="1799463" y="1032129"/>
                  </a:lnTo>
                  <a:lnTo>
                    <a:pt x="1801114" y="1032916"/>
                  </a:lnTo>
                  <a:lnTo>
                    <a:pt x="1801114" y="1034503"/>
                  </a:lnTo>
                  <a:lnTo>
                    <a:pt x="1801114" y="1035291"/>
                  </a:lnTo>
                  <a:lnTo>
                    <a:pt x="1801875" y="1036091"/>
                  </a:lnTo>
                  <a:lnTo>
                    <a:pt x="1801875" y="1037678"/>
                  </a:lnTo>
                  <a:lnTo>
                    <a:pt x="1801875" y="1038466"/>
                  </a:lnTo>
                  <a:lnTo>
                    <a:pt x="1802764" y="1040053"/>
                  </a:lnTo>
                  <a:lnTo>
                    <a:pt x="1802764" y="1040841"/>
                  </a:lnTo>
                  <a:lnTo>
                    <a:pt x="1802764" y="1042428"/>
                  </a:lnTo>
                  <a:lnTo>
                    <a:pt x="1804289" y="1043228"/>
                  </a:lnTo>
                  <a:lnTo>
                    <a:pt x="1804289" y="1044816"/>
                  </a:lnTo>
                  <a:lnTo>
                    <a:pt x="1804289" y="1045603"/>
                  </a:lnTo>
                  <a:lnTo>
                    <a:pt x="1805178" y="1047978"/>
                  </a:lnTo>
                  <a:lnTo>
                    <a:pt x="1805178" y="1048778"/>
                  </a:lnTo>
                  <a:lnTo>
                    <a:pt x="1806701" y="1050366"/>
                  </a:lnTo>
                  <a:lnTo>
                    <a:pt x="1806701" y="1052741"/>
                  </a:lnTo>
                  <a:lnTo>
                    <a:pt x="1807590" y="1055116"/>
                  </a:lnTo>
                  <a:lnTo>
                    <a:pt x="1807590" y="1055916"/>
                  </a:lnTo>
                  <a:lnTo>
                    <a:pt x="1809114" y="1058291"/>
                  </a:lnTo>
                  <a:lnTo>
                    <a:pt x="1809114" y="1059091"/>
                  </a:lnTo>
                  <a:lnTo>
                    <a:pt x="1810004" y="1061466"/>
                  </a:lnTo>
                  <a:lnTo>
                    <a:pt x="1810004" y="1063053"/>
                  </a:lnTo>
                  <a:lnTo>
                    <a:pt x="1810004" y="1063840"/>
                  </a:lnTo>
                  <a:lnTo>
                    <a:pt x="1811528" y="1065428"/>
                  </a:lnTo>
                  <a:lnTo>
                    <a:pt x="1811528" y="1066228"/>
                  </a:lnTo>
                  <a:lnTo>
                    <a:pt x="1811528" y="1067015"/>
                  </a:lnTo>
                  <a:lnTo>
                    <a:pt x="1812416" y="1068603"/>
                  </a:lnTo>
                  <a:lnTo>
                    <a:pt x="1812416" y="1069390"/>
                  </a:lnTo>
                  <a:lnTo>
                    <a:pt x="1812416" y="1070978"/>
                  </a:lnTo>
                  <a:lnTo>
                    <a:pt x="1812416" y="1071778"/>
                  </a:lnTo>
                  <a:lnTo>
                    <a:pt x="1813179" y="1073365"/>
                  </a:lnTo>
                  <a:lnTo>
                    <a:pt x="1813179" y="1074153"/>
                  </a:lnTo>
                  <a:lnTo>
                    <a:pt x="1813179" y="1075740"/>
                  </a:lnTo>
                  <a:lnTo>
                    <a:pt x="1814830" y="1076528"/>
                  </a:lnTo>
                  <a:lnTo>
                    <a:pt x="1814830" y="1077328"/>
                  </a:lnTo>
                  <a:lnTo>
                    <a:pt x="1814830" y="1078915"/>
                  </a:lnTo>
                  <a:lnTo>
                    <a:pt x="1815591" y="1079703"/>
                  </a:lnTo>
                  <a:lnTo>
                    <a:pt x="1815591" y="1081290"/>
                  </a:lnTo>
                  <a:lnTo>
                    <a:pt x="1815591" y="1082078"/>
                  </a:lnTo>
                  <a:lnTo>
                    <a:pt x="1817242" y="1083665"/>
                  </a:lnTo>
                  <a:lnTo>
                    <a:pt x="1817242" y="1084465"/>
                  </a:lnTo>
                  <a:lnTo>
                    <a:pt x="1817242" y="1085253"/>
                  </a:lnTo>
                  <a:lnTo>
                    <a:pt x="1818005" y="1087640"/>
                  </a:lnTo>
                  <a:lnTo>
                    <a:pt x="1818005" y="1089215"/>
                  </a:lnTo>
                  <a:lnTo>
                    <a:pt x="1818005" y="1090015"/>
                  </a:lnTo>
                  <a:lnTo>
                    <a:pt x="1819656" y="1092390"/>
                  </a:lnTo>
                  <a:lnTo>
                    <a:pt x="1819656" y="1093978"/>
                  </a:lnTo>
                  <a:lnTo>
                    <a:pt x="1820417" y="1095565"/>
                  </a:lnTo>
                  <a:lnTo>
                    <a:pt x="1820417" y="1097940"/>
                  </a:lnTo>
                  <a:lnTo>
                    <a:pt x="1822068" y="1099527"/>
                  </a:lnTo>
                  <a:lnTo>
                    <a:pt x="1822068" y="1101902"/>
                  </a:lnTo>
                  <a:lnTo>
                    <a:pt x="1822831" y="1102702"/>
                  </a:lnTo>
                  <a:lnTo>
                    <a:pt x="1822831" y="1104290"/>
                  </a:lnTo>
                  <a:lnTo>
                    <a:pt x="1822831" y="1105077"/>
                  </a:lnTo>
                  <a:lnTo>
                    <a:pt x="1823719" y="1107465"/>
                  </a:lnTo>
                  <a:lnTo>
                    <a:pt x="1823719" y="1108252"/>
                  </a:lnTo>
                  <a:lnTo>
                    <a:pt x="1823719" y="1109840"/>
                  </a:lnTo>
                  <a:lnTo>
                    <a:pt x="1825243" y="1110627"/>
                  </a:lnTo>
                  <a:lnTo>
                    <a:pt x="1825243" y="1112215"/>
                  </a:lnTo>
                  <a:lnTo>
                    <a:pt x="1825243" y="1113015"/>
                  </a:lnTo>
                  <a:lnTo>
                    <a:pt x="1826133" y="1114602"/>
                  </a:lnTo>
                  <a:lnTo>
                    <a:pt x="1826133" y="1120152"/>
                  </a:lnTo>
                  <a:lnTo>
                    <a:pt x="1827784" y="1120940"/>
                  </a:lnTo>
                  <a:lnTo>
                    <a:pt x="1827784" y="1131252"/>
                  </a:lnTo>
                  <a:lnTo>
                    <a:pt x="1828545" y="1132839"/>
                  </a:lnTo>
                  <a:lnTo>
                    <a:pt x="1828545" y="1143939"/>
                  </a:lnTo>
                  <a:lnTo>
                    <a:pt x="1830196" y="1145527"/>
                  </a:lnTo>
                  <a:lnTo>
                    <a:pt x="1830196" y="1154252"/>
                  </a:lnTo>
                  <a:lnTo>
                    <a:pt x="1830959" y="1154252"/>
                  </a:lnTo>
                  <a:lnTo>
                    <a:pt x="1830959" y="1159802"/>
                  </a:lnTo>
                  <a:lnTo>
                    <a:pt x="1832610" y="1161389"/>
                  </a:lnTo>
                  <a:lnTo>
                    <a:pt x="1832610" y="1166939"/>
                  </a:lnTo>
                  <a:lnTo>
                    <a:pt x="1833371" y="1166939"/>
                  </a:lnTo>
                  <a:lnTo>
                    <a:pt x="1833371" y="1195489"/>
                  </a:lnTo>
                  <a:lnTo>
                    <a:pt x="1832610" y="1197864"/>
                  </a:lnTo>
                </a:path>
                <a:path w="3161029" h="1470660">
                  <a:moveTo>
                    <a:pt x="1751075" y="1470660"/>
                  </a:moveTo>
                  <a:lnTo>
                    <a:pt x="1752726" y="1467485"/>
                  </a:lnTo>
                  <a:lnTo>
                    <a:pt x="1754250" y="1465097"/>
                  </a:lnTo>
                  <a:lnTo>
                    <a:pt x="1756664" y="1461909"/>
                  </a:lnTo>
                  <a:lnTo>
                    <a:pt x="1757553" y="1459522"/>
                  </a:lnTo>
                  <a:lnTo>
                    <a:pt x="1759204" y="1457147"/>
                  </a:lnTo>
                  <a:lnTo>
                    <a:pt x="1759965" y="1454759"/>
                  </a:lnTo>
                  <a:lnTo>
                    <a:pt x="1761616" y="1453959"/>
                  </a:lnTo>
                  <a:lnTo>
                    <a:pt x="1762379" y="1451571"/>
                  </a:lnTo>
                  <a:lnTo>
                    <a:pt x="1763140" y="1449197"/>
                  </a:lnTo>
                  <a:lnTo>
                    <a:pt x="1764791" y="1447596"/>
                  </a:lnTo>
                  <a:lnTo>
                    <a:pt x="1764791" y="1446809"/>
                  </a:lnTo>
                  <a:lnTo>
                    <a:pt x="1765554" y="1444421"/>
                  </a:lnTo>
                  <a:lnTo>
                    <a:pt x="1767205" y="1443621"/>
                  </a:lnTo>
                  <a:lnTo>
                    <a:pt x="1767205" y="1442034"/>
                  </a:lnTo>
                  <a:lnTo>
                    <a:pt x="1767966" y="1441234"/>
                  </a:lnTo>
                  <a:lnTo>
                    <a:pt x="1767966" y="1439646"/>
                  </a:lnTo>
                  <a:lnTo>
                    <a:pt x="1769617" y="1438859"/>
                  </a:lnTo>
                  <a:lnTo>
                    <a:pt x="1769617" y="1437258"/>
                  </a:lnTo>
                  <a:lnTo>
                    <a:pt x="1770380" y="1436471"/>
                  </a:lnTo>
                  <a:lnTo>
                    <a:pt x="1770380" y="1435671"/>
                  </a:lnTo>
                  <a:lnTo>
                    <a:pt x="1772031" y="1434083"/>
                  </a:lnTo>
                  <a:lnTo>
                    <a:pt x="1772031" y="1433283"/>
                  </a:lnTo>
                  <a:lnTo>
                    <a:pt x="1772919" y="1431696"/>
                  </a:lnTo>
                  <a:lnTo>
                    <a:pt x="1772919" y="1430908"/>
                  </a:lnTo>
                  <a:lnTo>
                    <a:pt x="1773682" y="1429308"/>
                  </a:lnTo>
                  <a:lnTo>
                    <a:pt x="1773682" y="1428521"/>
                  </a:lnTo>
                  <a:lnTo>
                    <a:pt x="1773682" y="1427721"/>
                  </a:lnTo>
                  <a:lnTo>
                    <a:pt x="1775333" y="1426133"/>
                  </a:lnTo>
                  <a:lnTo>
                    <a:pt x="1775333" y="1425333"/>
                  </a:lnTo>
                  <a:lnTo>
                    <a:pt x="1776094" y="1423746"/>
                  </a:lnTo>
                  <a:lnTo>
                    <a:pt x="1777745" y="1421358"/>
                  </a:lnTo>
                  <a:lnTo>
                    <a:pt x="1777745" y="1420571"/>
                  </a:lnTo>
                  <a:lnTo>
                    <a:pt x="1778508" y="1418970"/>
                  </a:lnTo>
                  <a:lnTo>
                    <a:pt x="1778508" y="1417383"/>
                  </a:lnTo>
                  <a:lnTo>
                    <a:pt x="1780159" y="1415795"/>
                  </a:lnTo>
                  <a:lnTo>
                    <a:pt x="1780159" y="1414995"/>
                  </a:lnTo>
                  <a:lnTo>
                    <a:pt x="1780920" y="1413408"/>
                  </a:lnTo>
                  <a:lnTo>
                    <a:pt x="1780920" y="1412620"/>
                  </a:lnTo>
                  <a:lnTo>
                    <a:pt x="1780920" y="1411020"/>
                  </a:lnTo>
                  <a:lnTo>
                    <a:pt x="1781683" y="1410233"/>
                  </a:lnTo>
                  <a:lnTo>
                    <a:pt x="1781683" y="1408645"/>
                  </a:lnTo>
                  <a:lnTo>
                    <a:pt x="1781683" y="1407845"/>
                  </a:lnTo>
                  <a:lnTo>
                    <a:pt x="1783334" y="1407845"/>
                  </a:lnTo>
                  <a:lnTo>
                    <a:pt x="1783334" y="1407045"/>
                  </a:lnTo>
                  <a:lnTo>
                    <a:pt x="1783334" y="1405458"/>
                  </a:lnTo>
                  <a:lnTo>
                    <a:pt x="1784095" y="1404658"/>
                  </a:lnTo>
                  <a:lnTo>
                    <a:pt x="1784095" y="1403070"/>
                  </a:lnTo>
                  <a:lnTo>
                    <a:pt x="1785746" y="1402283"/>
                  </a:lnTo>
                  <a:lnTo>
                    <a:pt x="1785746" y="1400683"/>
                  </a:lnTo>
                  <a:lnTo>
                    <a:pt x="1785746" y="1399895"/>
                  </a:lnTo>
                  <a:lnTo>
                    <a:pt x="1786636" y="1398308"/>
                  </a:lnTo>
                  <a:lnTo>
                    <a:pt x="1786636" y="1397508"/>
                  </a:lnTo>
                  <a:lnTo>
                    <a:pt x="1788160" y="1396707"/>
                  </a:lnTo>
                  <a:lnTo>
                    <a:pt x="1788160" y="1395120"/>
                  </a:lnTo>
                  <a:lnTo>
                    <a:pt x="1788160" y="1394333"/>
                  </a:lnTo>
                  <a:lnTo>
                    <a:pt x="1789048" y="1391945"/>
                  </a:lnTo>
                  <a:lnTo>
                    <a:pt x="1789048" y="1390345"/>
                  </a:lnTo>
                  <a:lnTo>
                    <a:pt x="1790572" y="1389557"/>
                  </a:lnTo>
                  <a:lnTo>
                    <a:pt x="1790572" y="1387970"/>
                  </a:lnTo>
                  <a:lnTo>
                    <a:pt x="1791462" y="1386370"/>
                  </a:lnTo>
                  <a:lnTo>
                    <a:pt x="1791462" y="1384782"/>
                  </a:lnTo>
                  <a:lnTo>
                    <a:pt x="1792223" y="1382395"/>
                  </a:lnTo>
                  <a:lnTo>
                    <a:pt x="1793874" y="1380020"/>
                  </a:lnTo>
                  <a:lnTo>
                    <a:pt x="1793874" y="1379220"/>
                  </a:lnTo>
                  <a:lnTo>
                    <a:pt x="1794637" y="1376832"/>
                  </a:lnTo>
                  <a:lnTo>
                    <a:pt x="1794637" y="1376045"/>
                  </a:lnTo>
                  <a:lnTo>
                    <a:pt x="1796288" y="1374444"/>
                  </a:lnTo>
                  <a:lnTo>
                    <a:pt x="1796288" y="1372057"/>
                  </a:lnTo>
                  <a:lnTo>
                    <a:pt x="1797049" y="1371269"/>
                  </a:lnTo>
                  <a:lnTo>
                    <a:pt x="1797049" y="1369682"/>
                  </a:lnTo>
                  <a:lnTo>
                    <a:pt x="1798700" y="1368882"/>
                  </a:lnTo>
                  <a:lnTo>
                    <a:pt x="1798700" y="1367294"/>
                  </a:lnTo>
                  <a:lnTo>
                    <a:pt x="1798700" y="1366494"/>
                  </a:lnTo>
                  <a:lnTo>
                    <a:pt x="1799463" y="1365707"/>
                  </a:lnTo>
                  <a:lnTo>
                    <a:pt x="1799463" y="1364107"/>
                  </a:lnTo>
                  <a:lnTo>
                    <a:pt x="1801114" y="1363319"/>
                  </a:lnTo>
                  <a:lnTo>
                    <a:pt x="1801114" y="1361732"/>
                  </a:lnTo>
                  <a:lnTo>
                    <a:pt x="1801114" y="1360932"/>
                  </a:lnTo>
                  <a:lnTo>
                    <a:pt x="1801114" y="1359344"/>
                  </a:lnTo>
                  <a:lnTo>
                    <a:pt x="1801875" y="1358544"/>
                  </a:lnTo>
                  <a:lnTo>
                    <a:pt x="1801875" y="1356956"/>
                  </a:lnTo>
                  <a:lnTo>
                    <a:pt x="1801875" y="1356156"/>
                  </a:lnTo>
                  <a:lnTo>
                    <a:pt x="1802764" y="1355369"/>
                  </a:lnTo>
                  <a:lnTo>
                    <a:pt x="1802764" y="1353769"/>
                  </a:lnTo>
                  <a:lnTo>
                    <a:pt x="1802764" y="1352981"/>
                  </a:lnTo>
                  <a:lnTo>
                    <a:pt x="1804289" y="1351394"/>
                  </a:lnTo>
                  <a:lnTo>
                    <a:pt x="1804289" y="1350594"/>
                  </a:lnTo>
                  <a:lnTo>
                    <a:pt x="1804289" y="1349006"/>
                  </a:lnTo>
                  <a:lnTo>
                    <a:pt x="1805178" y="1348206"/>
                  </a:lnTo>
                  <a:lnTo>
                    <a:pt x="1805178" y="1345819"/>
                  </a:lnTo>
                  <a:lnTo>
                    <a:pt x="1806701" y="1345031"/>
                  </a:lnTo>
                  <a:lnTo>
                    <a:pt x="1806701" y="1342644"/>
                  </a:lnTo>
                  <a:lnTo>
                    <a:pt x="1807590" y="1341056"/>
                  </a:lnTo>
                  <a:lnTo>
                    <a:pt x="1807590" y="1338668"/>
                  </a:lnTo>
                  <a:lnTo>
                    <a:pt x="1809114" y="1337081"/>
                  </a:lnTo>
                  <a:lnTo>
                    <a:pt x="1809114" y="1335481"/>
                  </a:lnTo>
                  <a:lnTo>
                    <a:pt x="1810004" y="1334693"/>
                  </a:lnTo>
                  <a:lnTo>
                    <a:pt x="1810004" y="1332306"/>
                  </a:lnTo>
                  <a:lnTo>
                    <a:pt x="1810004" y="1330718"/>
                  </a:lnTo>
                  <a:lnTo>
                    <a:pt x="1811528" y="1329918"/>
                  </a:lnTo>
                  <a:lnTo>
                    <a:pt x="1811528" y="1328331"/>
                  </a:lnTo>
                  <a:lnTo>
                    <a:pt x="1811528" y="1327531"/>
                  </a:lnTo>
                  <a:lnTo>
                    <a:pt x="1812416" y="1326743"/>
                  </a:lnTo>
                  <a:lnTo>
                    <a:pt x="1812416" y="1325156"/>
                  </a:lnTo>
                  <a:lnTo>
                    <a:pt x="1812416" y="1324356"/>
                  </a:lnTo>
                  <a:lnTo>
                    <a:pt x="1812416" y="1322768"/>
                  </a:lnTo>
                  <a:lnTo>
                    <a:pt x="1813179" y="1321968"/>
                  </a:lnTo>
                  <a:lnTo>
                    <a:pt x="1813179" y="1320380"/>
                  </a:lnTo>
                  <a:lnTo>
                    <a:pt x="1814830" y="1319580"/>
                  </a:lnTo>
                  <a:lnTo>
                    <a:pt x="1814830" y="1317993"/>
                  </a:lnTo>
                  <a:lnTo>
                    <a:pt x="1814830" y="1317193"/>
                  </a:lnTo>
                  <a:lnTo>
                    <a:pt x="1814830" y="1316405"/>
                  </a:lnTo>
                  <a:lnTo>
                    <a:pt x="1815591" y="1314818"/>
                  </a:lnTo>
                  <a:lnTo>
                    <a:pt x="1815591" y="1314018"/>
                  </a:lnTo>
                  <a:lnTo>
                    <a:pt x="1815591" y="1312430"/>
                  </a:lnTo>
                  <a:lnTo>
                    <a:pt x="1817242" y="1311630"/>
                  </a:lnTo>
                  <a:lnTo>
                    <a:pt x="1817242" y="1310043"/>
                  </a:lnTo>
                  <a:lnTo>
                    <a:pt x="1817242" y="1309243"/>
                  </a:lnTo>
                  <a:lnTo>
                    <a:pt x="1818005" y="1307655"/>
                  </a:lnTo>
                  <a:lnTo>
                    <a:pt x="1818005" y="1306068"/>
                  </a:lnTo>
                  <a:lnTo>
                    <a:pt x="1818005" y="1304480"/>
                  </a:lnTo>
                  <a:lnTo>
                    <a:pt x="1819656" y="1303680"/>
                  </a:lnTo>
                  <a:lnTo>
                    <a:pt x="1819656" y="1301292"/>
                  </a:lnTo>
                  <a:lnTo>
                    <a:pt x="1820417" y="1298905"/>
                  </a:lnTo>
                  <a:lnTo>
                    <a:pt x="1820417" y="1297317"/>
                  </a:lnTo>
                  <a:lnTo>
                    <a:pt x="1822068" y="1295730"/>
                  </a:lnTo>
                  <a:lnTo>
                    <a:pt x="1822068" y="1294142"/>
                  </a:lnTo>
                  <a:lnTo>
                    <a:pt x="1822831" y="1291755"/>
                  </a:lnTo>
                  <a:lnTo>
                    <a:pt x="1822831" y="1290955"/>
                  </a:lnTo>
                  <a:lnTo>
                    <a:pt x="1822831" y="1289367"/>
                  </a:lnTo>
                  <a:lnTo>
                    <a:pt x="1823719" y="1288580"/>
                  </a:lnTo>
                  <a:lnTo>
                    <a:pt x="1823719" y="1286979"/>
                  </a:lnTo>
                  <a:lnTo>
                    <a:pt x="1823719" y="1286192"/>
                  </a:lnTo>
                  <a:lnTo>
                    <a:pt x="1825243" y="1285392"/>
                  </a:lnTo>
                  <a:lnTo>
                    <a:pt x="1825243" y="1283804"/>
                  </a:lnTo>
                  <a:lnTo>
                    <a:pt x="1825243" y="1283004"/>
                  </a:lnTo>
                  <a:lnTo>
                    <a:pt x="1825243" y="1281417"/>
                  </a:lnTo>
                  <a:lnTo>
                    <a:pt x="1826133" y="1280629"/>
                  </a:lnTo>
                  <a:lnTo>
                    <a:pt x="1826133" y="1279029"/>
                  </a:lnTo>
                  <a:lnTo>
                    <a:pt x="1826133" y="1278242"/>
                  </a:lnTo>
                  <a:lnTo>
                    <a:pt x="1826133" y="1276642"/>
                  </a:lnTo>
                  <a:lnTo>
                    <a:pt x="1826133" y="1275854"/>
                  </a:lnTo>
                  <a:lnTo>
                    <a:pt x="1827784" y="1275054"/>
                  </a:lnTo>
                  <a:lnTo>
                    <a:pt x="1827784" y="1263129"/>
                  </a:lnTo>
                  <a:lnTo>
                    <a:pt x="1828545" y="1262341"/>
                  </a:lnTo>
                  <a:lnTo>
                    <a:pt x="1828545" y="1250403"/>
                  </a:lnTo>
                  <a:lnTo>
                    <a:pt x="1830196" y="1249616"/>
                  </a:lnTo>
                  <a:lnTo>
                    <a:pt x="1830196" y="1241666"/>
                  </a:lnTo>
                  <a:lnTo>
                    <a:pt x="1830959" y="1240066"/>
                  </a:lnTo>
                  <a:lnTo>
                    <a:pt x="1830959" y="1234503"/>
                  </a:lnTo>
                  <a:lnTo>
                    <a:pt x="1832610" y="1233716"/>
                  </a:lnTo>
                  <a:lnTo>
                    <a:pt x="1832610" y="1232115"/>
                  </a:lnTo>
                  <a:lnTo>
                    <a:pt x="1832610" y="1231328"/>
                  </a:lnTo>
                  <a:lnTo>
                    <a:pt x="1832610" y="1229741"/>
                  </a:lnTo>
                  <a:lnTo>
                    <a:pt x="1832610" y="1228940"/>
                  </a:lnTo>
                  <a:lnTo>
                    <a:pt x="1833371" y="1227353"/>
                  </a:lnTo>
                  <a:lnTo>
                    <a:pt x="1833371" y="1198727"/>
                  </a:lnTo>
                  <a:lnTo>
                    <a:pt x="1832610" y="1196339"/>
                  </a:lnTo>
                </a:path>
                <a:path w="3161029" h="1470660">
                  <a:moveTo>
                    <a:pt x="0" y="1339595"/>
                  </a:moveTo>
                  <a:lnTo>
                    <a:pt x="1810512" y="1341120"/>
                  </a:lnTo>
                </a:path>
                <a:path w="3161029" h="1470660">
                  <a:moveTo>
                    <a:pt x="333755" y="1066800"/>
                  </a:moveTo>
                  <a:lnTo>
                    <a:pt x="1810512" y="1066800"/>
                  </a:lnTo>
                </a:path>
                <a:path w="3161029" h="1470660">
                  <a:moveTo>
                    <a:pt x="995172" y="1339595"/>
                  </a:moveTo>
                  <a:lnTo>
                    <a:pt x="995172" y="423672"/>
                  </a:lnTo>
                  <a:lnTo>
                    <a:pt x="1810512" y="423672"/>
                  </a:lnTo>
                </a:path>
                <a:path w="3161029" h="1470660">
                  <a:moveTo>
                    <a:pt x="681227" y="745235"/>
                  </a:moveTo>
                  <a:lnTo>
                    <a:pt x="0" y="745235"/>
                  </a:lnTo>
                </a:path>
                <a:path w="3161029" h="1470660">
                  <a:moveTo>
                    <a:pt x="670560" y="755904"/>
                  </a:moveTo>
                  <a:lnTo>
                    <a:pt x="670560" y="164592"/>
                  </a:lnTo>
                </a:path>
              </a:pathLst>
            </a:custGeom>
            <a:ln w="228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29299" y="6248400"/>
              <a:ext cx="91439" cy="914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69941" y="5093970"/>
              <a:ext cx="1821180" cy="935990"/>
            </a:xfrm>
            <a:custGeom>
              <a:avLst/>
              <a:gdLst/>
              <a:ahLst/>
              <a:cxnLst/>
              <a:rect l="l" t="t" r="r" b="b"/>
              <a:pathLst>
                <a:path w="1821179" h="935989">
                  <a:moveTo>
                    <a:pt x="0" y="6095"/>
                  </a:moveTo>
                  <a:lnTo>
                    <a:pt x="364236" y="6095"/>
                  </a:lnTo>
                </a:path>
                <a:path w="1821179" h="935989">
                  <a:moveTo>
                    <a:pt x="355092" y="935735"/>
                  </a:moveTo>
                  <a:lnTo>
                    <a:pt x="355092" y="0"/>
                  </a:lnTo>
                </a:path>
                <a:path w="1821179" h="935989">
                  <a:moveTo>
                    <a:pt x="669036" y="25907"/>
                  </a:moveTo>
                  <a:lnTo>
                    <a:pt x="1821180" y="25907"/>
                  </a:lnTo>
                </a:path>
              </a:pathLst>
            </a:custGeom>
            <a:ln w="228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578096" y="4310896"/>
            <a:ext cx="269240" cy="893444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0"/>
              </a:spcBef>
            </a:pPr>
            <a:r>
              <a:rPr sz="1800" spc="-5" dirty="0">
                <a:latin typeface="Verdana"/>
                <a:cs typeface="Verdana"/>
              </a:rPr>
              <a:t>I</a:t>
            </a:r>
            <a:r>
              <a:rPr sz="1800" spc="-7" baseline="-20833" dirty="0">
                <a:latin typeface="Verdana"/>
                <a:cs typeface="Verdana"/>
              </a:rPr>
              <a:t>0</a:t>
            </a:r>
            <a:endParaRPr sz="1800" baseline="-20833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260"/>
              </a:spcBef>
            </a:pPr>
            <a:r>
              <a:rPr sz="1800" dirty="0">
                <a:latin typeface="Verdana"/>
                <a:cs typeface="Verdana"/>
              </a:rPr>
              <a:t>I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99508" y="5036566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8096" y="5521249"/>
            <a:ext cx="269240" cy="86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I</a:t>
            </a:r>
            <a:r>
              <a:rPr sz="1800" spc="-7" baseline="-20833" dirty="0">
                <a:latin typeface="Verdana"/>
                <a:cs typeface="Verdana"/>
              </a:rPr>
              <a:t>2</a:t>
            </a:r>
            <a:endParaRPr sz="1800" baseline="-20833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Verdana"/>
                <a:cs typeface="Verdana"/>
              </a:rPr>
              <a:t>I</a:t>
            </a:r>
            <a:r>
              <a:rPr sz="1800" spc="-7" baseline="-20833" dirty="0">
                <a:latin typeface="Verdana"/>
                <a:cs typeface="Verdana"/>
              </a:rPr>
              <a:t>3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78723" y="5055234"/>
            <a:ext cx="313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Y</a:t>
            </a:r>
            <a:r>
              <a:rPr sz="1800" spc="-7" baseline="-20833" dirty="0">
                <a:latin typeface="Verdana"/>
                <a:cs typeface="Verdana"/>
              </a:rPr>
              <a:t>1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78723" y="6000394"/>
            <a:ext cx="313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Y</a:t>
            </a:r>
            <a:r>
              <a:rPr sz="1800" spc="-7" baseline="-20833" dirty="0">
                <a:latin typeface="Verdana"/>
                <a:cs typeface="Verdana"/>
              </a:rPr>
              <a:t>0</a:t>
            </a:r>
            <a:endParaRPr sz="1800" baseline="-20833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00300" y="2688335"/>
            <a:ext cx="3752088" cy="1799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235407"/>
            <a:ext cx="51000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Encoder</a:t>
            </a:r>
            <a:r>
              <a:rPr spc="-7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67231"/>
            <a:ext cx="79349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Example: </a:t>
            </a:r>
            <a:r>
              <a:rPr sz="2800" dirty="0">
                <a:latin typeface="Arial"/>
                <a:cs typeface="Arial"/>
              </a:rPr>
              <a:t>8-to-3 binary encoder (octal-to-binary)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9752" y="1676400"/>
            <a:ext cx="7477004" cy="31897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98344" y="5013827"/>
          <a:ext cx="3782691" cy="1121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990"/>
                <a:gridCol w="366395"/>
                <a:gridCol w="487680"/>
                <a:gridCol w="365124"/>
                <a:gridCol w="487044"/>
                <a:gridCol w="366394"/>
                <a:gridCol w="487680"/>
                <a:gridCol w="365759"/>
                <a:gridCol w="428625"/>
              </a:tblGrid>
              <a:tr h="377992">
                <a:tc>
                  <a:txBody>
                    <a:bodyPr/>
                    <a:lstStyle/>
                    <a:p>
                      <a:pPr marL="31750">
                        <a:lnSpc>
                          <a:spcPts val="248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0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48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1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48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3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5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48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7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65879">
                <a:tc>
                  <a:txBody>
                    <a:bodyPr/>
                    <a:lstStyle/>
                    <a:p>
                      <a:pPr marL="31750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1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2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3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6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7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77527">
                <a:tc>
                  <a:txBody>
                    <a:bodyPr/>
                    <a:lstStyle/>
                    <a:p>
                      <a:pPr marL="31750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2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4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5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spc="-7" baseline="-20833" dirty="0">
                          <a:latin typeface="Courier New"/>
                          <a:cs typeface="Courier New"/>
                        </a:rPr>
                        <a:t>6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+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85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400" b="1" baseline="-20833" dirty="0">
                          <a:latin typeface="Courier New"/>
                          <a:cs typeface="Courier New"/>
                        </a:rPr>
                        <a:t>7</a:t>
                      </a:r>
                      <a:endParaRPr sz="2400" baseline="-20833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6364" y="174447"/>
            <a:ext cx="63512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Encoder Example</a:t>
            </a:r>
            <a:r>
              <a:rPr sz="4000" spc="5" dirty="0"/>
              <a:t> </a:t>
            </a:r>
            <a:r>
              <a:rPr sz="4000" spc="-10" dirty="0"/>
              <a:t>(cont.)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621233" y="1524753"/>
            <a:ext cx="7996440" cy="48687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7095" y="1337178"/>
            <a:ext cx="8087088" cy="39924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9533" y="2603119"/>
            <a:ext cx="29483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solidFill>
                  <a:srgbClr val="BB8068"/>
                </a:solidFill>
                <a:latin typeface="Verdana"/>
                <a:cs typeface="Verdana"/>
              </a:rPr>
              <a:t>D</a:t>
            </a:r>
            <a:r>
              <a:rPr sz="4400" b="1" spc="5" dirty="0">
                <a:solidFill>
                  <a:srgbClr val="BB8068"/>
                </a:solidFill>
                <a:latin typeface="Verdana"/>
                <a:cs typeface="Verdana"/>
              </a:rPr>
              <a:t>e</a:t>
            </a:r>
            <a:r>
              <a:rPr sz="4400" b="1" spc="-5" dirty="0">
                <a:solidFill>
                  <a:srgbClr val="BB8068"/>
                </a:solidFill>
                <a:latin typeface="Verdana"/>
                <a:cs typeface="Verdana"/>
              </a:rPr>
              <a:t>co</a:t>
            </a:r>
            <a:r>
              <a:rPr sz="4400" b="1" spc="5" dirty="0">
                <a:solidFill>
                  <a:srgbClr val="BB8068"/>
                </a:solidFill>
                <a:latin typeface="Verdana"/>
                <a:cs typeface="Verdana"/>
              </a:rPr>
              <a:t>d</a:t>
            </a:r>
            <a:r>
              <a:rPr sz="4400" b="1" spc="-5" dirty="0">
                <a:solidFill>
                  <a:srgbClr val="BB8068"/>
                </a:solidFill>
                <a:latin typeface="Verdana"/>
                <a:cs typeface="Verdana"/>
              </a:rPr>
              <a:t>ers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14801" y="244601"/>
            <a:ext cx="494131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55" dirty="0"/>
              <a:t> </a:t>
            </a:r>
            <a:r>
              <a:rPr dirty="0"/>
              <a:t>Decoders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881364"/>
            <a:ext cx="8050073" cy="55175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1630" marR="130810" indent="-266065" algn="just">
              <a:lnSpc>
                <a:spcPct val="100000"/>
              </a:lnSpc>
              <a:spcBef>
                <a:spcPts val="105"/>
              </a:spcBef>
              <a:buClr>
                <a:srgbClr val="BB8068"/>
              </a:buClr>
              <a:buFont typeface="Wingdings"/>
              <a:buChar char=""/>
              <a:tabLst>
                <a:tab pos="342265" algn="l"/>
              </a:tabLst>
            </a:pPr>
            <a:r>
              <a:rPr sz="2400" spc="-5" dirty="0">
                <a:latin typeface="Verdana"/>
                <a:cs typeface="Verdana"/>
              </a:rPr>
              <a:t>Binary </a:t>
            </a:r>
            <a:r>
              <a:rPr sz="2400" b="1" spc="-5" dirty="0">
                <a:latin typeface="Verdana"/>
                <a:cs typeface="Verdana"/>
              </a:rPr>
              <a:t>decoders </a:t>
            </a:r>
            <a:r>
              <a:rPr sz="2400" spc="-10" dirty="0">
                <a:latin typeface="Verdana"/>
                <a:cs typeface="Verdana"/>
              </a:rPr>
              <a:t>convert an </a:t>
            </a:r>
            <a:r>
              <a:rPr sz="2400" i="1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-bit </a:t>
            </a:r>
            <a:r>
              <a:rPr sz="2400" spc="-5" dirty="0">
                <a:latin typeface="Verdana"/>
                <a:cs typeface="Verdana"/>
              </a:rPr>
              <a:t>input </a:t>
            </a:r>
            <a:r>
              <a:rPr sz="2400" dirty="0">
                <a:latin typeface="Verdana"/>
                <a:cs typeface="Verdana"/>
              </a:rPr>
              <a:t>to a single </a:t>
            </a:r>
            <a:r>
              <a:rPr sz="2400" spc="-5" dirty="0">
                <a:latin typeface="Verdana"/>
                <a:cs typeface="Verdana"/>
              </a:rPr>
              <a:t>output. </a:t>
            </a:r>
            <a:r>
              <a:rPr sz="2400" spc="-20" dirty="0">
                <a:latin typeface="Verdana"/>
                <a:cs typeface="Verdana"/>
              </a:rPr>
              <a:t>It  </a:t>
            </a:r>
            <a:r>
              <a:rPr sz="2400" spc="-5" dirty="0">
                <a:latin typeface="Verdana"/>
                <a:cs typeface="Verdana"/>
              </a:rPr>
              <a:t>uses its </a:t>
            </a:r>
            <a:r>
              <a:rPr sz="2400" i="1" spc="-5" dirty="0">
                <a:latin typeface="Verdana"/>
                <a:cs typeface="Verdana"/>
              </a:rPr>
              <a:t>n</a:t>
            </a:r>
            <a:r>
              <a:rPr sz="2400" spc="-5" dirty="0">
                <a:latin typeface="Verdana"/>
                <a:cs typeface="Verdana"/>
              </a:rPr>
              <a:t>-bit input </a:t>
            </a:r>
            <a:r>
              <a:rPr sz="2400" dirty="0">
                <a:latin typeface="Verdana"/>
                <a:cs typeface="Verdana"/>
              </a:rPr>
              <a:t>to </a:t>
            </a:r>
            <a:r>
              <a:rPr sz="2400" spc="-5" dirty="0">
                <a:latin typeface="Verdana"/>
                <a:cs typeface="Verdana"/>
              </a:rPr>
              <a:t>determine which </a:t>
            </a:r>
            <a:r>
              <a:rPr sz="2400" spc="-10" dirty="0">
                <a:latin typeface="Verdana"/>
                <a:cs typeface="Verdana"/>
              </a:rPr>
              <a:t>of the </a:t>
            </a:r>
            <a:r>
              <a:rPr sz="2400" spc="5" dirty="0">
                <a:latin typeface="Verdana"/>
                <a:cs typeface="Verdana"/>
              </a:rPr>
              <a:t>2</a:t>
            </a:r>
            <a:r>
              <a:rPr sz="2400" i="1" spc="7" baseline="25641" dirty="0">
                <a:latin typeface="Verdana"/>
                <a:cs typeface="Verdana"/>
              </a:rPr>
              <a:t>n </a:t>
            </a:r>
            <a:r>
              <a:rPr sz="2400" dirty="0">
                <a:latin typeface="Verdana"/>
                <a:cs typeface="Verdana"/>
              </a:rPr>
              <a:t>outputs </a:t>
            </a:r>
            <a:r>
              <a:rPr sz="2400" spc="-5" dirty="0">
                <a:latin typeface="Verdana"/>
                <a:cs typeface="Verdana"/>
              </a:rPr>
              <a:t>will  be uniquely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activated.</a:t>
            </a:r>
            <a:endParaRPr sz="2400">
              <a:latin typeface="Verdana"/>
              <a:cs typeface="Verdana"/>
            </a:endParaRPr>
          </a:p>
          <a:p>
            <a:pPr marL="356870" marR="43180" indent="-265430">
              <a:lnSpc>
                <a:spcPct val="100000"/>
              </a:lnSpc>
              <a:spcBef>
                <a:spcPts val="1170"/>
              </a:spcBef>
              <a:buClr>
                <a:srgbClr val="BB8068"/>
              </a:buClr>
              <a:buFont typeface="Wingdings"/>
              <a:buChar char=""/>
              <a:tabLst>
                <a:tab pos="357505" algn="l"/>
                <a:tab pos="1050290" algn="l"/>
                <a:tab pos="2239010" algn="l"/>
                <a:tab pos="2705735" algn="l"/>
                <a:tab pos="3082290" algn="l"/>
                <a:tab pos="4318000" algn="l"/>
                <a:tab pos="4952365" algn="l"/>
                <a:tab pos="6636384" algn="l"/>
                <a:tab pos="7430770" algn="l"/>
                <a:tab pos="7854315" algn="l"/>
              </a:tabLst>
            </a:pPr>
            <a:r>
              <a:rPr sz="2400" spc="-5" smtClean="0">
                <a:latin typeface="Verdana"/>
                <a:cs typeface="Verdana"/>
              </a:rPr>
              <a:t>Th</a:t>
            </a:r>
            <a:r>
              <a:rPr sz="2400" smtClean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	</a:t>
            </a:r>
            <a:r>
              <a:rPr sz="2400" spc="-2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ut</a:t>
            </a:r>
            <a:r>
              <a:rPr sz="2400" spc="-10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-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f	a	</a:t>
            </a:r>
            <a:r>
              <a:rPr sz="2400" spc="-5" dirty="0">
                <a:latin typeface="Verdana"/>
                <a:cs typeface="Verdana"/>
              </a:rPr>
              <a:t>d</a:t>
            </a:r>
            <a:r>
              <a:rPr sz="2400" spc="-2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cod</a:t>
            </a:r>
            <a:r>
              <a:rPr sz="2400" spc="-15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r	</a:t>
            </a:r>
            <a:r>
              <a:rPr sz="2400" spc="-5" dirty="0">
                <a:latin typeface="Verdana"/>
                <a:cs typeface="Verdana"/>
              </a:rPr>
              <a:t>ar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b="1" dirty="0">
                <a:latin typeface="Verdana"/>
                <a:cs typeface="Verdana"/>
              </a:rPr>
              <a:t>min</a:t>
            </a:r>
            <a:r>
              <a:rPr sz="2400" b="1" spc="-15" dirty="0">
                <a:latin typeface="Verdana"/>
                <a:cs typeface="Verdana"/>
              </a:rPr>
              <a:t>t</a:t>
            </a:r>
            <a:r>
              <a:rPr sz="2400" b="1" spc="-5" dirty="0">
                <a:latin typeface="Verdana"/>
                <a:cs typeface="Verdana"/>
              </a:rPr>
              <a:t>erm</a:t>
            </a:r>
            <a:r>
              <a:rPr sz="2400" b="1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.	</a:t>
            </a:r>
            <a:r>
              <a:rPr sz="2400" spc="-1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hat</a:t>
            </a:r>
            <a:r>
              <a:rPr sz="2400">
                <a:latin typeface="Verdana"/>
                <a:cs typeface="Verdana"/>
              </a:rPr>
              <a:t>	</a:t>
            </a:r>
            <a:r>
              <a:rPr lang="en-US" sz="2400" dirty="0" smtClean="0">
                <a:latin typeface="Verdana"/>
                <a:cs typeface="Verdana"/>
              </a:rPr>
              <a:t> </a:t>
            </a:r>
            <a:r>
              <a:rPr sz="2400" spc="-10" smtClean="0">
                <a:latin typeface="Verdana"/>
                <a:cs typeface="Verdana"/>
              </a:rPr>
              <a:t>i</a:t>
            </a:r>
            <a:r>
              <a:rPr sz="2400" smtClean="0">
                <a:latin typeface="Verdana"/>
                <a:cs typeface="Verdana"/>
              </a:rPr>
              <a:t>s</a:t>
            </a:r>
            <a:r>
              <a:rPr lang="en-US" sz="2400" dirty="0" smtClean="0">
                <a:latin typeface="Verdana"/>
                <a:cs typeface="Verdana"/>
              </a:rPr>
              <a:t> </a:t>
            </a:r>
            <a:r>
              <a:rPr sz="2400" spc="-5" smtClean="0">
                <a:latin typeface="Verdana"/>
                <a:cs typeface="Verdana"/>
              </a:rPr>
              <a:t>w</a:t>
            </a:r>
            <a:r>
              <a:rPr sz="2400" spc="-30" smtClean="0">
                <a:latin typeface="Verdana"/>
                <a:cs typeface="Verdana"/>
              </a:rPr>
              <a:t>h</a:t>
            </a:r>
            <a:r>
              <a:rPr sz="2400" smtClean="0">
                <a:latin typeface="Verdana"/>
                <a:cs typeface="Verdana"/>
              </a:rPr>
              <a:t>y  </a:t>
            </a:r>
            <a:r>
              <a:rPr sz="2400" spc="-5" dirty="0">
                <a:latin typeface="Verdana"/>
                <a:cs typeface="Verdana"/>
              </a:rPr>
              <a:t>decoders are sometimes called as </a:t>
            </a:r>
            <a:r>
              <a:rPr sz="2400" b="1" spc="-5" dirty="0">
                <a:latin typeface="Verdana"/>
                <a:cs typeface="Verdana"/>
              </a:rPr>
              <a:t>minterm</a:t>
            </a:r>
            <a:r>
              <a:rPr sz="2400" b="1" spc="-25" dirty="0">
                <a:latin typeface="Verdana"/>
                <a:cs typeface="Verdana"/>
              </a:rPr>
              <a:t> </a:t>
            </a:r>
            <a:r>
              <a:rPr sz="2400" b="1" dirty="0">
                <a:latin typeface="Verdana"/>
                <a:cs typeface="Verdana"/>
              </a:rPr>
              <a:t>generators.</a:t>
            </a:r>
            <a:endParaRPr sz="2400">
              <a:latin typeface="Verdana"/>
              <a:cs typeface="Verdana"/>
            </a:endParaRPr>
          </a:p>
          <a:p>
            <a:pPr marL="356870" indent="-266065">
              <a:lnSpc>
                <a:spcPct val="100000"/>
              </a:lnSpc>
              <a:spcBef>
                <a:spcPts val="720"/>
              </a:spcBef>
              <a:buClr>
                <a:srgbClr val="BB8068"/>
              </a:buClr>
              <a:buFont typeface="Wingdings"/>
              <a:buChar char=""/>
              <a:tabLst>
                <a:tab pos="357505" algn="l"/>
                <a:tab pos="946785" algn="l"/>
                <a:tab pos="1590040" algn="l"/>
                <a:tab pos="2512060" algn="l"/>
                <a:tab pos="3157220" algn="l"/>
                <a:tab pos="3507740" algn="l"/>
                <a:tab pos="4719320" algn="l"/>
                <a:tab pos="5172075" algn="l"/>
                <a:tab pos="6726555" algn="l"/>
                <a:tab pos="7386955" algn="l"/>
                <a:tab pos="8124190" algn="l"/>
              </a:tabLst>
            </a:pPr>
            <a:r>
              <a:rPr sz="2400" spc="-45" dirty="0">
                <a:latin typeface="Verdana"/>
                <a:cs typeface="Verdana"/>
              </a:rPr>
              <a:t>We	</a:t>
            </a:r>
            <a:r>
              <a:rPr sz="2400" spc="-5" dirty="0">
                <a:latin typeface="Verdana"/>
                <a:cs typeface="Verdana"/>
              </a:rPr>
              <a:t>can	easily	</a:t>
            </a:r>
            <a:r>
              <a:rPr sz="2400" dirty="0">
                <a:latin typeface="Verdana"/>
                <a:cs typeface="Verdana"/>
              </a:rPr>
              <a:t>use	a</a:t>
            </a:r>
            <a:r>
              <a:rPr sz="2400">
                <a:latin typeface="Verdana"/>
                <a:cs typeface="Verdana"/>
              </a:rPr>
              <a:t>	</a:t>
            </a:r>
            <a:r>
              <a:rPr sz="2400" spc="-5" smtClean="0">
                <a:latin typeface="Verdana"/>
                <a:cs typeface="Verdana"/>
              </a:rPr>
              <a:t>decoder</a:t>
            </a:r>
            <a:r>
              <a:rPr lang="en-US" sz="2400" spc="-5" dirty="0" smtClean="0">
                <a:latin typeface="Verdana"/>
                <a:cs typeface="Verdana"/>
              </a:rPr>
              <a:t> </a:t>
            </a:r>
            <a:r>
              <a:rPr sz="2400" spc="-5" smtClean="0">
                <a:latin typeface="Verdana"/>
                <a:cs typeface="Verdana"/>
              </a:rPr>
              <a:t>to</a:t>
            </a:r>
            <a:r>
              <a:rPr lang="en-US" sz="2400" spc="-5" dirty="0" smtClean="0">
                <a:latin typeface="Verdana"/>
                <a:cs typeface="Verdana"/>
              </a:rPr>
              <a:t> </a:t>
            </a:r>
            <a:r>
              <a:rPr sz="2400" spc="-5" smtClean="0">
                <a:latin typeface="Verdana"/>
                <a:cs typeface="Verdana"/>
              </a:rPr>
              <a:t>implement</a:t>
            </a:r>
            <a:r>
              <a:rPr lang="en-US" sz="2400" spc="-5" dirty="0" smtClean="0">
                <a:latin typeface="Verdana"/>
                <a:cs typeface="Verdana"/>
              </a:rPr>
              <a:t> </a:t>
            </a:r>
            <a:r>
              <a:rPr sz="2400" spc="-10" smtClean="0">
                <a:latin typeface="Verdana"/>
                <a:cs typeface="Verdana"/>
              </a:rPr>
              <a:t>any</a:t>
            </a:r>
            <a:r>
              <a:rPr sz="2400" spc="-10">
                <a:latin typeface="Verdana"/>
                <a:cs typeface="Verdana"/>
              </a:rPr>
              <a:t>	</a:t>
            </a:r>
            <a:r>
              <a:rPr sz="2400" spc="-5" smtClean="0">
                <a:latin typeface="Verdana"/>
                <a:cs typeface="Verdana"/>
              </a:rPr>
              <a:t>sum</a:t>
            </a:r>
            <a:r>
              <a:rPr lang="en-US" sz="2400" spc="-5" dirty="0" smtClean="0">
                <a:latin typeface="Verdana"/>
                <a:cs typeface="Verdana"/>
              </a:rPr>
              <a:t> </a:t>
            </a:r>
            <a:r>
              <a:rPr sz="2400" spc="-10" smtClean="0">
                <a:latin typeface="Verdana"/>
                <a:cs typeface="Verdana"/>
              </a:rPr>
              <a:t>of</a:t>
            </a:r>
            <a:r>
              <a:rPr lang="en-US" sz="2400" spc="-10" dirty="0" smtClean="0">
                <a:latin typeface="Verdana"/>
                <a:cs typeface="Verdana"/>
              </a:rPr>
              <a:t> </a:t>
            </a:r>
            <a:r>
              <a:rPr sz="2400" spc="-5" smtClean="0">
                <a:latin typeface="Verdana"/>
                <a:cs typeface="Verdana"/>
              </a:rPr>
              <a:t>minterms</a:t>
            </a:r>
            <a:r>
              <a:rPr sz="2400" spc="-20" smtClean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expression.</a:t>
            </a:r>
            <a:endParaRPr sz="2400">
              <a:latin typeface="Verdana"/>
              <a:cs typeface="Verdana"/>
            </a:endParaRPr>
          </a:p>
          <a:p>
            <a:pPr marL="356870" marR="43180" indent="-265430" algn="just">
              <a:lnSpc>
                <a:spcPct val="100000"/>
              </a:lnSpc>
              <a:spcBef>
                <a:spcPts val="720"/>
              </a:spcBef>
              <a:buClr>
                <a:srgbClr val="BB8068"/>
              </a:buClr>
              <a:buFont typeface="Wingdings"/>
              <a:buChar char=""/>
              <a:tabLst>
                <a:tab pos="357505" algn="l"/>
              </a:tabLst>
            </a:pPr>
            <a:r>
              <a:rPr sz="2400" b="1" dirty="0">
                <a:latin typeface="Verdana"/>
                <a:cs typeface="Verdana"/>
              </a:rPr>
              <a:t>Note</a:t>
            </a:r>
            <a:r>
              <a:rPr sz="2400" dirty="0">
                <a:latin typeface="Verdana"/>
                <a:cs typeface="Verdana"/>
              </a:rPr>
              <a:t>: A minterm </a:t>
            </a:r>
            <a:r>
              <a:rPr sz="2400" spc="-5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Boolean expression resulting in </a:t>
            </a:r>
            <a:r>
              <a:rPr sz="2400" dirty="0">
                <a:latin typeface="Verdana"/>
                <a:cs typeface="Verdana"/>
              </a:rPr>
              <a:t>1 </a:t>
            </a:r>
            <a:r>
              <a:rPr sz="2400" spc="-5" dirty="0">
                <a:latin typeface="Verdana"/>
                <a:cs typeface="Verdana"/>
              </a:rPr>
              <a:t>only  </a:t>
            </a:r>
            <a:r>
              <a:rPr sz="2400" dirty="0">
                <a:latin typeface="Verdana"/>
                <a:cs typeface="Verdana"/>
              </a:rPr>
              <a:t>for </a:t>
            </a:r>
            <a:r>
              <a:rPr sz="2400" spc="-5" dirty="0">
                <a:latin typeface="Verdana"/>
                <a:cs typeface="Verdana"/>
              </a:rPr>
              <a:t>the output of </a:t>
            </a:r>
            <a:r>
              <a:rPr sz="2400" dirty="0">
                <a:latin typeface="Verdana"/>
                <a:cs typeface="Verdana"/>
              </a:rPr>
              <a:t>a single </a:t>
            </a:r>
            <a:r>
              <a:rPr sz="2400" spc="-5" dirty="0">
                <a:latin typeface="Verdana"/>
                <a:cs typeface="Verdana"/>
              </a:rPr>
              <a:t>row (in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10" dirty="0">
                <a:latin typeface="Verdana"/>
                <a:cs typeface="Verdana"/>
              </a:rPr>
              <a:t>truth </a:t>
            </a:r>
            <a:r>
              <a:rPr sz="2400" spc="-5" dirty="0">
                <a:latin typeface="Verdana"/>
                <a:cs typeface="Verdana"/>
              </a:rPr>
              <a:t>table) or </a:t>
            </a:r>
            <a:r>
              <a:rPr sz="2400" dirty="0">
                <a:latin typeface="Verdana"/>
                <a:cs typeface="Verdana"/>
              </a:rPr>
              <a:t>a single </a:t>
            </a:r>
            <a:r>
              <a:rPr sz="2400" spc="-5" dirty="0">
                <a:latin typeface="Verdana"/>
                <a:cs typeface="Verdana"/>
              </a:rPr>
              <a:t>cell  (in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10" dirty="0">
                <a:latin typeface="Verdana"/>
                <a:cs typeface="Verdana"/>
              </a:rPr>
              <a:t>Karnaugh </a:t>
            </a:r>
            <a:r>
              <a:rPr sz="2400" spc="-5" dirty="0">
                <a:latin typeface="Verdana"/>
                <a:cs typeface="Verdana"/>
              </a:rPr>
              <a:t>map), and 0s for all other row or </a:t>
            </a:r>
            <a:r>
              <a:rPr sz="2400" spc="-10" dirty="0">
                <a:latin typeface="Verdana"/>
                <a:cs typeface="Verdana"/>
              </a:rPr>
              <a:t>cells,  </a:t>
            </a:r>
            <a:r>
              <a:rPr sz="2400" spc="-20" dirty="0">
                <a:latin typeface="Verdana"/>
                <a:cs typeface="Verdana"/>
              </a:rPr>
              <a:t>respectively.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2014" y="152400"/>
            <a:ext cx="522198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2-to-4 </a:t>
            </a:r>
            <a:r>
              <a:rPr spc="-15" dirty="0"/>
              <a:t>Binary</a:t>
            </a:r>
            <a:r>
              <a:rPr spc="-60" dirty="0"/>
              <a:t> </a:t>
            </a:r>
            <a:r>
              <a:rPr dirty="0"/>
              <a:t>Decoder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43626" y="1223772"/>
            <a:ext cx="2811780" cy="1620520"/>
            <a:chOff x="5943626" y="1223772"/>
            <a:chExt cx="2811780" cy="1620520"/>
          </a:xfrm>
        </p:grpSpPr>
        <p:sp>
          <p:nvSpPr>
            <p:cNvPr id="4" name="object 4"/>
            <p:cNvSpPr/>
            <p:nvPr/>
          </p:nvSpPr>
          <p:spPr>
            <a:xfrm>
              <a:off x="5943626" y="1303020"/>
              <a:ext cx="2743519" cy="14521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48172" y="1223772"/>
              <a:ext cx="2807335" cy="1620520"/>
            </a:xfrm>
            <a:custGeom>
              <a:avLst/>
              <a:gdLst/>
              <a:ahLst/>
              <a:cxnLst/>
              <a:rect l="l" t="t" r="r" b="b"/>
              <a:pathLst>
                <a:path w="2807334" h="1620520">
                  <a:moveTo>
                    <a:pt x="0" y="371855"/>
                  </a:moveTo>
                  <a:lnTo>
                    <a:pt x="2807207" y="371855"/>
                  </a:lnTo>
                </a:path>
                <a:path w="2807334" h="1620520">
                  <a:moveTo>
                    <a:pt x="812292" y="0"/>
                  </a:moveTo>
                  <a:lnTo>
                    <a:pt x="812292" y="162001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0063" y="832865"/>
            <a:ext cx="6650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8130" indent="-266065">
              <a:lnSpc>
                <a:spcPct val="100000"/>
              </a:lnSpc>
              <a:spcBef>
                <a:spcPts val="105"/>
              </a:spcBef>
              <a:buClr>
                <a:srgbClr val="BB8068"/>
              </a:buClr>
              <a:buFont typeface="Wingdings"/>
              <a:buChar char=""/>
              <a:tabLst>
                <a:tab pos="278765" algn="l"/>
              </a:tabLst>
            </a:pPr>
            <a:r>
              <a:rPr sz="2000" dirty="0">
                <a:latin typeface="Verdana"/>
                <a:cs typeface="Verdana"/>
              </a:rPr>
              <a:t>A circuit of </a:t>
            </a:r>
            <a:r>
              <a:rPr sz="2000" spc="-5" dirty="0">
                <a:latin typeface="Verdana"/>
                <a:cs typeface="Verdana"/>
              </a:rPr>
              <a:t>2-to-4 binary decoder is </a:t>
            </a:r>
            <a:r>
              <a:rPr sz="2000" dirty="0">
                <a:latin typeface="Verdana"/>
                <a:cs typeface="Verdana"/>
              </a:rPr>
              <a:t>shown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below.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3127" y="1301566"/>
            <a:ext cx="3737099" cy="33598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45885" y="3294126"/>
            <a:ext cx="1358265" cy="1384300"/>
          </a:xfrm>
          <a:prstGeom prst="rect">
            <a:avLst/>
          </a:prstGeom>
          <a:solidFill>
            <a:srgbClr val="DAB03D"/>
          </a:solidFill>
          <a:ln w="38100">
            <a:solidFill>
              <a:srgbClr val="00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 marL="88900" marR="82550" indent="126364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Binary  </a:t>
            </a: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coder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37809" y="3788664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7" y="0"/>
                </a:moveTo>
                <a:lnTo>
                  <a:pt x="521207" y="86868"/>
                </a:lnTo>
                <a:lnTo>
                  <a:pt x="579120" y="57912"/>
                </a:lnTo>
                <a:lnTo>
                  <a:pt x="535686" y="57912"/>
                </a:lnTo>
                <a:lnTo>
                  <a:pt x="535686" y="28956"/>
                </a:lnTo>
                <a:lnTo>
                  <a:pt x="579119" y="28956"/>
                </a:lnTo>
                <a:lnTo>
                  <a:pt x="521207" y="0"/>
                </a:lnTo>
                <a:close/>
              </a:path>
              <a:path w="608329" h="86995">
                <a:moveTo>
                  <a:pt x="521207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21207" y="57912"/>
                </a:lnTo>
                <a:lnTo>
                  <a:pt x="521207" y="28956"/>
                </a:lnTo>
                <a:close/>
              </a:path>
              <a:path w="608329" h="86995">
                <a:moveTo>
                  <a:pt x="579119" y="28956"/>
                </a:moveTo>
                <a:lnTo>
                  <a:pt x="535686" y="28956"/>
                </a:lnTo>
                <a:lnTo>
                  <a:pt x="535686" y="57912"/>
                </a:lnTo>
                <a:lnTo>
                  <a:pt x="579120" y="57912"/>
                </a:lnTo>
                <a:lnTo>
                  <a:pt x="608076" y="43434"/>
                </a:lnTo>
                <a:lnTo>
                  <a:pt x="579119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30190" y="4194047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8" y="0"/>
                </a:moveTo>
                <a:lnTo>
                  <a:pt x="521208" y="86868"/>
                </a:lnTo>
                <a:lnTo>
                  <a:pt x="579119" y="57912"/>
                </a:lnTo>
                <a:lnTo>
                  <a:pt x="535686" y="57912"/>
                </a:lnTo>
                <a:lnTo>
                  <a:pt x="535686" y="28956"/>
                </a:lnTo>
                <a:lnTo>
                  <a:pt x="579120" y="28956"/>
                </a:lnTo>
                <a:lnTo>
                  <a:pt x="521208" y="0"/>
                </a:lnTo>
                <a:close/>
              </a:path>
              <a:path w="608329" h="86995">
                <a:moveTo>
                  <a:pt x="521208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21208" y="57912"/>
                </a:lnTo>
                <a:lnTo>
                  <a:pt x="521208" y="28956"/>
                </a:lnTo>
                <a:close/>
              </a:path>
              <a:path w="608329" h="86995">
                <a:moveTo>
                  <a:pt x="579120" y="28956"/>
                </a:moveTo>
                <a:lnTo>
                  <a:pt x="535686" y="28956"/>
                </a:lnTo>
                <a:lnTo>
                  <a:pt x="535686" y="57912"/>
                </a:lnTo>
                <a:lnTo>
                  <a:pt x="579119" y="57912"/>
                </a:lnTo>
                <a:lnTo>
                  <a:pt x="608076" y="43433"/>
                </a:lnTo>
                <a:lnTo>
                  <a:pt x="579120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96150" y="3579876"/>
            <a:ext cx="607060" cy="86995"/>
          </a:xfrm>
          <a:custGeom>
            <a:avLst/>
            <a:gdLst/>
            <a:ahLst/>
            <a:cxnLst/>
            <a:rect l="l" t="t" r="r" b="b"/>
            <a:pathLst>
              <a:path w="607059" h="86995">
                <a:moveTo>
                  <a:pt x="519683" y="0"/>
                </a:moveTo>
                <a:lnTo>
                  <a:pt x="519683" y="86868"/>
                </a:lnTo>
                <a:lnTo>
                  <a:pt x="577596" y="57912"/>
                </a:lnTo>
                <a:lnTo>
                  <a:pt x="534161" y="57912"/>
                </a:lnTo>
                <a:lnTo>
                  <a:pt x="534161" y="28956"/>
                </a:lnTo>
                <a:lnTo>
                  <a:pt x="577596" y="28956"/>
                </a:lnTo>
                <a:lnTo>
                  <a:pt x="519683" y="0"/>
                </a:lnTo>
                <a:close/>
              </a:path>
              <a:path w="607059" h="86995">
                <a:moveTo>
                  <a:pt x="519683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19683" y="57912"/>
                </a:lnTo>
                <a:lnTo>
                  <a:pt x="519683" y="28956"/>
                </a:lnTo>
                <a:close/>
              </a:path>
              <a:path w="607059" h="86995">
                <a:moveTo>
                  <a:pt x="577596" y="28956"/>
                </a:moveTo>
                <a:lnTo>
                  <a:pt x="534161" y="28956"/>
                </a:lnTo>
                <a:lnTo>
                  <a:pt x="534161" y="57912"/>
                </a:lnTo>
                <a:lnTo>
                  <a:pt x="577596" y="57912"/>
                </a:lnTo>
                <a:lnTo>
                  <a:pt x="606551" y="43434"/>
                </a:lnTo>
                <a:lnTo>
                  <a:pt x="577596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96150" y="3854196"/>
            <a:ext cx="607060" cy="86995"/>
          </a:xfrm>
          <a:custGeom>
            <a:avLst/>
            <a:gdLst/>
            <a:ahLst/>
            <a:cxnLst/>
            <a:rect l="l" t="t" r="r" b="b"/>
            <a:pathLst>
              <a:path w="607059" h="86995">
                <a:moveTo>
                  <a:pt x="519683" y="0"/>
                </a:moveTo>
                <a:lnTo>
                  <a:pt x="519683" y="86867"/>
                </a:lnTo>
                <a:lnTo>
                  <a:pt x="577596" y="57911"/>
                </a:lnTo>
                <a:lnTo>
                  <a:pt x="534161" y="57911"/>
                </a:lnTo>
                <a:lnTo>
                  <a:pt x="534161" y="28955"/>
                </a:lnTo>
                <a:lnTo>
                  <a:pt x="577596" y="28955"/>
                </a:lnTo>
                <a:lnTo>
                  <a:pt x="519683" y="0"/>
                </a:lnTo>
                <a:close/>
              </a:path>
              <a:path w="607059" h="86995">
                <a:moveTo>
                  <a:pt x="519683" y="28955"/>
                </a:moveTo>
                <a:lnTo>
                  <a:pt x="0" y="28955"/>
                </a:lnTo>
                <a:lnTo>
                  <a:pt x="0" y="57911"/>
                </a:lnTo>
                <a:lnTo>
                  <a:pt x="519683" y="57911"/>
                </a:lnTo>
                <a:lnTo>
                  <a:pt x="519683" y="28955"/>
                </a:lnTo>
                <a:close/>
              </a:path>
              <a:path w="607059" h="86995">
                <a:moveTo>
                  <a:pt x="577596" y="28955"/>
                </a:moveTo>
                <a:lnTo>
                  <a:pt x="534161" y="28955"/>
                </a:lnTo>
                <a:lnTo>
                  <a:pt x="534161" y="57911"/>
                </a:lnTo>
                <a:lnTo>
                  <a:pt x="577596" y="57911"/>
                </a:lnTo>
                <a:lnTo>
                  <a:pt x="606551" y="43433"/>
                </a:lnTo>
                <a:lnTo>
                  <a:pt x="577596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96150" y="4102608"/>
            <a:ext cx="607060" cy="86995"/>
          </a:xfrm>
          <a:custGeom>
            <a:avLst/>
            <a:gdLst/>
            <a:ahLst/>
            <a:cxnLst/>
            <a:rect l="l" t="t" r="r" b="b"/>
            <a:pathLst>
              <a:path w="607059" h="86995">
                <a:moveTo>
                  <a:pt x="519683" y="0"/>
                </a:moveTo>
                <a:lnTo>
                  <a:pt x="519683" y="86868"/>
                </a:lnTo>
                <a:lnTo>
                  <a:pt x="577596" y="57912"/>
                </a:lnTo>
                <a:lnTo>
                  <a:pt x="534161" y="57912"/>
                </a:lnTo>
                <a:lnTo>
                  <a:pt x="534161" y="28956"/>
                </a:lnTo>
                <a:lnTo>
                  <a:pt x="577596" y="28956"/>
                </a:lnTo>
                <a:lnTo>
                  <a:pt x="519683" y="0"/>
                </a:lnTo>
                <a:close/>
              </a:path>
              <a:path w="607059" h="86995">
                <a:moveTo>
                  <a:pt x="519683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19683" y="57912"/>
                </a:lnTo>
                <a:lnTo>
                  <a:pt x="519683" y="28956"/>
                </a:lnTo>
                <a:close/>
              </a:path>
              <a:path w="607059" h="86995">
                <a:moveTo>
                  <a:pt x="577596" y="28956"/>
                </a:moveTo>
                <a:lnTo>
                  <a:pt x="534161" y="28956"/>
                </a:lnTo>
                <a:lnTo>
                  <a:pt x="534161" y="57912"/>
                </a:lnTo>
                <a:lnTo>
                  <a:pt x="577596" y="57912"/>
                </a:lnTo>
                <a:lnTo>
                  <a:pt x="606551" y="43434"/>
                </a:lnTo>
                <a:lnTo>
                  <a:pt x="577596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96150" y="4344923"/>
            <a:ext cx="607060" cy="86995"/>
          </a:xfrm>
          <a:custGeom>
            <a:avLst/>
            <a:gdLst/>
            <a:ahLst/>
            <a:cxnLst/>
            <a:rect l="l" t="t" r="r" b="b"/>
            <a:pathLst>
              <a:path w="607059" h="86995">
                <a:moveTo>
                  <a:pt x="519683" y="0"/>
                </a:moveTo>
                <a:lnTo>
                  <a:pt x="519683" y="86868"/>
                </a:lnTo>
                <a:lnTo>
                  <a:pt x="577595" y="57912"/>
                </a:lnTo>
                <a:lnTo>
                  <a:pt x="534161" y="57912"/>
                </a:lnTo>
                <a:lnTo>
                  <a:pt x="534161" y="28956"/>
                </a:lnTo>
                <a:lnTo>
                  <a:pt x="577596" y="28956"/>
                </a:lnTo>
                <a:lnTo>
                  <a:pt x="519683" y="0"/>
                </a:lnTo>
                <a:close/>
              </a:path>
              <a:path w="607059" h="86995">
                <a:moveTo>
                  <a:pt x="519683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19683" y="57912"/>
                </a:lnTo>
                <a:lnTo>
                  <a:pt x="519683" y="28956"/>
                </a:lnTo>
                <a:close/>
              </a:path>
              <a:path w="607059" h="86995">
                <a:moveTo>
                  <a:pt x="577596" y="28956"/>
                </a:moveTo>
                <a:lnTo>
                  <a:pt x="534161" y="28956"/>
                </a:lnTo>
                <a:lnTo>
                  <a:pt x="534161" y="57912"/>
                </a:lnTo>
                <a:lnTo>
                  <a:pt x="577595" y="57912"/>
                </a:lnTo>
                <a:lnTo>
                  <a:pt x="606551" y="43433"/>
                </a:lnTo>
                <a:lnTo>
                  <a:pt x="577596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812284" y="4406900"/>
            <a:ext cx="9569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2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inputs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21371" y="4396867"/>
            <a:ext cx="1122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4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outputs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99126" y="4677917"/>
            <a:ext cx="1435100" cy="416559"/>
          </a:xfrm>
          <a:custGeom>
            <a:avLst/>
            <a:gdLst/>
            <a:ahLst/>
            <a:cxnLst/>
            <a:rect l="l" t="t" r="r" b="b"/>
            <a:pathLst>
              <a:path w="1435100" h="416560">
                <a:moveTo>
                  <a:pt x="1424940" y="0"/>
                </a:moveTo>
                <a:lnTo>
                  <a:pt x="1424940" y="414019"/>
                </a:lnTo>
              </a:path>
              <a:path w="1435100" h="416560">
                <a:moveTo>
                  <a:pt x="1435100" y="416051"/>
                </a:moveTo>
                <a:lnTo>
                  <a:pt x="0" y="414527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0063" y="4911597"/>
            <a:ext cx="7915275" cy="151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6825"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Enable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00">
              <a:latin typeface="Verdana"/>
              <a:cs typeface="Verdana"/>
            </a:endParaRPr>
          </a:p>
          <a:p>
            <a:pPr marL="278130" indent="-266065">
              <a:lnSpc>
                <a:spcPts val="2160"/>
              </a:lnSpc>
              <a:buClr>
                <a:srgbClr val="BB8068"/>
              </a:buClr>
              <a:buFont typeface="Wingdings"/>
              <a:buChar char=""/>
              <a:tabLst>
                <a:tab pos="278765" algn="l"/>
              </a:tabLst>
            </a:pPr>
            <a:r>
              <a:rPr sz="2000" dirty="0">
                <a:latin typeface="Verdana"/>
                <a:cs typeface="Verdana"/>
              </a:rPr>
              <a:t>The </a:t>
            </a:r>
            <a:r>
              <a:rPr sz="2000" spc="-5" dirty="0">
                <a:latin typeface="Verdana"/>
                <a:cs typeface="Verdana"/>
              </a:rPr>
              <a:t>truth table </a:t>
            </a:r>
            <a:r>
              <a:rPr sz="2000" dirty="0">
                <a:latin typeface="Verdana"/>
                <a:cs typeface="Verdana"/>
              </a:rPr>
              <a:t>shows </a:t>
            </a:r>
            <a:r>
              <a:rPr sz="2000" spc="-5" dirty="0">
                <a:latin typeface="Verdana"/>
                <a:cs typeface="Verdana"/>
              </a:rPr>
              <a:t>that </a:t>
            </a:r>
            <a:r>
              <a:rPr sz="2000" dirty="0">
                <a:latin typeface="Verdana"/>
                <a:cs typeface="Verdana"/>
              </a:rPr>
              <a:t>for </a:t>
            </a:r>
            <a:r>
              <a:rPr sz="2000" spc="-10" dirty="0">
                <a:latin typeface="Verdana"/>
                <a:cs typeface="Verdana"/>
              </a:rPr>
              <a:t>any </a:t>
            </a:r>
            <a:r>
              <a:rPr sz="2000" spc="-5" dirty="0">
                <a:latin typeface="Verdana"/>
                <a:cs typeface="Verdana"/>
              </a:rPr>
              <a:t>given input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combination,</a:t>
            </a:r>
            <a:endParaRPr sz="2000">
              <a:latin typeface="Verdana"/>
              <a:cs typeface="Verdana"/>
            </a:endParaRPr>
          </a:p>
          <a:p>
            <a:pPr marL="278130">
              <a:lnSpc>
                <a:spcPts val="2160"/>
              </a:lnSpc>
            </a:pPr>
            <a:r>
              <a:rPr sz="2000" dirty="0">
                <a:latin typeface="Verdana"/>
                <a:cs typeface="Verdana"/>
              </a:rPr>
              <a:t>exactly one output </a:t>
            </a:r>
            <a:r>
              <a:rPr sz="2000" spc="-5" dirty="0">
                <a:latin typeface="Verdana"/>
                <a:cs typeface="Verdana"/>
              </a:rPr>
              <a:t>will turn to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1.</a:t>
            </a:r>
            <a:endParaRPr sz="2000">
              <a:latin typeface="Verdana"/>
              <a:cs typeface="Verdana"/>
            </a:endParaRPr>
          </a:p>
          <a:p>
            <a:pPr marL="278130" indent="-266065">
              <a:lnSpc>
                <a:spcPct val="100000"/>
              </a:lnSpc>
              <a:spcBef>
                <a:spcPts val="240"/>
              </a:spcBef>
              <a:buClr>
                <a:srgbClr val="BB8068"/>
              </a:buClr>
              <a:buFont typeface="Wingdings"/>
              <a:buChar char=""/>
              <a:tabLst>
                <a:tab pos="278765" algn="l"/>
              </a:tabLst>
            </a:pPr>
            <a:r>
              <a:rPr sz="2000" spc="-5" dirty="0">
                <a:latin typeface="Verdana"/>
                <a:cs typeface="Verdana"/>
              </a:rPr>
              <a:t>The enable </a:t>
            </a:r>
            <a:r>
              <a:rPr sz="2000" dirty="0">
                <a:latin typeface="Verdana"/>
                <a:cs typeface="Verdana"/>
              </a:rPr>
              <a:t>must </a:t>
            </a:r>
            <a:r>
              <a:rPr sz="2000" spc="-5" dirty="0">
                <a:latin typeface="Verdana"/>
                <a:cs typeface="Verdana"/>
              </a:rPr>
              <a:t>be </a:t>
            </a:r>
            <a:r>
              <a:rPr sz="2000" dirty="0">
                <a:latin typeface="Verdana"/>
                <a:cs typeface="Verdana"/>
              </a:rPr>
              <a:t>set </a:t>
            </a:r>
            <a:r>
              <a:rPr sz="2000" spc="-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1 </a:t>
            </a:r>
            <a:r>
              <a:rPr sz="2000" spc="-5" dirty="0">
                <a:latin typeface="Verdana"/>
                <a:cs typeface="Verdana"/>
              </a:rPr>
              <a:t>to get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output.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7214" y="152400"/>
            <a:ext cx="552678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3-to-8 </a:t>
            </a:r>
            <a:r>
              <a:rPr spc="-15" dirty="0"/>
              <a:t>Binary</a:t>
            </a:r>
            <a:r>
              <a:rPr spc="-60" dirty="0"/>
              <a:t> </a:t>
            </a:r>
            <a:r>
              <a:rPr dirty="0"/>
              <a:t>Decoder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23474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69564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6091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2233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08375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54773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00915" y="1082023"/>
            <a:ext cx="9334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5" dirty="0">
                <a:latin typeface="Times New Roman"/>
                <a:cs typeface="Times New Roman"/>
              </a:rPr>
              <a:t>6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247132" y="998219"/>
          <a:ext cx="3669028" cy="2133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0990"/>
                <a:gridCol w="299085"/>
                <a:gridCol w="284480"/>
                <a:gridCol w="325119"/>
                <a:gridCol w="346075"/>
                <a:gridCol w="346075"/>
                <a:gridCol w="346075"/>
                <a:gridCol w="346075"/>
                <a:gridCol w="346075"/>
                <a:gridCol w="346075"/>
                <a:gridCol w="382904"/>
              </a:tblGrid>
              <a:tr h="243839"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Z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820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820"/>
                        </a:lnSpc>
                      </a:pPr>
                      <a:r>
                        <a:rPr sz="1600" b="1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575" b="1" spc="7" baseline="-13227" dirty="0">
                          <a:latin typeface="Times New Roman"/>
                          <a:cs typeface="Times New Roman"/>
                        </a:rPr>
                        <a:t>7</a:t>
                      </a:r>
                      <a:endParaRPr sz="1575" baseline="-13227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218">
                <a:tc>
                  <a:txBody>
                    <a:bodyPr/>
                    <a:lstStyle/>
                    <a:p>
                      <a:pPr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3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34784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33880">
                <a:tc>
                  <a:txBody>
                    <a:bodyPr/>
                    <a:lstStyle/>
                    <a:p>
                      <a:pPr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39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34606"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34771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5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34007"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34625"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4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49865"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1440" algn="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78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50063" y="832865"/>
            <a:ext cx="4923790" cy="57467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78130" marR="5080" indent="-266065">
              <a:lnSpc>
                <a:spcPts val="1920"/>
              </a:lnSpc>
              <a:spcBef>
                <a:spcPts val="565"/>
              </a:spcBef>
              <a:buClr>
                <a:srgbClr val="BB8068"/>
              </a:buClr>
              <a:buFont typeface="Wingdings"/>
              <a:buChar char=""/>
              <a:tabLst>
                <a:tab pos="278765" algn="l"/>
              </a:tabLst>
            </a:pPr>
            <a:r>
              <a:rPr sz="2000" spc="-65" dirty="0">
                <a:latin typeface="Verdana"/>
                <a:cs typeface="Verdana"/>
              </a:rPr>
              <a:t>Try </a:t>
            </a:r>
            <a:r>
              <a:rPr sz="2000" spc="-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understand </a:t>
            </a:r>
            <a:r>
              <a:rPr sz="2000" spc="-5" dirty="0">
                <a:latin typeface="Verdana"/>
                <a:cs typeface="Verdana"/>
              </a:rPr>
              <a:t>the logic </a:t>
            </a:r>
            <a:r>
              <a:rPr sz="2000" dirty="0">
                <a:latin typeface="Verdana"/>
                <a:cs typeface="Verdana"/>
              </a:rPr>
              <a:t>circuit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  3-to-8 </a:t>
            </a:r>
            <a:r>
              <a:rPr sz="2000" spc="-5" dirty="0">
                <a:latin typeface="Verdana"/>
                <a:cs typeface="Verdana"/>
              </a:rPr>
              <a:t>binary decoder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below.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5093" y="1546587"/>
            <a:ext cx="4447866" cy="48114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16217" y="4114038"/>
            <a:ext cx="1359535" cy="1384300"/>
          </a:xfrm>
          <a:prstGeom prst="rect">
            <a:avLst/>
          </a:prstGeom>
          <a:solidFill>
            <a:srgbClr val="DAB03D"/>
          </a:solidFill>
          <a:ln w="38100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imes New Roman"/>
              <a:cs typeface="Times New Roman"/>
            </a:endParaRPr>
          </a:p>
          <a:p>
            <a:pPr marL="90170" marR="82550" indent="126364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Verdana"/>
                <a:cs typeface="Verdana"/>
              </a:rPr>
              <a:t>Binary  </a:t>
            </a: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coder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08141" y="4736591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8" y="0"/>
                </a:moveTo>
                <a:lnTo>
                  <a:pt x="521208" y="86867"/>
                </a:lnTo>
                <a:lnTo>
                  <a:pt x="579119" y="57911"/>
                </a:lnTo>
                <a:lnTo>
                  <a:pt x="535686" y="57911"/>
                </a:lnTo>
                <a:lnTo>
                  <a:pt x="535686" y="28955"/>
                </a:lnTo>
                <a:lnTo>
                  <a:pt x="579120" y="28955"/>
                </a:lnTo>
                <a:lnTo>
                  <a:pt x="521208" y="0"/>
                </a:lnTo>
                <a:close/>
              </a:path>
              <a:path w="608329" h="86995">
                <a:moveTo>
                  <a:pt x="521208" y="28955"/>
                </a:moveTo>
                <a:lnTo>
                  <a:pt x="0" y="28955"/>
                </a:lnTo>
                <a:lnTo>
                  <a:pt x="0" y="57911"/>
                </a:lnTo>
                <a:lnTo>
                  <a:pt x="521208" y="57911"/>
                </a:lnTo>
                <a:lnTo>
                  <a:pt x="521208" y="28955"/>
                </a:lnTo>
                <a:close/>
              </a:path>
              <a:path w="608329" h="86995">
                <a:moveTo>
                  <a:pt x="579120" y="28955"/>
                </a:moveTo>
                <a:lnTo>
                  <a:pt x="535686" y="28955"/>
                </a:lnTo>
                <a:lnTo>
                  <a:pt x="535686" y="57911"/>
                </a:lnTo>
                <a:lnTo>
                  <a:pt x="579119" y="57911"/>
                </a:lnTo>
                <a:lnTo>
                  <a:pt x="608076" y="43433"/>
                </a:lnTo>
                <a:lnTo>
                  <a:pt x="579120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02046" y="5087111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7" y="0"/>
                </a:moveTo>
                <a:lnTo>
                  <a:pt x="521207" y="86868"/>
                </a:lnTo>
                <a:lnTo>
                  <a:pt x="579119" y="57912"/>
                </a:lnTo>
                <a:lnTo>
                  <a:pt x="535686" y="57912"/>
                </a:lnTo>
                <a:lnTo>
                  <a:pt x="535686" y="28956"/>
                </a:lnTo>
                <a:lnTo>
                  <a:pt x="579120" y="28956"/>
                </a:lnTo>
                <a:lnTo>
                  <a:pt x="521207" y="0"/>
                </a:lnTo>
                <a:close/>
              </a:path>
              <a:path w="608329" h="86995">
                <a:moveTo>
                  <a:pt x="521207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21207" y="57912"/>
                </a:lnTo>
                <a:lnTo>
                  <a:pt x="521207" y="28956"/>
                </a:lnTo>
                <a:close/>
              </a:path>
              <a:path w="608329" h="86995">
                <a:moveTo>
                  <a:pt x="579120" y="28956"/>
                </a:moveTo>
                <a:lnTo>
                  <a:pt x="535686" y="28956"/>
                </a:lnTo>
                <a:lnTo>
                  <a:pt x="535686" y="57912"/>
                </a:lnTo>
                <a:lnTo>
                  <a:pt x="579119" y="57912"/>
                </a:lnTo>
                <a:lnTo>
                  <a:pt x="608076" y="43433"/>
                </a:lnTo>
                <a:lnTo>
                  <a:pt x="579120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7666481" y="4472940"/>
            <a:ext cx="608330" cy="852169"/>
            <a:chOff x="7666481" y="4472940"/>
            <a:chExt cx="608330" cy="852169"/>
          </a:xfrm>
        </p:grpSpPr>
        <p:sp>
          <p:nvSpPr>
            <p:cNvPr id="17" name="object 17"/>
            <p:cNvSpPr/>
            <p:nvPr/>
          </p:nvSpPr>
          <p:spPr>
            <a:xfrm>
              <a:off x="7666482" y="4472940"/>
              <a:ext cx="608330" cy="346075"/>
            </a:xfrm>
            <a:custGeom>
              <a:avLst/>
              <a:gdLst/>
              <a:ahLst/>
              <a:cxnLst/>
              <a:rect l="l" t="t" r="r" b="b"/>
              <a:pathLst>
                <a:path w="608329" h="346075">
                  <a:moveTo>
                    <a:pt x="608076" y="302514"/>
                  </a:moveTo>
                  <a:lnTo>
                    <a:pt x="579120" y="288036"/>
                  </a:lnTo>
                  <a:lnTo>
                    <a:pt x="521208" y="259080"/>
                  </a:lnTo>
                  <a:lnTo>
                    <a:pt x="521208" y="288036"/>
                  </a:lnTo>
                  <a:lnTo>
                    <a:pt x="0" y="288036"/>
                  </a:lnTo>
                  <a:lnTo>
                    <a:pt x="0" y="316992"/>
                  </a:lnTo>
                  <a:lnTo>
                    <a:pt x="521208" y="316992"/>
                  </a:lnTo>
                  <a:lnTo>
                    <a:pt x="521208" y="345948"/>
                  </a:lnTo>
                  <a:lnTo>
                    <a:pt x="579120" y="316992"/>
                  </a:lnTo>
                  <a:lnTo>
                    <a:pt x="608076" y="302514"/>
                  </a:lnTo>
                  <a:close/>
                </a:path>
                <a:path w="608329" h="346075">
                  <a:moveTo>
                    <a:pt x="608076" y="43434"/>
                  </a:moveTo>
                  <a:lnTo>
                    <a:pt x="579120" y="28956"/>
                  </a:lnTo>
                  <a:lnTo>
                    <a:pt x="521208" y="0"/>
                  </a:lnTo>
                  <a:lnTo>
                    <a:pt x="521208" y="28956"/>
                  </a:lnTo>
                  <a:lnTo>
                    <a:pt x="0" y="28956"/>
                  </a:lnTo>
                  <a:lnTo>
                    <a:pt x="0" y="57912"/>
                  </a:lnTo>
                  <a:lnTo>
                    <a:pt x="521208" y="57912"/>
                  </a:lnTo>
                  <a:lnTo>
                    <a:pt x="521208" y="86868"/>
                  </a:lnTo>
                  <a:lnTo>
                    <a:pt x="579120" y="57912"/>
                  </a:lnTo>
                  <a:lnTo>
                    <a:pt x="608076" y="434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66481" y="4600956"/>
              <a:ext cx="608330" cy="86995"/>
            </a:xfrm>
            <a:custGeom>
              <a:avLst/>
              <a:gdLst/>
              <a:ahLst/>
              <a:cxnLst/>
              <a:rect l="l" t="t" r="r" b="b"/>
              <a:pathLst>
                <a:path w="608329" h="86995">
                  <a:moveTo>
                    <a:pt x="521208" y="0"/>
                  </a:moveTo>
                  <a:lnTo>
                    <a:pt x="521208" y="86868"/>
                  </a:lnTo>
                  <a:lnTo>
                    <a:pt x="579120" y="57912"/>
                  </a:lnTo>
                  <a:lnTo>
                    <a:pt x="535686" y="57912"/>
                  </a:lnTo>
                  <a:lnTo>
                    <a:pt x="535686" y="28956"/>
                  </a:lnTo>
                  <a:lnTo>
                    <a:pt x="579120" y="28956"/>
                  </a:lnTo>
                  <a:lnTo>
                    <a:pt x="521208" y="0"/>
                  </a:lnTo>
                  <a:close/>
                </a:path>
                <a:path w="608329" h="86995">
                  <a:moveTo>
                    <a:pt x="521208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521208" y="57912"/>
                  </a:lnTo>
                  <a:lnTo>
                    <a:pt x="521208" y="28956"/>
                  </a:lnTo>
                  <a:close/>
                </a:path>
                <a:path w="608329" h="86995">
                  <a:moveTo>
                    <a:pt x="579120" y="28956"/>
                  </a:moveTo>
                  <a:lnTo>
                    <a:pt x="535686" y="28956"/>
                  </a:lnTo>
                  <a:lnTo>
                    <a:pt x="535686" y="57912"/>
                  </a:lnTo>
                  <a:lnTo>
                    <a:pt x="579120" y="57912"/>
                  </a:lnTo>
                  <a:lnTo>
                    <a:pt x="608076" y="43434"/>
                  </a:lnTo>
                  <a:lnTo>
                    <a:pt x="579120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666481" y="4980432"/>
              <a:ext cx="608330" cy="86995"/>
            </a:xfrm>
            <a:custGeom>
              <a:avLst/>
              <a:gdLst/>
              <a:ahLst/>
              <a:cxnLst/>
              <a:rect l="l" t="t" r="r" b="b"/>
              <a:pathLst>
                <a:path w="608329" h="86995">
                  <a:moveTo>
                    <a:pt x="521208" y="0"/>
                  </a:moveTo>
                  <a:lnTo>
                    <a:pt x="521208" y="86868"/>
                  </a:lnTo>
                  <a:lnTo>
                    <a:pt x="579120" y="57912"/>
                  </a:lnTo>
                  <a:lnTo>
                    <a:pt x="535686" y="57912"/>
                  </a:lnTo>
                  <a:lnTo>
                    <a:pt x="535686" y="28956"/>
                  </a:lnTo>
                  <a:lnTo>
                    <a:pt x="579120" y="28956"/>
                  </a:lnTo>
                  <a:lnTo>
                    <a:pt x="521208" y="0"/>
                  </a:lnTo>
                  <a:close/>
                </a:path>
                <a:path w="608329" h="86995">
                  <a:moveTo>
                    <a:pt x="521208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521208" y="57912"/>
                  </a:lnTo>
                  <a:lnTo>
                    <a:pt x="521208" y="28956"/>
                  </a:lnTo>
                  <a:close/>
                </a:path>
                <a:path w="608329" h="86995">
                  <a:moveTo>
                    <a:pt x="579120" y="28956"/>
                  </a:moveTo>
                  <a:lnTo>
                    <a:pt x="535686" y="28956"/>
                  </a:lnTo>
                  <a:lnTo>
                    <a:pt x="535686" y="57912"/>
                  </a:lnTo>
                  <a:lnTo>
                    <a:pt x="579120" y="57912"/>
                  </a:lnTo>
                  <a:lnTo>
                    <a:pt x="608076" y="43434"/>
                  </a:lnTo>
                  <a:lnTo>
                    <a:pt x="579120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666481" y="4861560"/>
              <a:ext cx="608330" cy="86995"/>
            </a:xfrm>
            <a:custGeom>
              <a:avLst/>
              <a:gdLst/>
              <a:ahLst/>
              <a:cxnLst/>
              <a:rect l="l" t="t" r="r" b="b"/>
              <a:pathLst>
                <a:path w="608329" h="86995">
                  <a:moveTo>
                    <a:pt x="521208" y="0"/>
                  </a:moveTo>
                  <a:lnTo>
                    <a:pt x="521208" y="86867"/>
                  </a:lnTo>
                  <a:lnTo>
                    <a:pt x="579120" y="57912"/>
                  </a:lnTo>
                  <a:lnTo>
                    <a:pt x="535686" y="57912"/>
                  </a:lnTo>
                  <a:lnTo>
                    <a:pt x="535686" y="28956"/>
                  </a:lnTo>
                  <a:lnTo>
                    <a:pt x="579120" y="28956"/>
                  </a:lnTo>
                  <a:lnTo>
                    <a:pt x="521208" y="0"/>
                  </a:lnTo>
                  <a:close/>
                </a:path>
                <a:path w="608329" h="86995">
                  <a:moveTo>
                    <a:pt x="521208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521208" y="57912"/>
                  </a:lnTo>
                  <a:lnTo>
                    <a:pt x="521208" y="28956"/>
                  </a:lnTo>
                  <a:close/>
                </a:path>
                <a:path w="608329" h="86995">
                  <a:moveTo>
                    <a:pt x="579120" y="28956"/>
                  </a:moveTo>
                  <a:lnTo>
                    <a:pt x="535686" y="28956"/>
                  </a:lnTo>
                  <a:lnTo>
                    <a:pt x="535686" y="57912"/>
                  </a:lnTo>
                  <a:lnTo>
                    <a:pt x="579120" y="57912"/>
                  </a:lnTo>
                  <a:lnTo>
                    <a:pt x="608076" y="43433"/>
                  </a:lnTo>
                  <a:lnTo>
                    <a:pt x="579120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66481" y="5237988"/>
              <a:ext cx="608330" cy="86995"/>
            </a:xfrm>
            <a:custGeom>
              <a:avLst/>
              <a:gdLst/>
              <a:ahLst/>
              <a:cxnLst/>
              <a:rect l="l" t="t" r="r" b="b"/>
              <a:pathLst>
                <a:path w="608329" h="86995">
                  <a:moveTo>
                    <a:pt x="521208" y="0"/>
                  </a:moveTo>
                  <a:lnTo>
                    <a:pt x="521208" y="86868"/>
                  </a:lnTo>
                  <a:lnTo>
                    <a:pt x="579120" y="57912"/>
                  </a:lnTo>
                  <a:lnTo>
                    <a:pt x="535686" y="57912"/>
                  </a:lnTo>
                  <a:lnTo>
                    <a:pt x="535686" y="28956"/>
                  </a:lnTo>
                  <a:lnTo>
                    <a:pt x="579120" y="28956"/>
                  </a:lnTo>
                  <a:lnTo>
                    <a:pt x="521208" y="0"/>
                  </a:lnTo>
                  <a:close/>
                </a:path>
                <a:path w="608329" h="86995">
                  <a:moveTo>
                    <a:pt x="521208" y="28956"/>
                  </a:moveTo>
                  <a:lnTo>
                    <a:pt x="0" y="28956"/>
                  </a:lnTo>
                  <a:lnTo>
                    <a:pt x="0" y="57912"/>
                  </a:lnTo>
                  <a:lnTo>
                    <a:pt x="521208" y="57912"/>
                  </a:lnTo>
                  <a:lnTo>
                    <a:pt x="521208" y="28956"/>
                  </a:lnTo>
                  <a:close/>
                </a:path>
                <a:path w="608329" h="86995">
                  <a:moveTo>
                    <a:pt x="579120" y="28956"/>
                  </a:moveTo>
                  <a:lnTo>
                    <a:pt x="535686" y="28956"/>
                  </a:lnTo>
                  <a:lnTo>
                    <a:pt x="535686" y="57912"/>
                  </a:lnTo>
                  <a:lnTo>
                    <a:pt x="579120" y="57912"/>
                  </a:lnTo>
                  <a:lnTo>
                    <a:pt x="608076" y="43434"/>
                  </a:lnTo>
                  <a:lnTo>
                    <a:pt x="579120" y="28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66481" y="5109972"/>
              <a:ext cx="608330" cy="86995"/>
            </a:xfrm>
            <a:custGeom>
              <a:avLst/>
              <a:gdLst/>
              <a:ahLst/>
              <a:cxnLst/>
              <a:rect l="l" t="t" r="r" b="b"/>
              <a:pathLst>
                <a:path w="608329" h="86995">
                  <a:moveTo>
                    <a:pt x="521208" y="0"/>
                  </a:moveTo>
                  <a:lnTo>
                    <a:pt x="521208" y="86867"/>
                  </a:lnTo>
                  <a:lnTo>
                    <a:pt x="579120" y="57911"/>
                  </a:lnTo>
                  <a:lnTo>
                    <a:pt x="535686" y="57911"/>
                  </a:lnTo>
                  <a:lnTo>
                    <a:pt x="535686" y="28955"/>
                  </a:lnTo>
                  <a:lnTo>
                    <a:pt x="579120" y="28955"/>
                  </a:lnTo>
                  <a:lnTo>
                    <a:pt x="521208" y="0"/>
                  </a:lnTo>
                  <a:close/>
                </a:path>
                <a:path w="608329" h="86995">
                  <a:moveTo>
                    <a:pt x="521208" y="28955"/>
                  </a:moveTo>
                  <a:lnTo>
                    <a:pt x="0" y="28955"/>
                  </a:lnTo>
                  <a:lnTo>
                    <a:pt x="0" y="57911"/>
                  </a:lnTo>
                  <a:lnTo>
                    <a:pt x="521208" y="57911"/>
                  </a:lnTo>
                  <a:lnTo>
                    <a:pt x="521208" y="28955"/>
                  </a:lnTo>
                  <a:close/>
                </a:path>
                <a:path w="608329" h="86995">
                  <a:moveTo>
                    <a:pt x="579120" y="28955"/>
                  </a:moveTo>
                  <a:lnTo>
                    <a:pt x="535686" y="28955"/>
                  </a:lnTo>
                  <a:lnTo>
                    <a:pt x="535686" y="57911"/>
                  </a:lnTo>
                  <a:lnTo>
                    <a:pt x="579120" y="57911"/>
                  </a:lnTo>
                  <a:lnTo>
                    <a:pt x="608076" y="43433"/>
                  </a:lnTo>
                  <a:lnTo>
                    <a:pt x="579120" y="289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311266" y="5387136"/>
            <a:ext cx="9569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3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inputs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81670" y="5387136"/>
            <a:ext cx="11220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8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outputs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555741" y="5497829"/>
            <a:ext cx="1440180" cy="416559"/>
          </a:xfrm>
          <a:custGeom>
            <a:avLst/>
            <a:gdLst/>
            <a:ahLst/>
            <a:cxnLst/>
            <a:rect l="l" t="t" r="r" b="b"/>
            <a:pathLst>
              <a:path w="1440179" h="416560">
                <a:moveTo>
                  <a:pt x="1440180" y="0"/>
                </a:moveTo>
                <a:lnTo>
                  <a:pt x="1440180" y="413994"/>
                </a:lnTo>
              </a:path>
              <a:path w="1440179" h="416560">
                <a:moveTo>
                  <a:pt x="1435100" y="416115"/>
                </a:moveTo>
                <a:lnTo>
                  <a:pt x="0" y="41452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672965" y="5731255"/>
            <a:ext cx="8801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ab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08141" y="4376928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8" y="0"/>
                </a:moveTo>
                <a:lnTo>
                  <a:pt x="521208" y="86868"/>
                </a:lnTo>
                <a:lnTo>
                  <a:pt x="579120" y="57912"/>
                </a:lnTo>
                <a:lnTo>
                  <a:pt x="535686" y="57912"/>
                </a:lnTo>
                <a:lnTo>
                  <a:pt x="535686" y="28956"/>
                </a:lnTo>
                <a:lnTo>
                  <a:pt x="579119" y="28956"/>
                </a:lnTo>
                <a:lnTo>
                  <a:pt x="521208" y="0"/>
                </a:lnTo>
                <a:close/>
              </a:path>
              <a:path w="608329" h="86995">
                <a:moveTo>
                  <a:pt x="521208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21208" y="57912"/>
                </a:lnTo>
                <a:lnTo>
                  <a:pt x="521208" y="28956"/>
                </a:lnTo>
                <a:close/>
              </a:path>
              <a:path w="608329" h="86995">
                <a:moveTo>
                  <a:pt x="579119" y="28956"/>
                </a:moveTo>
                <a:lnTo>
                  <a:pt x="535686" y="28956"/>
                </a:lnTo>
                <a:lnTo>
                  <a:pt x="535686" y="57912"/>
                </a:lnTo>
                <a:lnTo>
                  <a:pt x="579120" y="57912"/>
                </a:lnTo>
                <a:lnTo>
                  <a:pt x="608076" y="43434"/>
                </a:lnTo>
                <a:lnTo>
                  <a:pt x="579119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66481" y="4331208"/>
            <a:ext cx="608330" cy="86995"/>
          </a:xfrm>
          <a:custGeom>
            <a:avLst/>
            <a:gdLst/>
            <a:ahLst/>
            <a:cxnLst/>
            <a:rect l="l" t="t" r="r" b="b"/>
            <a:pathLst>
              <a:path w="608329" h="86995">
                <a:moveTo>
                  <a:pt x="521208" y="0"/>
                </a:moveTo>
                <a:lnTo>
                  <a:pt x="521208" y="86868"/>
                </a:lnTo>
                <a:lnTo>
                  <a:pt x="579120" y="57912"/>
                </a:lnTo>
                <a:lnTo>
                  <a:pt x="535686" y="57912"/>
                </a:lnTo>
                <a:lnTo>
                  <a:pt x="535686" y="28956"/>
                </a:lnTo>
                <a:lnTo>
                  <a:pt x="579120" y="28956"/>
                </a:lnTo>
                <a:lnTo>
                  <a:pt x="521208" y="0"/>
                </a:lnTo>
                <a:close/>
              </a:path>
              <a:path w="608329" h="86995">
                <a:moveTo>
                  <a:pt x="521208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521208" y="57912"/>
                </a:lnTo>
                <a:lnTo>
                  <a:pt x="521208" y="28956"/>
                </a:lnTo>
                <a:close/>
              </a:path>
              <a:path w="608329" h="86995">
                <a:moveTo>
                  <a:pt x="579120" y="28956"/>
                </a:moveTo>
                <a:lnTo>
                  <a:pt x="535686" y="28956"/>
                </a:lnTo>
                <a:lnTo>
                  <a:pt x="535686" y="57912"/>
                </a:lnTo>
                <a:lnTo>
                  <a:pt x="579120" y="57912"/>
                </a:lnTo>
                <a:lnTo>
                  <a:pt x="608076" y="43434"/>
                </a:lnTo>
                <a:lnTo>
                  <a:pt x="579120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969" y="276605"/>
            <a:ext cx="7854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Combinational Circuit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Design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2800" spc="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Verdana"/>
                <a:cs typeface="Verdana"/>
              </a:rPr>
              <a:t>Decoders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52600" y="3412490"/>
            <a:ext cx="5977136" cy="2038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75715" y="1561591"/>
            <a:ext cx="68554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Example Realize </a:t>
            </a:r>
            <a:r>
              <a:rPr sz="2400" dirty="0">
                <a:latin typeface="Times New Roman"/>
                <a:cs typeface="Times New Roman"/>
              </a:rPr>
              <a:t>F </a:t>
            </a:r>
            <a:r>
              <a:rPr sz="2400" spc="-50" dirty="0">
                <a:latin typeface="Times New Roman"/>
                <a:cs typeface="Times New Roman"/>
              </a:rPr>
              <a:t>(X,Y,Z) </a:t>
            </a:r>
            <a:r>
              <a:rPr sz="2400" dirty="0">
                <a:latin typeface="Times New Roman"/>
                <a:cs typeface="Times New Roman"/>
              </a:rPr>
              <a:t>= Σ (1, 4, 7)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decoder: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269" y="244601"/>
            <a:ext cx="69094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Decoder as a Logic Building</a:t>
            </a:r>
            <a:r>
              <a:rPr spc="-50" dirty="0"/>
              <a:t> </a:t>
            </a:r>
            <a:r>
              <a:rPr dirty="0"/>
              <a:t>Block</a:t>
            </a:r>
          </a:p>
        </p:txBody>
      </p:sp>
      <p:sp>
        <p:nvSpPr>
          <p:cNvPr id="3" name="object 3"/>
          <p:cNvSpPr/>
          <p:nvPr/>
        </p:nvSpPr>
        <p:spPr>
          <a:xfrm>
            <a:off x="822226" y="1180632"/>
            <a:ext cx="7919520" cy="4895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269" y="244601"/>
            <a:ext cx="690943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Decoder as a Logic Building</a:t>
            </a:r>
            <a:r>
              <a:rPr spc="-50" dirty="0"/>
              <a:t> </a:t>
            </a:r>
            <a:r>
              <a:rPr dirty="0"/>
              <a:t>Block</a:t>
            </a:r>
          </a:p>
        </p:txBody>
      </p:sp>
      <p:sp>
        <p:nvSpPr>
          <p:cNvPr id="3" name="object 3"/>
          <p:cNvSpPr/>
          <p:nvPr/>
        </p:nvSpPr>
        <p:spPr>
          <a:xfrm>
            <a:off x="365281" y="1072781"/>
            <a:ext cx="8315234" cy="53934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414</Words>
  <Application>Microsoft Office PowerPoint</Application>
  <PresentationFormat>On-screen Show (4:3)</PresentationFormat>
  <Paragraphs>227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 BCA Ist Semester  Introduction of Logic Circuit and Digital Design(ILCDD) Course Code: BCAC003</vt:lpstr>
      <vt:lpstr>Encoder/Decoder</vt:lpstr>
      <vt:lpstr>Encoders</vt:lpstr>
      <vt:lpstr>Encoder Example</vt:lpstr>
      <vt:lpstr>Encoder Example</vt:lpstr>
      <vt:lpstr>Encoder Example (cont.)</vt:lpstr>
      <vt:lpstr>Slide 7</vt:lpstr>
      <vt:lpstr>Decoders</vt:lpstr>
      <vt:lpstr>Binary Decoders</vt:lpstr>
      <vt:lpstr>2-to-4 Binary Decoder</vt:lpstr>
      <vt:lpstr>3-to-8 Binary Decoder</vt:lpstr>
      <vt:lpstr>Slide 12</vt:lpstr>
      <vt:lpstr>Decoder as a Logic Building Block</vt:lpstr>
      <vt:lpstr>Decoder as a Logic Building Block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BCA Ist Semester  Introduction of Logic Circuit and Digital Design(ILCDD) Course Code: BCAC003</dc:title>
  <cp:lastModifiedBy>ADMIN</cp:lastModifiedBy>
  <cp:revision>6</cp:revision>
  <dcterms:created xsi:type="dcterms:W3CDTF">2021-01-14T09:51:48Z</dcterms:created>
  <dcterms:modified xsi:type="dcterms:W3CDTF">2021-02-17T04:30:56Z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2021-01-14T00:00:00Z</vt:filetime>
  </property>
</Properties>
</file>