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5" r:id="rId2"/>
    <p:sldId id="268" r:id="rId3"/>
    <p:sldId id="267" r:id="rId4"/>
    <p:sldId id="266" r:id="rId5"/>
    <p:sldId id="257" r:id="rId6"/>
    <p:sldId id="258" r:id="rId7"/>
    <p:sldId id="259" r:id="rId8"/>
    <p:sldId id="264" r:id="rId9"/>
    <p:sldId id="260" r:id="rId10"/>
    <p:sldId id="261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BB667-A1B6-4999-914E-8ACAD601F72B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92D35-B34A-45FB-AD90-FA1618160A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C44D32-0A2B-4603-BF1C-9403C00C0DD8}" type="slidenum">
              <a:rPr lang="en-US" alt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smtClean="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886E-635D-45CE-8BB6-C7574FD7698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C180-8115-4491-8A75-5D9E30FF39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886E-635D-45CE-8BB6-C7574FD7698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C180-8115-4491-8A75-5D9E30FF39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886E-635D-45CE-8BB6-C7574FD7698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C180-8115-4491-8A75-5D9E30FF39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886E-635D-45CE-8BB6-C7574FD7698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C180-8115-4491-8A75-5D9E30FF39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886E-635D-45CE-8BB6-C7574FD7698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C180-8115-4491-8A75-5D9E30FF39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886E-635D-45CE-8BB6-C7574FD7698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C180-8115-4491-8A75-5D9E30FF39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886E-635D-45CE-8BB6-C7574FD7698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C180-8115-4491-8A75-5D9E30FF39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886E-635D-45CE-8BB6-C7574FD7698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C180-8115-4491-8A75-5D9E30FF39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886E-635D-45CE-8BB6-C7574FD7698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C180-8115-4491-8A75-5D9E30FF39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886E-635D-45CE-8BB6-C7574FD7698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C180-8115-4491-8A75-5D9E30FF39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0886E-635D-45CE-8BB6-C7574FD7698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3C180-8115-4491-8A75-5D9E30FF39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0886E-635D-45CE-8BB6-C7574FD76984}" type="datetimeFigureOut">
              <a:rPr lang="en-US" smtClean="0"/>
              <a:pPr/>
              <a:t>10/6/2021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3C180-8115-4491-8A75-5D9E30FF395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438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BCA </a:t>
            </a:r>
            <a:r>
              <a:rPr lang="en-US" sz="3200" b="1" dirty="0" err="1" smtClean="0"/>
              <a:t>Ist</a:t>
            </a:r>
            <a:r>
              <a:rPr lang="en-US" sz="3200" b="1" dirty="0" smtClean="0"/>
              <a:t> Semester </a:t>
            </a:r>
            <a:br>
              <a:rPr lang="en-US" sz="3200" b="1" dirty="0" smtClean="0"/>
            </a:br>
            <a:r>
              <a:rPr lang="en-US" sz="3200" b="1" dirty="0" smtClean="0"/>
              <a:t>Introduction of Logic Circuit and Digital Design(ILCDD)</a:t>
            </a:r>
            <a:br>
              <a:rPr lang="en-US" sz="3200" b="1" dirty="0" smtClean="0"/>
            </a:br>
            <a:r>
              <a:rPr lang="en-US" sz="3200" b="1" dirty="0" smtClean="0"/>
              <a:t>Course Code: </a:t>
            </a:r>
            <a:r>
              <a:rPr lang="en-US" sz="3200" b="1" dirty="0" smtClean="0"/>
              <a:t>BCAC0003</a:t>
            </a:r>
            <a:endParaRPr lang="en-US" alt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3685" y="4557713"/>
            <a:ext cx="7356872" cy="1752600"/>
          </a:xfr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Mr.Anuj</a:t>
            </a: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Kumar </a:t>
            </a:r>
            <a:endParaRPr lang="en-GB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Professor, Dept. Of CE&amp;A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GLA University, Mathura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3" descr="Related image"/>
          <p:cNvPicPr>
            <a:picLocks noChangeAspect="1" noChangeArrowheads="1"/>
          </p:cNvPicPr>
          <p:nvPr/>
        </p:nvPicPr>
        <p:blipFill>
          <a:blip r:embed="rId3"/>
          <a:srcRect l="3793" t="21970" r="3781" b="23463"/>
          <a:stretch>
            <a:fillRect/>
          </a:stretch>
        </p:blipFill>
        <p:spPr bwMode="auto">
          <a:xfrm>
            <a:off x="3607594" y="500063"/>
            <a:ext cx="1714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8781" y="3074988"/>
            <a:ext cx="5829300" cy="11811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operations of Binary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Rules for Addition:-</a:t>
            </a:r>
          </a:p>
          <a:p>
            <a:r>
              <a:rPr lang="en-US" dirty="0" smtClean="0"/>
              <a:t>0+0=0</a:t>
            </a:r>
          </a:p>
          <a:p>
            <a:r>
              <a:rPr lang="en-US" dirty="0" smtClean="0"/>
              <a:t>0+1=1</a:t>
            </a:r>
          </a:p>
          <a:p>
            <a:r>
              <a:rPr lang="en-US" dirty="0" smtClean="0"/>
              <a:t>1+0=1</a:t>
            </a:r>
          </a:p>
          <a:p>
            <a:r>
              <a:rPr lang="en-US" dirty="0" smtClean="0"/>
              <a:t>1+1=0   (1 Carry)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800600" y="2209800"/>
            <a:ext cx="3886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   101010   (42)</a:t>
            </a:r>
          </a:p>
          <a:p>
            <a:r>
              <a:rPr lang="en-US" sz="3600" dirty="0" smtClean="0"/>
              <a:t>+ 110011    (51)</a:t>
            </a:r>
          </a:p>
          <a:p>
            <a:r>
              <a:rPr lang="en-US" sz="3600" dirty="0" smtClean="0"/>
              <a:t> 1011101     (93)</a:t>
            </a:r>
            <a:endParaRPr lang="en-US" sz="3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410200" y="3352800"/>
            <a:ext cx="152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Rules for Subtraction:-</a:t>
            </a:r>
          </a:p>
          <a:p>
            <a:r>
              <a:rPr lang="en-US" dirty="0" smtClean="0"/>
              <a:t>0-0=0</a:t>
            </a:r>
          </a:p>
          <a:p>
            <a:r>
              <a:rPr lang="en-US" dirty="0" smtClean="0"/>
              <a:t>0-1=1 with a borrow 1</a:t>
            </a:r>
          </a:p>
          <a:p>
            <a:r>
              <a:rPr lang="en-US" dirty="0" smtClean="0"/>
              <a:t>1-0=1</a:t>
            </a:r>
          </a:p>
          <a:p>
            <a:r>
              <a:rPr lang="en-US" dirty="0" smtClean="0"/>
              <a:t>1-1=0  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15000" y="3124200"/>
            <a:ext cx="3048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  1110      14</a:t>
            </a:r>
          </a:p>
          <a:p>
            <a:pPr>
              <a:buFontTx/>
              <a:buChar char="-"/>
            </a:pPr>
            <a:r>
              <a:rPr lang="en-US" sz="3200" dirty="0" smtClean="0"/>
              <a:t> 1011      11</a:t>
            </a:r>
          </a:p>
          <a:p>
            <a:r>
              <a:rPr lang="en-US" sz="3200" dirty="0" smtClean="0"/>
              <a:t>  0011        3</a:t>
            </a:r>
            <a:endParaRPr lang="en-US" sz="32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943600" y="4191000"/>
            <a:ext cx="106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Rules for Multiplication:-</a:t>
            </a:r>
          </a:p>
          <a:p>
            <a:r>
              <a:rPr lang="en-US" dirty="0" smtClean="0"/>
              <a:t>0*0=0</a:t>
            </a:r>
          </a:p>
          <a:p>
            <a:r>
              <a:rPr lang="en-US" dirty="0" smtClean="0"/>
              <a:t>0*1=0</a:t>
            </a:r>
          </a:p>
          <a:p>
            <a:r>
              <a:rPr lang="en-US" dirty="0" smtClean="0"/>
              <a:t>1*0=0</a:t>
            </a:r>
          </a:p>
          <a:p>
            <a:r>
              <a:rPr lang="en-US" dirty="0" smtClean="0"/>
              <a:t>1*1=1  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29200" y="3124200"/>
            <a:ext cx="2895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1010          (10)</a:t>
            </a:r>
          </a:p>
          <a:p>
            <a:r>
              <a:rPr lang="en-US" sz="3200" dirty="0" smtClean="0"/>
              <a:t>*11            (3)</a:t>
            </a:r>
          </a:p>
          <a:p>
            <a:r>
              <a:rPr lang="en-US" sz="3200" dirty="0" smtClean="0"/>
              <a:t>  1010        </a:t>
            </a:r>
          </a:p>
          <a:p>
            <a:r>
              <a:rPr lang="en-US" sz="3200" dirty="0" smtClean="0"/>
              <a:t>1010#</a:t>
            </a:r>
          </a:p>
          <a:p>
            <a:r>
              <a:rPr lang="en-US" sz="3200" dirty="0" smtClean="0"/>
              <a:t>11110        (30)</a:t>
            </a:r>
            <a:endParaRPr lang="en-US" sz="32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181600" y="4191000"/>
            <a:ext cx="838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105400" y="5181600"/>
            <a:ext cx="1219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Representation of Binary Numbers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305800" cy="4678363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Binary numbers comprises in two groups.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Unsigned Numbers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Signed Numbers</a:t>
            </a:r>
          </a:p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Unsigned Numbers:-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contains only magnitude of the number .they do not have any sign.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That means all Unsigned binary numbers are positive 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 in decimal number system ,the placing of the +Ve Sign in front of the number is optional.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Example:-(108)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=(1101100)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here 7 bits represent the magnitude of number 108.</a:t>
            </a:r>
            <a:endParaRPr lang="en-US" sz="2800" baseline="-25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Signed Numbers:-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It contains both sign and magnitude of the number.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sign is placed in front of number +Ve sign for positive number and – sign for negative number.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binary, sign bit is 0  indicates the number is positive and if sign bit is 1 means the number is negative.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Representation of signed binary numbers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MSB is used to indicate the sign of the number , it is also called sign bit.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signed binary numbers contains N bits then (N-1) bits only represent the magnitude of numbers.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Three types of representation for signed binary numbers.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Sign- Magnitude form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1’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Complement form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2’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Complement form</a:t>
            </a:r>
            <a:endParaRPr lang="en-US" sz="28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Sign-Magnitude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458200" cy="4953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Example :- Positive number (108)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Binary equivalent of this number is (1101100) Which contains 7 bits.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Sign binary representation of this number is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(+108)=   </a:t>
            </a:r>
            <a:r>
              <a:rPr lang="en-US" sz="2800" u="sng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u="sng" dirty="0" smtClean="0">
                <a:latin typeface="Times New Roman" pitchFamily="18" charset="0"/>
                <a:cs typeface="Times New Roman" pitchFamily="18" charset="0"/>
              </a:rPr>
              <a:t>1101100</a:t>
            </a:r>
          </a:p>
          <a:p>
            <a:endParaRPr lang="en-US" sz="2800" u="sng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(-108)=   </a:t>
            </a:r>
            <a:r>
              <a:rPr lang="en-US" sz="2800" u="sng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u="sng" dirty="0" smtClean="0">
                <a:latin typeface="Times New Roman" pitchFamily="18" charset="0"/>
                <a:cs typeface="Times New Roman" pitchFamily="18" charset="0"/>
              </a:rPr>
              <a:t>1101100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2057400" y="4038600"/>
            <a:ext cx="4572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16200000" flipH="1">
            <a:off x="3276600" y="3886200"/>
            <a:ext cx="3810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752600" y="43434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Sign bit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048000" y="4267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Magnitude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1905000" y="5562600"/>
            <a:ext cx="4572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6200000" flipH="1">
            <a:off x="3276600" y="5562600"/>
            <a:ext cx="3810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47800" y="59436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Sign bit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00400" y="59436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Magnitude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  <p:bldP spid="9" grpId="0" build="p"/>
      <p:bldP spid="12" grpId="0" build="p"/>
      <p:bldP spid="1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1’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Complement form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Example :- Negative number (-108)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We know the Signed Binary representation of 108 is (01101100).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Replace all Zero’s by One and all One’s by Zero’s.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01101100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      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10010011  =(-108) 1’s Complement of (108)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10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3163094" y="4685506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>
            <a:off x="3010694" y="4685506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>
            <a:off x="2858294" y="4685506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2705894" y="4685506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5400000">
            <a:off x="2553494" y="4685506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5400000">
            <a:off x="2324894" y="4685506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2172494" y="4761706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1943894" y="4685506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Complement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768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2’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Complement form of a binary number is obtained by adding one to the 1’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Complement of signed binary number.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Example:-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2’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Complement of (108)=1’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Complement of (108) +1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Binary of 108   =                 01101100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1’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Complement of (108) =  10010011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+1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                      =(10010100)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Signed Binary Numbers</a:t>
            </a:r>
            <a:endParaRPr lang="zh-TW" altLang="en-US" sz="2000" smtClean="0"/>
          </a:p>
        </p:txBody>
      </p:sp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2">
            <a:lum bright="-6000" contrast="18000"/>
          </a:blip>
          <a:srcRect/>
          <a:stretch>
            <a:fillRect/>
          </a:stretch>
        </p:blipFill>
        <p:spPr bwMode="auto">
          <a:xfrm>
            <a:off x="1616320" y="1363663"/>
            <a:ext cx="5833696" cy="5314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446</Words>
  <Application>Microsoft Office PowerPoint</Application>
  <PresentationFormat>On-screen Show (4:3)</PresentationFormat>
  <Paragraphs>80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 BCA Ist Semester  Introduction of Logic Circuit and Digital Design(ILCDD) Course Code: BCAC0003</vt:lpstr>
      <vt:lpstr>Arithmetic operations of Binary</vt:lpstr>
      <vt:lpstr>Slide 3</vt:lpstr>
      <vt:lpstr>Slide 4</vt:lpstr>
      <vt:lpstr>Representation of Binary Numbers</vt:lpstr>
      <vt:lpstr>Slide 6</vt:lpstr>
      <vt:lpstr>Representation of signed binary numbers</vt:lpstr>
      <vt:lpstr>Sign-Magnitude form</vt:lpstr>
      <vt:lpstr> 1’S Complement form </vt:lpstr>
      <vt:lpstr>2’S Complement form</vt:lpstr>
      <vt:lpstr>Signed Binary Numbers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10</cp:revision>
  <dcterms:created xsi:type="dcterms:W3CDTF">2020-10-21T03:02:02Z</dcterms:created>
  <dcterms:modified xsi:type="dcterms:W3CDTF">2021-10-06T06:08:58Z</dcterms:modified>
</cp:coreProperties>
</file>