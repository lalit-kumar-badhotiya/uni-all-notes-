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8" r:id="rId10"/>
    <p:sldId id="269" r:id="rId11"/>
    <p:sldId id="270" r:id="rId12"/>
    <p:sldId id="27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766898-B991-4528-B14E-85042202C79D}" v="47" dt="2025-01-22T04:21:11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Patoa" userId="fed91864c60e3dfe" providerId="LiveId" clId="{68766898-B991-4528-B14E-85042202C79D}"/>
    <pc:docChg chg="undo custSel addSld delSld modSld">
      <pc:chgData name="Roshni Patoa" userId="fed91864c60e3dfe" providerId="LiveId" clId="{68766898-B991-4528-B14E-85042202C79D}" dt="2025-01-22T04:22:06.809" v="3320" actId="20577"/>
      <pc:docMkLst>
        <pc:docMk/>
      </pc:docMkLst>
      <pc:sldChg chg="modSp mod">
        <pc:chgData name="Roshni Patoa" userId="fed91864c60e3dfe" providerId="LiveId" clId="{68766898-B991-4528-B14E-85042202C79D}" dt="2025-01-16T07:51:25.851" v="27" actId="20577"/>
        <pc:sldMkLst>
          <pc:docMk/>
          <pc:sldMk cId="1208789959" sldId="256"/>
        </pc:sldMkLst>
        <pc:spChg chg="mod">
          <ac:chgData name="Roshni Patoa" userId="fed91864c60e3dfe" providerId="LiveId" clId="{68766898-B991-4528-B14E-85042202C79D}" dt="2025-01-16T07:51:25.851" v="27" actId="20577"/>
          <ac:spMkLst>
            <pc:docMk/>
            <pc:sldMk cId="1208789959" sldId="256"/>
            <ac:spMk id="2" creationId="{2F6FA0C8-9BC6-0025-AA62-C48E1A10F66C}"/>
          </ac:spMkLst>
        </pc:spChg>
      </pc:sldChg>
      <pc:sldChg chg="modSp mod">
        <pc:chgData name="Roshni Patoa" userId="fed91864c60e3dfe" providerId="LiveId" clId="{68766898-B991-4528-B14E-85042202C79D}" dt="2025-01-16T07:57:37.501" v="455" actId="1076"/>
        <pc:sldMkLst>
          <pc:docMk/>
          <pc:sldMk cId="1901894884" sldId="257"/>
        </pc:sldMkLst>
        <pc:spChg chg="mod">
          <ac:chgData name="Roshni Patoa" userId="fed91864c60e3dfe" providerId="LiveId" clId="{68766898-B991-4528-B14E-85042202C79D}" dt="2025-01-16T07:51:42.247" v="60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68766898-B991-4528-B14E-85042202C79D}" dt="2025-01-16T07:57:37.501" v="455" actId="1076"/>
          <ac:spMkLst>
            <pc:docMk/>
            <pc:sldMk cId="1901894884" sldId="257"/>
            <ac:spMk id="6" creationId="{81215BE8-C00B-501B-19CB-1470DE5308A5}"/>
          </ac:spMkLst>
        </pc:spChg>
      </pc:sldChg>
      <pc:sldChg chg="modSp mod">
        <pc:chgData name="Roshni Patoa" userId="fed91864c60e3dfe" providerId="LiveId" clId="{68766898-B991-4528-B14E-85042202C79D}" dt="2025-01-18T03:18:41.754" v="3201" actId="1036"/>
        <pc:sldMkLst>
          <pc:docMk/>
          <pc:sldMk cId="1501955450" sldId="258"/>
        </pc:sldMkLst>
        <pc:spChg chg="mod">
          <ac:chgData name="Roshni Patoa" userId="fed91864c60e3dfe" providerId="LiveId" clId="{68766898-B991-4528-B14E-85042202C79D}" dt="2025-01-18T03:18:41.754" v="3201" actId="1036"/>
          <ac:spMkLst>
            <pc:docMk/>
            <pc:sldMk cId="1501955450" sldId="258"/>
            <ac:spMk id="2" creationId="{F56B7D68-BA69-E924-71E0-AE71E7B154AC}"/>
          </ac:spMkLst>
        </pc:spChg>
        <pc:spChg chg="mod">
          <ac:chgData name="Roshni Patoa" userId="fed91864c60e3dfe" providerId="LiveId" clId="{68766898-B991-4528-B14E-85042202C79D}" dt="2025-01-18T03:18:26.032" v="3178" actId="1076"/>
          <ac:spMkLst>
            <pc:docMk/>
            <pc:sldMk cId="1501955450" sldId="258"/>
            <ac:spMk id="4" creationId="{63CAA198-F95E-A4CE-C445-A45EDD71AC1B}"/>
          </ac:spMkLst>
        </pc:spChg>
      </pc:sldChg>
      <pc:sldChg chg="addSp delSp modSp mod">
        <pc:chgData name="Roshni Patoa" userId="fed91864c60e3dfe" providerId="LiveId" clId="{68766898-B991-4528-B14E-85042202C79D}" dt="2025-01-16T08:15:29.857" v="659" actId="14734"/>
        <pc:sldMkLst>
          <pc:docMk/>
          <pc:sldMk cId="538336606" sldId="259"/>
        </pc:sldMkLst>
        <pc:spChg chg="mod">
          <ac:chgData name="Roshni Patoa" userId="fed91864c60e3dfe" providerId="LiveId" clId="{68766898-B991-4528-B14E-85042202C79D}" dt="2025-01-16T08:03:28.534" v="521" actId="20577"/>
          <ac:spMkLst>
            <pc:docMk/>
            <pc:sldMk cId="538336606" sldId="259"/>
            <ac:spMk id="2" creationId="{33C9F07C-48DB-05F2-97B6-12AE64E3B764}"/>
          </ac:spMkLst>
        </pc:spChg>
        <pc:spChg chg="add mod">
          <ac:chgData name="Roshni Patoa" userId="fed91864c60e3dfe" providerId="LiveId" clId="{68766898-B991-4528-B14E-85042202C79D}" dt="2025-01-16T08:04:54.329" v="544" actId="6549"/>
          <ac:spMkLst>
            <pc:docMk/>
            <pc:sldMk cId="538336606" sldId="259"/>
            <ac:spMk id="4" creationId="{3D10C48A-654A-7089-33C2-B7920E733ED5}"/>
          </ac:spMkLst>
        </pc:spChg>
        <pc:graphicFrameChg chg="add mod modGraphic">
          <ac:chgData name="Roshni Patoa" userId="fed91864c60e3dfe" providerId="LiveId" clId="{68766898-B991-4528-B14E-85042202C79D}" dt="2025-01-16T08:15:29.857" v="659" actId="14734"/>
          <ac:graphicFrameMkLst>
            <pc:docMk/>
            <pc:sldMk cId="538336606" sldId="259"/>
            <ac:graphicFrameMk id="6" creationId="{2584844F-FD7A-947C-332B-D57D6B3B21E6}"/>
          </ac:graphicFrameMkLst>
        </pc:graphicFrameChg>
      </pc:sldChg>
      <pc:sldChg chg="addSp delSp modSp mod">
        <pc:chgData name="Roshni Patoa" userId="fed91864c60e3dfe" providerId="LiveId" clId="{68766898-B991-4528-B14E-85042202C79D}" dt="2025-01-16T09:25:05.732" v="769" actId="1076"/>
        <pc:sldMkLst>
          <pc:docMk/>
          <pc:sldMk cId="131755128" sldId="260"/>
        </pc:sldMkLst>
        <pc:spChg chg="add mod">
          <ac:chgData name="Roshni Patoa" userId="fed91864c60e3dfe" providerId="LiveId" clId="{68766898-B991-4528-B14E-85042202C79D}" dt="2025-01-16T09:24:59.401" v="768" actId="14100"/>
          <ac:spMkLst>
            <pc:docMk/>
            <pc:sldMk cId="131755128" sldId="260"/>
            <ac:spMk id="3" creationId="{E44F7F8E-290D-5F6C-7BCF-F7910B9604EE}"/>
          </ac:spMkLst>
        </pc:spChg>
        <pc:spChg chg="mod">
          <ac:chgData name="Roshni Patoa" userId="fed91864c60e3dfe" providerId="LiveId" clId="{68766898-B991-4528-B14E-85042202C79D}" dt="2025-01-16T09:25:05.732" v="769" actId="1076"/>
          <ac:spMkLst>
            <pc:docMk/>
            <pc:sldMk cId="131755128" sldId="260"/>
            <ac:spMk id="4" creationId="{AF7415C8-700B-7E60-E768-DE5794CA4ADE}"/>
          </ac:spMkLst>
        </pc:spChg>
      </pc:sldChg>
      <pc:sldChg chg="addSp delSp modSp mod">
        <pc:chgData name="Roshni Patoa" userId="fed91864c60e3dfe" providerId="LiveId" clId="{68766898-B991-4528-B14E-85042202C79D}" dt="2025-01-22T04:14:57.326" v="3290" actId="20577"/>
        <pc:sldMkLst>
          <pc:docMk/>
          <pc:sldMk cId="515961475" sldId="261"/>
        </pc:sldMkLst>
        <pc:spChg chg="add mod">
          <ac:chgData name="Roshni Patoa" userId="fed91864c60e3dfe" providerId="LiveId" clId="{68766898-B991-4528-B14E-85042202C79D}" dt="2025-01-22T04:14:57.326" v="3290" actId="20577"/>
          <ac:spMkLst>
            <pc:docMk/>
            <pc:sldMk cId="515961475" sldId="261"/>
            <ac:spMk id="3" creationId="{EB86EF62-E7C6-6B17-5D52-B0703CD7DF3F}"/>
          </ac:spMkLst>
        </pc:spChg>
        <pc:spChg chg="mod">
          <ac:chgData name="Roshni Patoa" userId="fed91864c60e3dfe" providerId="LiveId" clId="{68766898-B991-4528-B14E-85042202C79D}" dt="2025-01-16T09:26:07.243" v="806" actId="1076"/>
          <ac:spMkLst>
            <pc:docMk/>
            <pc:sldMk cId="515961475" sldId="261"/>
            <ac:spMk id="4" creationId="{06DF2805-0096-BE9C-8160-F4381273D535}"/>
          </ac:spMkLst>
        </pc:spChg>
      </pc:sldChg>
      <pc:sldChg chg="addSp delSp modSp del mod">
        <pc:chgData name="Roshni Patoa" userId="fed91864c60e3dfe" providerId="LiveId" clId="{68766898-B991-4528-B14E-85042202C79D}" dt="2025-01-18T03:19:32.428" v="3202" actId="2696"/>
        <pc:sldMkLst>
          <pc:docMk/>
          <pc:sldMk cId="1795072283" sldId="262"/>
        </pc:sldMkLst>
      </pc:sldChg>
      <pc:sldChg chg="del">
        <pc:chgData name="Roshni Patoa" userId="fed91864c60e3dfe" providerId="LiveId" clId="{68766898-B991-4528-B14E-85042202C79D}" dt="2025-01-16T09:39:25.613" v="971" actId="2696"/>
        <pc:sldMkLst>
          <pc:docMk/>
          <pc:sldMk cId="561393703" sldId="263"/>
        </pc:sldMkLst>
      </pc:sldChg>
      <pc:sldChg chg="del">
        <pc:chgData name="Roshni Patoa" userId="fed91864c60e3dfe" providerId="LiveId" clId="{68766898-B991-4528-B14E-85042202C79D}" dt="2025-01-16T09:39:27.909" v="972" actId="2696"/>
        <pc:sldMkLst>
          <pc:docMk/>
          <pc:sldMk cId="2095114534" sldId="264"/>
        </pc:sldMkLst>
      </pc:sldChg>
      <pc:sldChg chg="del">
        <pc:chgData name="Roshni Patoa" userId="fed91864c60e3dfe" providerId="LiveId" clId="{68766898-B991-4528-B14E-85042202C79D}" dt="2025-01-16T09:39:29.919" v="973" actId="2696"/>
        <pc:sldMkLst>
          <pc:docMk/>
          <pc:sldMk cId="2618035276" sldId="265"/>
        </pc:sldMkLst>
      </pc:sldChg>
      <pc:sldChg chg="addSp delSp modSp new mod">
        <pc:chgData name="Roshni Patoa" userId="fed91864c60e3dfe" providerId="LiveId" clId="{68766898-B991-4528-B14E-85042202C79D}" dt="2025-01-22T04:22:06.809" v="3320" actId="20577"/>
        <pc:sldMkLst>
          <pc:docMk/>
          <pc:sldMk cId="1572739068" sldId="266"/>
        </pc:sldMkLst>
        <pc:spChg chg="add mod">
          <ac:chgData name="Roshni Patoa" userId="fed91864c60e3dfe" providerId="LiveId" clId="{68766898-B991-4528-B14E-85042202C79D}" dt="2025-01-16T08:08:44.282" v="614" actId="20577"/>
          <ac:spMkLst>
            <pc:docMk/>
            <pc:sldMk cId="1572739068" sldId="266"/>
            <ac:spMk id="4" creationId="{07DC0D00-4690-2ACA-F88B-BE5CD3248525}"/>
          </ac:spMkLst>
        </pc:spChg>
        <pc:spChg chg="add mod">
          <ac:chgData name="Roshni Patoa" userId="fed91864c60e3dfe" providerId="LiveId" clId="{68766898-B991-4528-B14E-85042202C79D}" dt="2025-01-22T04:14:24.071" v="3280" actId="20577"/>
          <ac:spMkLst>
            <pc:docMk/>
            <pc:sldMk cId="1572739068" sldId="266"/>
            <ac:spMk id="12" creationId="{A74E5677-86B7-3803-D29D-01A63432803F}"/>
          </ac:spMkLst>
        </pc:spChg>
        <pc:graphicFrameChg chg="add mod modGraphic">
          <ac:chgData name="Roshni Patoa" userId="fed91864c60e3dfe" providerId="LiveId" clId="{68766898-B991-4528-B14E-85042202C79D}" dt="2025-01-22T04:22:06.809" v="3320" actId="20577"/>
          <ac:graphicFrameMkLst>
            <pc:docMk/>
            <pc:sldMk cId="1572739068" sldId="266"/>
            <ac:graphicFrameMk id="13" creationId="{F8084F37-1171-AABC-1860-B7BA2F4D2AC7}"/>
          </ac:graphicFrameMkLst>
        </pc:graphicFrameChg>
      </pc:sldChg>
      <pc:sldChg chg="new del">
        <pc:chgData name="Roshni Patoa" userId="fed91864c60e3dfe" providerId="LiveId" clId="{68766898-B991-4528-B14E-85042202C79D}" dt="2025-01-16T08:20:40.430" v="682" actId="47"/>
        <pc:sldMkLst>
          <pc:docMk/>
          <pc:sldMk cId="2310658665" sldId="267"/>
        </pc:sldMkLst>
      </pc:sldChg>
      <pc:sldChg chg="modSp add mod">
        <pc:chgData name="Roshni Patoa" userId="fed91864c60e3dfe" providerId="LiveId" clId="{68766898-B991-4528-B14E-85042202C79D}" dt="2025-01-22T04:14:40.112" v="3286" actId="20577"/>
        <pc:sldMkLst>
          <pc:docMk/>
          <pc:sldMk cId="3633970573" sldId="267"/>
        </pc:sldMkLst>
        <pc:spChg chg="mod">
          <ac:chgData name="Roshni Patoa" userId="fed91864c60e3dfe" providerId="LiveId" clId="{68766898-B991-4528-B14E-85042202C79D}" dt="2025-01-16T08:20:52.144" v="688" actId="20577"/>
          <ac:spMkLst>
            <pc:docMk/>
            <pc:sldMk cId="3633970573" sldId="267"/>
            <ac:spMk id="4" creationId="{9206BE52-1BC7-5A66-0C79-7F77C1BF442D}"/>
          </ac:spMkLst>
        </pc:spChg>
        <pc:spChg chg="mod">
          <ac:chgData name="Roshni Patoa" userId="fed91864c60e3dfe" providerId="LiveId" clId="{68766898-B991-4528-B14E-85042202C79D}" dt="2025-01-16T08:37:04.198" v="748" actId="1076"/>
          <ac:spMkLst>
            <pc:docMk/>
            <pc:sldMk cId="3633970573" sldId="267"/>
            <ac:spMk id="12" creationId="{36DE66D9-3FB1-06EF-1D51-636ED3F98BA3}"/>
          </ac:spMkLst>
        </pc:spChg>
        <pc:graphicFrameChg chg="mod modGraphic">
          <ac:chgData name="Roshni Patoa" userId="fed91864c60e3dfe" providerId="LiveId" clId="{68766898-B991-4528-B14E-85042202C79D}" dt="2025-01-22T04:14:40.112" v="3286" actId="20577"/>
          <ac:graphicFrameMkLst>
            <pc:docMk/>
            <pc:sldMk cId="3633970573" sldId="267"/>
            <ac:graphicFrameMk id="13" creationId="{4817759F-CB75-739B-4F46-43CDA993F6BD}"/>
          </ac:graphicFrameMkLst>
        </pc:graphicFrameChg>
      </pc:sldChg>
      <pc:sldChg chg="modSp add mod">
        <pc:chgData name="Roshni Patoa" userId="fed91864c60e3dfe" providerId="LiveId" clId="{68766898-B991-4528-B14E-85042202C79D}" dt="2025-01-22T04:15:50.393" v="3311" actId="20577"/>
        <pc:sldMkLst>
          <pc:docMk/>
          <pc:sldMk cId="3647225258" sldId="268"/>
        </pc:sldMkLst>
        <pc:spChg chg="mod">
          <ac:chgData name="Roshni Patoa" userId="fed91864c60e3dfe" providerId="LiveId" clId="{68766898-B991-4528-B14E-85042202C79D}" dt="2025-01-22T04:15:50.393" v="3311" actId="20577"/>
          <ac:spMkLst>
            <pc:docMk/>
            <pc:sldMk cId="3647225258" sldId="268"/>
            <ac:spMk id="3" creationId="{9AC84F07-E4F5-C5C0-EA28-E1B1A653D090}"/>
          </ac:spMkLst>
        </pc:spChg>
      </pc:sldChg>
      <pc:sldChg chg="addSp delSp modSp add mod">
        <pc:chgData name="Roshni Patoa" userId="fed91864c60e3dfe" providerId="LiveId" clId="{68766898-B991-4528-B14E-85042202C79D}" dt="2025-01-22T04:18:26.798" v="3313" actId="20577"/>
        <pc:sldMkLst>
          <pc:docMk/>
          <pc:sldMk cId="3350551096" sldId="269"/>
        </pc:sldMkLst>
        <pc:spChg chg="add mod">
          <ac:chgData name="Roshni Patoa" userId="fed91864c60e3dfe" providerId="LiveId" clId="{68766898-B991-4528-B14E-85042202C79D}" dt="2025-01-22T04:18:26.798" v="3313" actId="20577"/>
          <ac:spMkLst>
            <pc:docMk/>
            <pc:sldMk cId="3350551096" sldId="269"/>
            <ac:spMk id="2" creationId="{A649D6B4-496D-DFB9-C5C6-EDD8A31B18B3}"/>
          </ac:spMkLst>
        </pc:spChg>
      </pc:sldChg>
      <pc:sldChg chg="addSp delSp modSp add mod">
        <pc:chgData name="Roshni Patoa" userId="fed91864c60e3dfe" providerId="LiveId" clId="{68766898-B991-4528-B14E-85042202C79D}" dt="2025-01-16T09:31:10.729" v="874" actId="20577"/>
        <pc:sldMkLst>
          <pc:docMk/>
          <pc:sldMk cId="3534751719" sldId="270"/>
        </pc:sldMkLst>
        <pc:spChg chg="add mod">
          <ac:chgData name="Roshni Patoa" userId="fed91864c60e3dfe" providerId="LiveId" clId="{68766898-B991-4528-B14E-85042202C79D}" dt="2025-01-16T09:31:10.729" v="874" actId="20577"/>
          <ac:spMkLst>
            <pc:docMk/>
            <pc:sldMk cId="3534751719" sldId="270"/>
            <ac:spMk id="3" creationId="{839E68D7-7C7F-169C-0D64-FD768305D961}"/>
          </ac:spMkLst>
        </pc:spChg>
      </pc:sldChg>
      <pc:sldChg chg="addSp delSp modSp add del mod">
        <pc:chgData name="Roshni Patoa" userId="fed91864c60e3dfe" providerId="LiveId" clId="{68766898-B991-4528-B14E-85042202C79D}" dt="2025-01-18T03:19:36.493" v="3203" actId="2696"/>
        <pc:sldMkLst>
          <pc:docMk/>
          <pc:sldMk cId="2129537014" sldId="271"/>
        </pc:sldMkLst>
      </pc:sldChg>
      <pc:sldChg chg="addSp delSp modSp new del mod">
        <pc:chgData name="Roshni Patoa" userId="fed91864c60e3dfe" providerId="LiveId" clId="{68766898-B991-4528-B14E-85042202C79D}" dt="2025-01-22T04:21:20.029" v="3318" actId="2696"/>
        <pc:sldMkLst>
          <pc:docMk/>
          <pc:sldMk cId="2564201376" sldId="271"/>
        </pc:sldMkLst>
        <pc:spChg chg="add del mod">
          <ac:chgData name="Roshni Patoa" userId="fed91864c60e3dfe" providerId="LiveId" clId="{68766898-B991-4528-B14E-85042202C79D}" dt="2025-01-22T04:19:13.768" v="3315" actId="478"/>
          <ac:spMkLst>
            <pc:docMk/>
            <pc:sldMk cId="2564201376" sldId="271"/>
            <ac:spMk id="3" creationId="{E27F7512-267E-8CA6-B82C-9356275FF277}"/>
          </ac:spMkLst>
        </pc:spChg>
        <pc:spChg chg="add del mod">
          <ac:chgData name="Roshni Patoa" userId="fed91864c60e3dfe" providerId="LiveId" clId="{68766898-B991-4528-B14E-85042202C79D}" dt="2025-01-22T04:19:09.444" v="3314" actId="478"/>
          <ac:spMkLst>
            <pc:docMk/>
            <pc:sldMk cId="2564201376" sldId="271"/>
            <ac:spMk id="4" creationId="{C5DE5FDE-7242-698C-D535-1D824324DA66}"/>
          </ac:spMkLst>
        </pc:spChg>
      </pc:sldChg>
      <pc:sldChg chg="addSp delSp modSp del mod">
        <pc:chgData name="Roshni Patoa" userId="fed91864c60e3dfe" providerId="LiveId" clId="{68766898-B991-4528-B14E-85042202C79D}" dt="2025-01-18T03:19:40.331" v="3204" actId="2696"/>
        <pc:sldMkLst>
          <pc:docMk/>
          <pc:sldMk cId="2398209205" sldId="272"/>
        </pc:sldMkLst>
      </pc:sldChg>
      <pc:sldChg chg="addSp delSp modSp del mod">
        <pc:chgData name="Roshni Patoa" userId="fed91864c60e3dfe" providerId="LiveId" clId="{68766898-B991-4528-B14E-85042202C79D}" dt="2025-01-18T03:19:43.989" v="3205" actId="2696"/>
        <pc:sldMkLst>
          <pc:docMk/>
          <pc:sldMk cId="920837236" sldId="273"/>
        </pc:sldMkLst>
      </pc:sldChg>
      <pc:sldChg chg="addSp modSp new add del mod">
        <pc:chgData name="Roshni Patoa" userId="fed91864c60e3dfe" providerId="LiveId" clId="{68766898-B991-4528-B14E-85042202C79D}" dt="2025-01-22T04:21:16.900" v="3317" actId="1036"/>
        <pc:sldMkLst>
          <pc:docMk/>
          <pc:sldMk cId="1229604625" sldId="274"/>
        </pc:sldMkLst>
        <pc:spChg chg="mod">
          <ac:chgData name="Roshni Patoa" userId="fed91864c60e3dfe" providerId="LiveId" clId="{68766898-B991-4528-B14E-85042202C79D}" dt="2025-01-22T04:21:16.900" v="3317" actId="1036"/>
          <ac:spMkLst>
            <pc:docMk/>
            <pc:sldMk cId="1229604625" sldId="274"/>
            <ac:spMk id="2" creationId="{549CF560-CB98-0DCE-F8F7-15F969A812C9}"/>
          </ac:spMkLst>
        </pc:spChg>
      </pc:sldChg>
      <pc:sldChg chg="modSp add del mod">
        <pc:chgData name="Roshni Patoa" userId="fed91864c60e3dfe" providerId="LiveId" clId="{68766898-B991-4528-B14E-85042202C79D}" dt="2025-01-16T09:39:22.292" v="970" actId="2696"/>
        <pc:sldMkLst>
          <pc:docMk/>
          <pc:sldMk cId="3976383683" sldId="274"/>
        </pc:sldMkLst>
      </pc:sldChg>
      <pc:sldChg chg="addSp modSp new del mod">
        <pc:chgData name="Roshni Patoa" userId="fed91864c60e3dfe" providerId="LiveId" clId="{68766898-B991-4528-B14E-85042202C79D}" dt="2025-01-18T03:17:59.034" v="3176" actId="2696"/>
        <pc:sldMkLst>
          <pc:docMk/>
          <pc:sldMk cId="1790084560" sldId="275"/>
        </pc:sldMkLst>
      </pc:sldChg>
      <pc:sldChg chg="addSp delSp modSp new del mod">
        <pc:chgData name="Roshni Patoa" userId="fed91864c60e3dfe" providerId="LiveId" clId="{68766898-B991-4528-B14E-85042202C79D}" dt="2025-01-18T03:17:27.511" v="3174" actId="2696"/>
        <pc:sldMkLst>
          <pc:docMk/>
          <pc:sldMk cId="320369161" sldId="276"/>
        </pc:sldMkLst>
      </pc:sldChg>
      <pc:sldChg chg="addSp delSp modSp new del mod">
        <pc:chgData name="Roshni Patoa" userId="fed91864c60e3dfe" providerId="LiveId" clId="{68766898-B991-4528-B14E-85042202C79D}" dt="2025-01-18T03:17:54.058" v="3175" actId="2696"/>
        <pc:sldMkLst>
          <pc:docMk/>
          <pc:sldMk cId="2215398560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5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6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36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51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3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9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4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E671-5CEE-48E7-B021-0396717B0D66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71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A0C8-9BC6-0025-AA62-C48E1A10F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171701"/>
            <a:ext cx="8791575" cy="2387600"/>
          </a:xfrm>
        </p:spPr>
        <p:txBody>
          <a:bodyPr>
            <a:normAutofit fontScale="90000"/>
          </a:bodyPr>
          <a:lstStyle/>
          <a:p>
            <a:r>
              <a:rPr lang="en-US" sz="12500" dirty="0">
                <a:solidFill>
                  <a:schemeClr val="bg1"/>
                </a:solidFill>
                <a:latin typeface="Berlin Sans FB Demi" panose="020E0802020502020306" pitchFamily="34" charset="0"/>
              </a:rPr>
              <a:t>BOOLEAN ALGEBRA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7ACE-5125-9078-DAFF-C7F13DAC6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559301"/>
            <a:ext cx="8791575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					</a:t>
            </a:r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BY:</a:t>
            </a:r>
          </a:p>
          <a:p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							ROSHNI PATOA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E54E-C719-33CA-B55E-D4EDFD272918}"/>
              </a:ext>
            </a:extLst>
          </p:cNvPr>
          <p:cNvSpPr txBox="1"/>
          <p:nvPr/>
        </p:nvSpPr>
        <p:spPr>
          <a:xfrm>
            <a:off x="7329489" y="3429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adley Hand ITC" panose="03070402050302030203" pitchFamily="66" charset="0"/>
              </a:rPr>
              <a:t>COMPUTER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0878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3B0F-E2FD-E156-7022-8EFCED27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15BE8-C00B-501B-19CB-1470DE5308A5}"/>
              </a:ext>
            </a:extLst>
          </p:cNvPr>
          <p:cNvSpPr txBox="1"/>
          <p:nvPr/>
        </p:nvSpPr>
        <p:spPr>
          <a:xfrm>
            <a:off x="1141413" y="1300163"/>
            <a:ext cx="100171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Boolean algebra is the set of rules used to simplify the given logic expression without changing its functionality.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used when the number of variables are less.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a form of algebra that deals with single digit binary values and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Values and variables can indicate some of the following binary pairs of values: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ON/OFF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TRUE/FALSE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HIGH/LOW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CLOSED/OPEN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1/0</a:t>
            </a:r>
          </a:p>
        </p:txBody>
      </p:sp>
    </p:spTree>
    <p:extLst>
      <p:ext uri="{BB962C8B-B14F-4D97-AF65-F5344CB8AC3E}">
        <p14:creationId xmlns:p14="http://schemas.microsoft.com/office/powerpoint/2010/main" val="190189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7D68-BA69-E924-71E0-AE71E7B1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8624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APPLICATIONS OF BOOLEAN ALGEBRA: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AA198-F95E-A4CE-C445-A45EDD71AC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1" y="2323349"/>
            <a:ext cx="9905998" cy="3018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used to perform the logical operations in digital computer.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Logical operations are performed by logical operators. The fundamental logical operators are: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		1.	AND (conjunction)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		2.	OR (disjunction)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		3.	NOT (negation/complement)</a:t>
            </a:r>
          </a:p>
        </p:txBody>
      </p:sp>
    </p:spTree>
    <p:extLst>
      <p:ext uri="{BB962C8B-B14F-4D97-AF65-F5344CB8AC3E}">
        <p14:creationId xmlns:p14="http://schemas.microsoft.com/office/powerpoint/2010/main" val="150195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07C-48DB-05F2-97B6-12AE64E3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AND OPERATOR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0C48A-654A-7089-33C2-B7920E733ED5}"/>
              </a:ext>
            </a:extLst>
          </p:cNvPr>
          <p:cNvSpPr txBox="1"/>
          <p:nvPr/>
        </p:nvSpPr>
        <p:spPr>
          <a:xfrm>
            <a:off x="2986088" y="1863804"/>
            <a:ext cx="670083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performs logical multiplication and denoted by (.) dot.</a:t>
            </a:r>
          </a:p>
          <a:p>
            <a:pPr eaLnBrk="1" hangingPunct="1">
              <a:buNone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		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84844F-FD7A-947C-332B-D57D6B3B2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719901"/>
              </p:ext>
            </p:extLst>
          </p:nvPr>
        </p:nvGraphicFramePr>
        <p:xfrm>
          <a:off x="3601243" y="3123533"/>
          <a:ext cx="4989513" cy="3220120"/>
        </p:xfrm>
        <a:graphic>
          <a:graphicData uri="http://schemas.openxmlformats.org/drawingml/2006/table">
            <a:tbl>
              <a:tblPr firstRow="1" lastCol="1" bandRow="1">
                <a:tableStyleId>{E8034E78-7F5D-4C2E-B375-FC64B27BC917}</a:tableStyleId>
              </a:tblPr>
              <a:tblGrid>
                <a:gridCol w="1663171">
                  <a:extLst>
                    <a:ext uri="{9D8B030D-6E8A-4147-A177-3AD203B41FA5}">
                      <a16:colId xmlns:a16="http://schemas.microsoft.com/office/drawing/2014/main" val="2355396443"/>
                    </a:ext>
                  </a:extLst>
                </a:gridCol>
                <a:gridCol w="1663171">
                  <a:extLst>
                    <a:ext uri="{9D8B030D-6E8A-4147-A177-3AD203B41FA5}">
                      <a16:colId xmlns:a16="http://schemas.microsoft.com/office/drawing/2014/main" val="708073869"/>
                    </a:ext>
                  </a:extLst>
                </a:gridCol>
                <a:gridCol w="1663171">
                  <a:extLst>
                    <a:ext uri="{9D8B030D-6E8A-4147-A177-3AD203B41FA5}">
                      <a16:colId xmlns:a16="http://schemas.microsoft.com/office/drawing/2014/main" val="3065875822"/>
                    </a:ext>
                  </a:extLst>
                </a:gridCol>
              </a:tblGrid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  <a:latin typeface="Berlin Sans FB" panose="020E0602020502020306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  <a:latin typeface="Berlin Sans FB" panose="020E0602020502020306" pitchFamily="34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  <a:latin typeface="Berlin Sans FB" panose="020E0602020502020306" pitchFamily="34" charset="0"/>
                        </a:rPr>
                        <a:t>X.Y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956891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174746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507252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520011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883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33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7DC0D00-4690-2ACA-F88B-BE5CD3248525}"/>
              </a:ext>
            </a:extLst>
          </p:cNvPr>
          <p:cNvSpPr txBox="1">
            <a:spLocks/>
          </p:cNvSpPr>
          <p:nvPr/>
        </p:nvSpPr>
        <p:spPr>
          <a:xfrm>
            <a:off x="969963" y="371475"/>
            <a:ext cx="9905998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OR OPERATOR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E5677-86B7-3803-D29D-01A63432803F}"/>
              </a:ext>
            </a:extLst>
          </p:cNvPr>
          <p:cNvSpPr txBox="1"/>
          <p:nvPr/>
        </p:nvSpPr>
        <p:spPr>
          <a:xfrm>
            <a:off x="2988466" y="1881143"/>
            <a:ext cx="61007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performs logical addition and denoted by (+) dot.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8084F37-1171-AABC-1860-B7BA2F4D2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701923"/>
              </p:ext>
            </p:extLst>
          </p:nvPr>
        </p:nvGraphicFramePr>
        <p:xfrm>
          <a:off x="3601243" y="3123533"/>
          <a:ext cx="4989513" cy="3220120"/>
        </p:xfrm>
        <a:graphic>
          <a:graphicData uri="http://schemas.openxmlformats.org/drawingml/2006/table">
            <a:tbl>
              <a:tblPr firstRow="1" lastCol="1" bandRow="1">
                <a:tableStyleId>{E8034E78-7F5D-4C2E-B375-FC64B27BC917}</a:tableStyleId>
              </a:tblPr>
              <a:tblGrid>
                <a:gridCol w="1663171">
                  <a:extLst>
                    <a:ext uri="{9D8B030D-6E8A-4147-A177-3AD203B41FA5}">
                      <a16:colId xmlns:a16="http://schemas.microsoft.com/office/drawing/2014/main" val="2355396443"/>
                    </a:ext>
                  </a:extLst>
                </a:gridCol>
                <a:gridCol w="1663171">
                  <a:extLst>
                    <a:ext uri="{9D8B030D-6E8A-4147-A177-3AD203B41FA5}">
                      <a16:colId xmlns:a16="http://schemas.microsoft.com/office/drawing/2014/main" val="708073869"/>
                    </a:ext>
                  </a:extLst>
                </a:gridCol>
                <a:gridCol w="1663171">
                  <a:extLst>
                    <a:ext uri="{9D8B030D-6E8A-4147-A177-3AD203B41FA5}">
                      <a16:colId xmlns:a16="http://schemas.microsoft.com/office/drawing/2014/main" val="3065875822"/>
                    </a:ext>
                  </a:extLst>
                </a:gridCol>
              </a:tblGrid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  <a:latin typeface="Berlin Sans FB" panose="020E0602020502020306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  <a:latin typeface="Berlin Sans FB" panose="020E0602020502020306" pitchFamily="34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>
                          <a:solidFill>
                            <a:schemeClr val="tx1"/>
                          </a:solidFill>
                          <a:latin typeface="Berlin Sans FB" panose="020E0602020502020306" pitchFamily="34" charset="0"/>
                        </a:rPr>
                        <a:t>X+Y</a:t>
                      </a:r>
                      <a:endParaRPr lang="en-US" sz="3600" b="0" dirty="0">
                        <a:solidFill>
                          <a:schemeClr val="tx1"/>
                        </a:solidFill>
                        <a:latin typeface="Berlin Sans FB" panose="020E06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956891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174746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507252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520011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883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73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CE35B-CAAC-5B49-D264-14952F0E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06BE52-1BC7-5A66-0C79-7F77C1BF442D}"/>
              </a:ext>
            </a:extLst>
          </p:cNvPr>
          <p:cNvSpPr txBox="1">
            <a:spLocks/>
          </p:cNvSpPr>
          <p:nvPr/>
        </p:nvSpPr>
        <p:spPr>
          <a:xfrm>
            <a:off x="969963" y="371475"/>
            <a:ext cx="9905998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NOT OPERATOR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DE66D9-3FB1-06EF-1D51-636ED3F98BA3}"/>
              </a:ext>
            </a:extLst>
          </p:cNvPr>
          <p:cNvSpPr txBox="1"/>
          <p:nvPr/>
        </p:nvSpPr>
        <p:spPr>
          <a:xfrm>
            <a:off x="3246830" y="1830950"/>
            <a:ext cx="55840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performs logical negation and denoted by (-) bar. It operates on single variable.</a:t>
            </a:r>
          </a:p>
          <a:p>
            <a:pPr eaLnBrk="1" hangingPunct="1">
              <a:buNone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817759F-CB75-739B-4F46-43CDA993F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532948"/>
              </p:ext>
            </p:extLst>
          </p:nvPr>
        </p:nvGraphicFramePr>
        <p:xfrm>
          <a:off x="4375676" y="3697025"/>
          <a:ext cx="3326342" cy="1932072"/>
        </p:xfrm>
        <a:graphic>
          <a:graphicData uri="http://schemas.openxmlformats.org/drawingml/2006/table">
            <a:tbl>
              <a:tblPr firstRow="1" lastCol="1" bandRow="1">
                <a:tableStyleId>{E8034E78-7F5D-4C2E-B375-FC64B27BC917}</a:tableStyleId>
              </a:tblPr>
              <a:tblGrid>
                <a:gridCol w="1663171">
                  <a:extLst>
                    <a:ext uri="{9D8B030D-6E8A-4147-A177-3AD203B41FA5}">
                      <a16:colId xmlns:a16="http://schemas.microsoft.com/office/drawing/2014/main" val="2355396443"/>
                    </a:ext>
                  </a:extLst>
                </a:gridCol>
                <a:gridCol w="1663171">
                  <a:extLst>
                    <a:ext uri="{9D8B030D-6E8A-4147-A177-3AD203B41FA5}">
                      <a16:colId xmlns:a16="http://schemas.microsoft.com/office/drawing/2014/main" val="708073869"/>
                    </a:ext>
                  </a:extLst>
                </a:gridCol>
              </a:tblGrid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  <a:latin typeface="Berlin Sans FB" panose="020E0602020502020306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tx1"/>
                          </a:solidFill>
                          <a:latin typeface="Berlin Sans FB" panose="020E0602020502020306" pitchFamily="34" charset="0"/>
                        </a:rPr>
                        <a:t>X´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956891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174746"/>
                  </a:ext>
                </a:extLst>
              </a:tr>
              <a:tr h="64402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Berlin Sans FB" panose="020E0602020502020306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507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970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7415C8-700B-7E60-E768-DE5794CA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50544"/>
            <a:ext cx="9906000" cy="14779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TRUTH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F7F8E-290D-5F6C-7BCF-F7910B9604EE}"/>
              </a:ext>
            </a:extLst>
          </p:cNvPr>
          <p:cNvSpPr txBox="1"/>
          <p:nvPr/>
        </p:nvSpPr>
        <p:spPr>
          <a:xfrm>
            <a:off x="1141412" y="2551837"/>
            <a:ext cx="990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Truth table is a table that contains all possible values of logical variables/statements in a Boolean expression.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No. of possible combination =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where n=number of variables used in a Boolean expression.</a:t>
            </a:r>
            <a:endParaRPr lang="en-US" sz="2800" baseline="30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55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DF2805-0096-BE9C-8160-F4381273D535}"/>
              </a:ext>
            </a:extLst>
          </p:cNvPr>
          <p:cNvSpPr txBox="1">
            <a:spLocks/>
          </p:cNvSpPr>
          <p:nvPr/>
        </p:nvSpPr>
        <p:spPr>
          <a:xfrm>
            <a:off x="998538" y="328613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BASIC PROPERTIES OF BOOLEAN ALGEBRA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6EF62-E7C6-6B17-5D52-B0703CD7DF3F}"/>
              </a:ext>
            </a:extLst>
          </p:cNvPr>
          <p:cNvSpPr txBox="1"/>
          <p:nvPr/>
        </p:nvSpPr>
        <p:spPr>
          <a:xfrm>
            <a:off x="4021931" y="2363778"/>
            <a:ext cx="61007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T1 : Properties of 0</a:t>
            </a:r>
          </a:p>
          <a:p>
            <a:pPr lvl="1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+ A = A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. A = 0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T2 : Properties of 1</a:t>
            </a:r>
          </a:p>
          <a:p>
            <a:pPr lvl="1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+ A = 1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. A = A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5961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3D48E-30DB-2AD9-CC76-26C4707F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A15092B-6634-1B0E-FE5A-1D2DCC9A1C51}"/>
              </a:ext>
            </a:extLst>
          </p:cNvPr>
          <p:cNvSpPr txBox="1">
            <a:spLocks/>
          </p:cNvSpPr>
          <p:nvPr/>
        </p:nvSpPr>
        <p:spPr>
          <a:xfrm>
            <a:off x="998538" y="328613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BASIC PROPERTIES OF BOOLEAN ALGEBRA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84F07-E4F5-C5C0-EA28-E1B1A653D090}"/>
              </a:ext>
            </a:extLst>
          </p:cNvPr>
          <p:cNvSpPr txBox="1"/>
          <p:nvPr/>
        </p:nvSpPr>
        <p:spPr>
          <a:xfrm>
            <a:off x="3493293" y="1663690"/>
            <a:ext cx="610076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T3 : Commutative Law </a:t>
            </a: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B = B + A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. B = B .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T4 : Associate Law </a:t>
            </a: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+ B) + C = A + (B + C)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. B). C = A .(B . C)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T5 : Distributive Law </a:t>
            </a: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.(B + C) = A. B + A. C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(B. C) = (A + B) .(A + C)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A+A’B = A+B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22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69D71-D8AA-9B6B-FC8D-8F1554669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3E02733-E187-71A2-616B-8B363DAE72BD}"/>
              </a:ext>
            </a:extLst>
          </p:cNvPr>
          <p:cNvSpPr txBox="1">
            <a:spLocks/>
          </p:cNvSpPr>
          <p:nvPr/>
        </p:nvSpPr>
        <p:spPr>
          <a:xfrm>
            <a:off x="998538" y="328613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BASIC PROPERTIES OF BOOLEAN ALGEBRA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49D6B4-496D-DFB9-C5C6-EDD8A31B1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085" y="1941702"/>
            <a:ext cx="6169830" cy="40318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T6 : </a:t>
            </a:r>
            <a:r>
              <a:rPr lang="en-US" sz="3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Indempotence</a:t>
            </a: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(Identity ) Law </a:t>
            </a: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A =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.A =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2"/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T7 : Absorption (</a:t>
            </a:r>
            <a:r>
              <a:rPr lang="en-US" sz="3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Redundance</a:t>
            </a: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Law </a:t>
            </a:r>
          </a:p>
          <a:p>
            <a:pPr lvl="1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A .B =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(A + B) = 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551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3987F-D2FA-48C1-FE91-2F847109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17398C-C2F0-E519-25B4-162D79AA66A7}"/>
              </a:ext>
            </a:extLst>
          </p:cNvPr>
          <p:cNvSpPr txBox="1">
            <a:spLocks/>
          </p:cNvSpPr>
          <p:nvPr/>
        </p:nvSpPr>
        <p:spPr>
          <a:xfrm>
            <a:off x="998538" y="328613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BASIC PROPERTIES OF BOOLEAN ALGEBRA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9E68D7-7C7F-169C-0D64-FD768305D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401" y="1609756"/>
            <a:ext cx="5119699" cy="45243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T8 : Complementary Law</a:t>
            </a: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X+X’=1</a:t>
            </a: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X.X’=0</a:t>
            </a:r>
          </a:p>
          <a:p>
            <a:pPr marL="342900" indent="-342900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T9 : Involution</a:t>
            </a: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 x’’   = x</a:t>
            </a:r>
          </a:p>
          <a:p>
            <a:pPr marL="342900" indent="-342900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T10 : De-Morgan's Theorem </a:t>
            </a: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(X.Y)’=X’+Y’</a:t>
            </a:r>
          </a:p>
          <a:p>
            <a:pPr marL="800100" lvl="1" indent="-342900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(X+Y)’=X’.Y’ </a:t>
            </a:r>
          </a:p>
        </p:txBody>
      </p:sp>
    </p:spTree>
    <p:extLst>
      <p:ext uri="{BB962C8B-B14F-4D97-AF65-F5344CB8AC3E}">
        <p14:creationId xmlns:p14="http://schemas.microsoft.com/office/powerpoint/2010/main" val="353475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F560-CB98-0DCE-F8F7-15F969A812C9}"/>
              </a:ext>
            </a:extLst>
          </p:cNvPr>
          <p:cNvSpPr txBox="1">
            <a:spLocks/>
          </p:cNvSpPr>
          <p:nvPr/>
        </p:nvSpPr>
        <p:spPr>
          <a:xfrm>
            <a:off x="0" y="142875"/>
            <a:ext cx="121919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REDUCE USING BOOLEAN ALGEBRA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6056F-E170-132A-EC5D-88BEE53D5F46}"/>
              </a:ext>
            </a:extLst>
          </p:cNvPr>
          <p:cNvSpPr txBox="1"/>
          <p:nvPr/>
        </p:nvSpPr>
        <p:spPr>
          <a:xfrm>
            <a:off x="3943350" y="2171700"/>
            <a:ext cx="4743450" cy="278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 = B.A.C’ + B’.A.C’ + B.C’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 = A.B + A.B’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 = A.B + A.B’.C + A.B’.C’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 = (A+B+C).(A+B’+C).(A+B+C’)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 = (A+B).(A+B’).(A’+B).(A’+B’)</a:t>
            </a:r>
          </a:p>
        </p:txBody>
      </p:sp>
    </p:spTree>
    <p:extLst>
      <p:ext uri="{BB962C8B-B14F-4D97-AF65-F5344CB8AC3E}">
        <p14:creationId xmlns:p14="http://schemas.microsoft.com/office/powerpoint/2010/main" val="1229604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1535</TotalTime>
  <Words>668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Bahnschrift</vt:lpstr>
      <vt:lpstr>Bauhaus 93</vt:lpstr>
      <vt:lpstr>Berlin Sans FB</vt:lpstr>
      <vt:lpstr>Berlin Sans FB Demi</vt:lpstr>
      <vt:lpstr>Bodoni MT Black</vt:lpstr>
      <vt:lpstr>Bradley Hand ITC</vt:lpstr>
      <vt:lpstr>Tw Cen MT</vt:lpstr>
      <vt:lpstr>Wingdings</vt:lpstr>
      <vt:lpstr>Circuit</vt:lpstr>
      <vt:lpstr>BOOLEAN ALGEBRA</vt:lpstr>
      <vt:lpstr>INTRODUCTION</vt:lpstr>
      <vt:lpstr>APPLICATIONS OF BOOLEAN ALGEBRA:</vt:lpstr>
      <vt:lpstr>AND OPERATOR</vt:lpstr>
      <vt:lpstr>PowerPoint Presentation</vt:lpstr>
      <vt:lpstr>PowerPoint Presentation</vt:lpstr>
      <vt:lpstr>TRUTH TABLE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Roshni Patoa</dc:creator>
  <cp:lastModifiedBy>Roshni Patoa</cp:lastModifiedBy>
  <cp:revision>1</cp:revision>
  <dcterms:created xsi:type="dcterms:W3CDTF">2025-01-16T06:31:18Z</dcterms:created>
  <dcterms:modified xsi:type="dcterms:W3CDTF">2025-01-22T04:22:08Z</dcterms:modified>
</cp:coreProperties>
</file>