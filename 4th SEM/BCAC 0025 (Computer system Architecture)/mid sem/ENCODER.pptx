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9" r:id="rId4"/>
    <p:sldId id="281" r:id="rId5"/>
    <p:sldId id="280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C2C4E-4D8F-484B-A378-226FCC308823}" v="7" dt="2025-02-10T05:00:52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129C2C4E-4D8F-484B-A378-226FCC308823}"/>
    <pc:docChg chg="undo custSel delSld modSld">
      <pc:chgData name="Roshni Patoa" userId="fed91864c60e3dfe" providerId="LiveId" clId="{129C2C4E-4D8F-484B-A378-226FCC308823}" dt="2025-02-10T05:06:26.913" v="231" actId="47"/>
      <pc:docMkLst>
        <pc:docMk/>
      </pc:docMkLst>
      <pc:sldChg chg="addSp delSp modSp mod">
        <pc:chgData name="Roshni Patoa" userId="fed91864c60e3dfe" providerId="LiveId" clId="{129C2C4E-4D8F-484B-A378-226FCC308823}" dt="2025-02-10T04:57:05.352" v="21" actId="1076"/>
        <pc:sldMkLst>
          <pc:docMk/>
          <pc:sldMk cId="1901894884" sldId="257"/>
        </pc:sldMkLst>
        <pc:spChg chg="mod">
          <ac:chgData name="Roshni Patoa" userId="fed91864c60e3dfe" providerId="LiveId" clId="{129C2C4E-4D8F-484B-A378-226FCC308823}" dt="2025-02-10T04:55:25.870" v="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29C2C4E-4D8F-484B-A378-226FCC308823}" dt="2025-02-10T04:56:36.829" v="17" actId="123"/>
          <ac:spMkLst>
            <pc:docMk/>
            <pc:sldMk cId="1901894884" sldId="257"/>
            <ac:spMk id="6" creationId="{81215BE8-C00B-501B-19CB-1470DE5308A5}"/>
          </ac:spMkLst>
        </pc:spChg>
        <pc:graphicFrameChg chg="add del mod">
          <ac:chgData name="Roshni Patoa" userId="fed91864c60e3dfe" providerId="LiveId" clId="{129C2C4E-4D8F-484B-A378-226FCC308823}" dt="2025-02-10T04:55:37.688" v="8" actId="478"/>
          <ac:graphicFrameMkLst>
            <pc:docMk/>
            <pc:sldMk cId="1901894884" sldId="257"/>
            <ac:graphicFrameMk id="3" creationId="{004BD929-CDF0-B2EB-291C-2CECEC403C6E}"/>
          </ac:graphicFrameMkLst>
        </pc:graphicFrameChg>
        <pc:picChg chg="add mod">
          <ac:chgData name="Roshni Patoa" userId="fed91864c60e3dfe" providerId="LiveId" clId="{129C2C4E-4D8F-484B-A378-226FCC308823}" dt="2025-02-10T04:57:05.352" v="21" actId="1076"/>
          <ac:picMkLst>
            <pc:docMk/>
            <pc:sldMk cId="1901894884" sldId="257"/>
            <ac:picMk id="5" creationId="{4DD662F7-0A5B-848A-1481-16ECA5F2284A}"/>
          </ac:picMkLst>
        </pc:picChg>
        <pc:picChg chg="del">
          <ac:chgData name="Roshni Patoa" userId="fed91864c60e3dfe" providerId="LiveId" clId="{129C2C4E-4D8F-484B-A378-226FCC308823}" dt="2025-02-10T04:56:39.451" v="18" actId="478"/>
          <ac:picMkLst>
            <pc:docMk/>
            <pc:sldMk cId="1901894884" sldId="257"/>
            <ac:picMk id="8" creationId="{21992149-C6C7-7535-0ECE-A2F6208849FB}"/>
          </ac:picMkLst>
        </pc:picChg>
      </pc:sldChg>
      <pc:sldChg chg="addSp delSp modSp mod">
        <pc:chgData name="Roshni Patoa" userId="fed91864c60e3dfe" providerId="LiveId" clId="{129C2C4E-4D8F-484B-A378-226FCC308823}" dt="2025-02-10T04:59:31.538" v="65" actId="207"/>
        <pc:sldMkLst>
          <pc:docMk/>
          <pc:sldMk cId="1763290752" sldId="279"/>
        </pc:sldMkLst>
        <pc:spChg chg="mod">
          <ac:chgData name="Roshni Patoa" userId="fed91864c60e3dfe" providerId="LiveId" clId="{129C2C4E-4D8F-484B-A378-226FCC308823}" dt="2025-02-10T04:58:37.194" v="46" actId="20577"/>
          <ac:spMkLst>
            <pc:docMk/>
            <pc:sldMk cId="1763290752" sldId="279"/>
            <ac:spMk id="2" creationId="{4092B62F-1825-48F8-ACD8-1D13E72FFBD1}"/>
          </ac:spMkLst>
        </pc:spChg>
        <pc:spChg chg="mod">
          <ac:chgData name="Roshni Patoa" userId="fed91864c60e3dfe" providerId="LiveId" clId="{129C2C4E-4D8F-484B-A378-226FCC308823}" dt="2025-02-10T04:59:31.538" v="65" actId="207"/>
          <ac:spMkLst>
            <pc:docMk/>
            <pc:sldMk cId="1763290752" sldId="279"/>
            <ac:spMk id="3" creationId="{23B4050D-84AE-4AAF-101B-5574016D603D}"/>
          </ac:spMkLst>
        </pc:spChg>
        <pc:picChg chg="add mod">
          <ac:chgData name="Roshni Patoa" userId="fed91864c60e3dfe" providerId="LiveId" clId="{129C2C4E-4D8F-484B-A378-226FCC308823}" dt="2025-02-10T04:58:59.555" v="50" actId="1076"/>
          <ac:picMkLst>
            <pc:docMk/>
            <pc:sldMk cId="1763290752" sldId="279"/>
            <ac:picMk id="5" creationId="{7A1EF78C-E027-8230-0342-9114F9A18BCB}"/>
          </ac:picMkLst>
        </pc:picChg>
        <pc:picChg chg="del">
          <ac:chgData name="Roshni Patoa" userId="fed91864c60e3dfe" providerId="LiveId" clId="{129C2C4E-4D8F-484B-A378-226FCC308823}" dt="2025-02-10T04:58:33.414" v="41" actId="478"/>
          <ac:picMkLst>
            <pc:docMk/>
            <pc:sldMk cId="1763290752" sldId="279"/>
            <ac:picMk id="8" creationId="{61DBB3CE-7C58-A314-78D0-3EA1AAD8C2A0}"/>
          </ac:picMkLst>
        </pc:picChg>
      </pc:sldChg>
      <pc:sldChg chg="addSp delSp modSp mod">
        <pc:chgData name="Roshni Patoa" userId="fed91864c60e3dfe" providerId="LiveId" clId="{129C2C4E-4D8F-484B-A378-226FCC308823}" dt="2025-02-10T05:01:56.612" v="112" actId="1076"/>
        <pc:sldMkLst>
          <pc:docMk/>
          <pc:sldMk cId="3115615624" sldId="280"/>
        </pc:sldMkLst>
        <pc:spChg chg="mod">
          <ac:chgData name="Roshni Patoa" userId="fed91864c60e3dfe" providerId="LiveId" clId="{129C2C4E-4D8F-484B-A378-226FCC308823}" dt="2025-02-10T05:01:40.276" v="108"/>
          <ac:spMkLst>
            <pc:docMk/>
            <pc:sldMk cId="3115615624" sldId="280"/>
            <ac:spMk id="8" creationId="{7237722D-03F0-B8F9-4938-C2F97B6C582E}"/>
          </ac:spMkLst>
        </pc:spChg>
        <pc:picChg chg="add mod">
          <ac:chgData name="Roshni Patoa" userId="fed91864c60e3dfe" providerId="LiveId" clId="{129C2C4E-4D8F-484B-A378-226FCC308823}" dt="2025-02-10T05:01:56.612" v="112" actId="1076"/>
          <ac:picMkLst>
            <pc:docMk/>
            <pc:sldMk cId="3115615624" sldId="280"/>
            <ac:picMk id="3" creationId="{48438AC2-CB4F-259A-628F-6F7B720F9FAF}"/>
          </ac:picMkLst>
        </pc:picChg>
        <pc:picChg chg="del">
          <ac:chgData name="Roshni Patoa" userId="fed91864c60e3dfe" providerId="LiveId" clId="{129C2C4E-4D8F-484B-A378-226FCC308823}" dt="2025-02-10T05:01:41.518" v="109" actId="478"/>
          <ac:picMkLst>
            <pc:docMk/>
            <pc:sldMk cId="3115615624" sldId="280"/>
            <ac:picMk id="10" creationId="{BAA859E6-72B3-0B53-5046-5935BCB0AB0B}"/>
          </ac:picMkLst>
        </pc:picChg>
      </pc:sldChg>
      <pc:sldChg chg="addSp delSp modSp mod">
        <pc:chgData name="Roshni Patoa" userId="fed91864c60e3dfe" providerId="LiveId" clId="{129C2C4E-4D8F-484B-A378-226FCC308823}" dt="2025-02-10T05:01:31.160" v="107" actId="108"/>
        <pc:sldMkLst>
          <pc:docMk/>
          <pc:sldMk cId="3205358714" sldId="281"/>
        </pc:sldMkLst>
        <pc:spChg chg="mod">
          <ac:chgData name="Roshni Patoa" userId="fed91864c60e3dfe" providerId="LiveId" clId="{129C2C4E-4D8F-484B-A378-226FCC308823}" dt="2025-02-10T04:59:36.151" v="66"/>
          <ac:spMkLst>
            <pc:docMk/>
            <pc:sldMk cId="3205358714" sldId="281"/>
            <ac:spMk id="2" creationId="{6FA94ED3-8F15-9CA4-EDDC-6F2140EAC265}"/>
          </ac:spMkLst>
        </pc:spChg>
        <pc:spChg chg="add">
          <ac:chgData name="Roshni Patoa" userId="fed91864c60e3dfe" providerId="LiveId" clId="{129C2C4E-4D8F-484B-A378-226FCC308823}" dt="2025-02-10T05:00:13.065" v="72"/>
          <ac:spMkLst>
            <pc:docMk/>
            <pc:sldMk cId="3205358714" sldId="281"/>
            <ac:spMk id="6" creationId="{8CB25424-B600-986C-5F33-0A7B733D7A5A}"/>
          </ac:spMkLst>
        </pc:spChg>
        <pc:spChg chg="del mod">
          <ac:chgData name="Roshni Patoa" userId="fed91864c60e3dfe" providerId="LiveId" clId="{129C2C4E-4D8F-484B-A378-226FCC308823}" dt="2025-02-10T05:00:54.642" v="95"/>
          <ac:spMkLst>
            <pc:docMk/>
            <pc:sldMk cId="3205358714" sldId="281"/>
            <ac:spMk id="7" creationId="{3EE6E704-887B-8735-CF2C-C0A0743D1609}"/>
          </ac:spMkLst>
        </pc:spChg>
        <pc:spChg chg="add">
          <ac:chgData name="Roshni Patoa" userId="fed91864c60e3dfe" providerId="LiveId" clId="{129C2C4E-4D8F-484B-A378-226FCC308823}" dt="2025-02-10T05:00:13.065" v="72"/>
          <ac:spMkLst>
            <pc:docMk/>
            <pc:sldMk cId="3205358714" sldId="281"/>
            <ac:spMk id="8" creationId="{C3745958-8E38-56B4-0343-734A1F29951C}"/>
          </ac:spMkLst>
        </pc:spChg>
        <pc:spChg chg="add mod">
          <ac:chgData name="Roshni Patoa" userId="fed91864c60e3dfe" providerId="LiveId" clId="{129C2C4E-4D8F-484B-A378-226FCC308823}" dt="2025-02-10T05:00:30.311" v="74"/>
          <ac:spMkLst>
            <pc:docMk/>
            <pc:sldMk cId="3205358714" sldId="281"/>
            <ac:spMk id="9" creationId="{EF4F8689-F6C7-3081-79D4-3D095F2C0A5A}"/>
          </ac:spMkLst>
        </pc:spChg>
        <pc:spChg chg="add mod">
          <ac:chgData name="Roshni Patoa" userId="fed91864c60e3dfe" providerId="LiveId" clId="{129C2C4E-4D8F-484B-A378-226FCC308823}" dt="2025-02-10T05:00:30.311" v="74"/>
          <ac:spMkLst>
            <pc:docMk/>
            <pc:sldMk cId="3205358714" sldId="281"/>
            <ac:spMk id="10" creationId="{96A39842-22DB-A0E7-4A8A-E7E29FD9A3C7}"/>
          </ac:spMkLst>
        </pc:spChg>
        <pc:spChg chg="add del mod">
          <ac:chgData name="Roshni Patoa" userId="fed91864c60e3dfe" providerId="LiveId" clId="{129C2C4E-4D8F-484B-A378-226FCC308823}" dt="2025-02-10T05:00:54.643" v="97"/>
          <ac:spMkLst>
            <pc:docMk/>
            <pc:sldMk cId="3205358714" sldId="281"/>
            <ac:spMk id="11" creationId="{DC2075DB-953C-EE43-986E-E6588BFD78CF}"/>
          </ac:spMkLst>
        </pc:spChg>
        <pc:spChg chg="add">
          <ac:chgData name="Roshni Patoa" userId="fed91864c60e3dfe" providerId="LiveId" clId="{129C2C4E-4D8F-484B-A378-226FCC308823}" dt="2025-02-10T05:00:42.822" v="91"/>
          <ac:spMkLst>
            <pc:docMk/>
            <pc:sldMk cId="3205358714" sldId="281"/>
            <ac:spMk id="12" creationId="{2A75EC56-C3A2-7B4F-CB9D-F89BE6C49D53}"/>
          </ac:spMkLst>
        </pc:spChg>
        <pc:spChg chg="add mod">
          <ac:chgData name="Roshni Patoa" userId="fed91864c60e3dfe" providerId="LiveId" clId="{129C2C4E-4D8F-484B-A378-226FCC308823}" dt="2025-02-10T05:01:31.160" v="107" actId="108"/>
          <ac:spMkLst>
            <pc:docMk/>
            <pc:sldMk cId="3205358714" sldId="281"/>
            <ac:spMk id="14" creationId="{2ED7EF19-1678-CAE2-C056-FE09A9225377}"/>
          </ac:spMkLst>
        </pc:spChg>
        <pc:picChg chg="add mod">
          <ac:chgData name="Roshni Patoa" userId="fed91864c60e3dfe" providerId="LiveId" clId="{129C2C4E-4D8F-484B-A378-226FCC308823}" dt="2025-02-10T04:59:55.696" v="70" actId="1076"/>
          <ac:picMkLst>
            <pc:docMk/>
            <pc:sldMk cId="3205358714" sldId="281"/>
            <ac:picMk id="4" creationId="{1786D787-8D52-DFC7-1697-07FC76E0F51A}"/>
          </ac:picMkLst>
        </pc:picChg>
        <pc:picChg chg="del">
          <ac:chgData name="Roshni Patoa" userId="fed91864c60e3dfe" providerId="LiveId" clId="{129C2C4E-4D8F-484B-A378-226FCC308823}" dt="2025-02-10T04:59:38.298" v="67" actId="478"/>
          <ac:picMkLst>
            <pc:docMk/>
            <pc:sldMk cId="3205358714" sldId="281"/>
            <ac:picMk id="5" creationId="{E32B6FBB-BFF7-7C03-6EEE-831BC9F12FA9}"/>
          </ac:picMkLst>
        </pc:picChg>
      </pc:sldChg>
      <pc:sldChg chg="addSp delSp modSp mod">
        <pc:chgData name="Roshni Patoa" userId="fed91864c60e3dfe" providerId="LiveId" clId="{129C2C4E-4D8F-484B-A378-226FCC308823}" dt="2025-02-10T05:03:49.768" v="197" actId="1076"/>
        <pc:sldMkLst>
          <pc:docMk/>
          <pc:sldMk cId="1894973646" sldId="282"/>
        </pc:sldMkLst>
        <pc:spChg chg="mod">
          <ac:chgData name="Roshni Patoa" userId="fed91864c60e3dfe" providerId="LiveId" clId="{129C2C4E-4D8F-484B-A378-226FCC308823}" dt="2025-02-10T05:02:32.464" v="142" actId="20577"/>
          <ac:spMkLst>
            <pc:docMk/>
            <pc:sldMk cId="1894973646" sldId="282"/>
            <ac:spMk id="2" creationId="{37C4DD1F-9F26-BC2D-75D7-D72C50256ACA}"/>
          </ac:spMkLst>
        </pc:spChg>
        <pc:spChg chg="mod">
          <ac:chgData name="Roshni Patoa" userId="fed91864c60e3dfe" providerId="LiveId" clId="{129C2C4E-4D8F-484B-A378-226FCC308823}" dt="2025-02-10T05:03:27.816" v="192" actId="20577"/>
          <ac:spMkLst>
            <pc:docMk/>
            <pc:sldMk cId="1894973646" sldId="282"/>
            <ac:spMk id="3" creationId="{A614B207-1CFD-5BFA-888A-C6022094B5B1}"/>
          </ac:spMkLst>
        </pc:spChg>
        <pc:picChg chg="del">
          <ac:chgData name="Roshni Patoa" userId="fed91864c60e3dfe" providerId="LiveId" clId="{129C2C4E-4D8F-484B-A378-226FCC308823}" dt="2025-02-10T05:03:29.929" v="193" actId="478"/>
          <ac:picMkLst>
            <pc:docMk/>
            <pc:sldMk cId="1894973646" sldId="282"/>
            <ac:picMk id="5" creationId="{837B89CB-0060-34AA-BFF0-8C61205C02DF}"/>
          </ac:picMkLst>
        </pc:picChg>
        <pc:picChg chg="add mod">
          <ac:chgData name="Roshni Patoa" userId="fed91864c60e3dfe" providerId="LiveId" clId="{129C2C4E-4D8F-484B-A378-226FCC308823}" dt="2025-02-10T05:03:49.768" v="197" actId="1076"/>
          <ac:picMkLst>
            <pc:docMk/>
            <pc:sldMk cId="1894973646" sldId="282"/>
            <ac:picMk id="6" creationId="{C22EAEEE-ACAE-036A-CAF8-B90BD0B30FA7}"/>
          </ac:picMkLst>
        </pc:picChg>
      </pc:sldChg>
      <pc:sldChg chg="addSp delSp modSp mod">
        <pc:chgData name="Roshni Patoa" userId="fed91864c60e3dfe" providerId="LiveId" clId="{129C2C4E-4D8F-484B-A378-226FCC308823}" dt="2025-02-10T05:05:39.030" v="223" actId="1076"/>
        <pc:sldMkLst>
          <pc:docMk/>
          <pc:sldMk cId="2300266694" sldId="283"/>
        </pc:sldMkLst>
        <pc:spChg chg="mod">
          <ac:chgData name="Roshni Patoa" userId="fed91864c60e3dfe" providerId="LiveId" clId="{129C2C4E-4D8F-484B-A378-226FCC308823}" dt="2025-02-10T05:03:59.069" v="198"/>
          <ac:spMkLst>
            <pc:docMk/>
            <pc:sldMk cId="2300266694" sldId="283"/>
            <ac:spMk id="2" creationId="{23A4FD1F-C343-0A03-3F4A-5B41D57648AD}"/>
          </ac:spMkLst>
        </pc:spChg>
        <pc:spChg chg="mod">
          <ac:chgData name="Roshni Patoa" userId="fed91864c60e3dfe" providerId="LiveId" clId="{129C2C4E-4D8F-484B-A378-226FCC308823}" dt="2025-02-10T05:05:39.030" v="223" actId="1076"/>
          <ac:spMkLst>
            <pc:docMk/>
            <pc:sldMk cId="2300266694" sldId="283"/>
            <ac:spMk id="7" creationId="{A223B513-76B5-B74D-AA3C-381DEDBA016D}"/>
          </ac:spMkLst>
        </pc:spChg>
        <pc:picChg chg="del">
          <ac:chgData name="Roshni Patoa" userId="fed91864c60e3dfe" providerId="LiveId" clId="{129C2C4E-4D8F-484B-A378-226FCC308823}" dt="2025-02-10T05:04:00.598" v="199" actId="478"/>
          <ac:picMkLst>
            <pc:docMk/>
            <pc:sldMk cId="2300266694" sldId="283"/>
            <ac:picMk id="4" creationId="{E0C03093-C2F4-0AB9-3670-8260B34A9DFA}"/>
          </ac:picMkLst>
        </pc:picChg>
        <pc:picChg chg="add mod">
          <ac:chgData name="Roshni Patoa" userId="fed91864c60e3dfe" providerId="LiveId" clId="{129C2C4E-4D8F-484B-A378-226FCC308823}" dt="2025-02-10T05:05:30.506" v="220" actId="1076"/>
          <ac:picMkLst>
            <pc:docMk/>
            <pc:sldMk cId="2300266694" sldId="283"/>
            <ac:picMk id="5" creationId="{B9752495-219E-079E-F0C9-586B3BD684E3}"/>
          </ac:picMkLst>
        </pc:picChg>
      </pc:sldChg>
      <pc:sldChg chg="addSp delSp modSp mod">
        <pc:chgData name="Roshni Patoa" userId="fed91864c60e3dfe" providerId="LiveId" clId="{129C2C4E-4D8F-484B-A378-226FCC308823}" dt="2025-02-10T05:06:09.202" v="228" actId="1076"/>
        <pc:sldMkLst>
          <pc:docMk/>
          <pc:sldMk cId="664339135" sldId="284"/>
        </pc:sldMkLst>
        <pc:spChg chg="mod">
          <ac:chgData name="Roshni Patoa" userId="fed91864c60e3dfe" providerId="LiveId" clId="{129C2C4E-4D8F-484B-A378-226FCC308823}" dt="2025-02-10T05:05:48.070" v="224"/>
          <ac:spMkLst>
            <pc:docMk/>
            <pc:sldMk cId="664339135" sldId="284"/>
            <ac:spMk id="8" creationId="{EAAC6A7A-480B-7CAE-644B-5221E1FC78D0}"/>
          </ac:spMkLst>
        </pc:spChg>
        <pc:picChg chg="del">
          <ac:chgData name="Roshni Patoa" userId="fed91864c60e3dfe" providerId="LiveId" clId="{129C2C4E-4D8F-484B-A378-226FCC308823}" dt="2025-02-10T05:05:49.437" v="225" actId="478"/>
          <ac:picMkLst>
            <pc:docMk/>
            <pc:sldMk cId="664339135" sldId="284"/>
            <ac:picMk id="3" creationId="{FCB539FD-6662-3D7F-5CA2-E5EFF7D37DFD}"/>
          </ac:picMkLst>
        </pc:picChg>
        <pc:picChg chg="add mod">
          <ac:chgData name="Roshni Patoa" userId="fed91864c60e3dfe" providerId="LiveId" clId="{129C2C4E-4D8F-484B-A378-226FCC308823}" dt="2025-02-10T05:06:09.202" v="228" actId="1076"/>
          <ac:picMkLst>
            <pc:docMk/>
            <pc:sldMk cId="664339135" sldId="284"/>
            <ac:picMk id="5" creationId="{3B5B67A4-58CA-406E-2C34-7043E225DF2B}"/>
          </ac:picMkLst>
        </pc:picChg>
      </pc:sldChg>
      <pc:sldChg chg="del">
        <pc:chgData name="Roshni Patoa" userId="fed91864c60e3dfe" providerId="LiveId" clId="{129C2C4E-4D8F-484B-A378-226FCC308823}" dt="2025-02-10T05:06:25.306" v="229" actId="47"/>
        <pc:sldMkLst>
          <pc:docMk/>
          <pc:sldMk cId="2994835615" sldId="285"/>
        </pc:sldMkLst>
      </pc:sldChg>
      <pc:sldChg chg="del">
        <pc:chgData name="Roshni Patoa" userId="fed91864c60e3dfe" providerId="LiveId" clId="{129C2C4E-4D8F-484B-A378-226FCC308823}" dt="2025-02-10T05:06:26.203" v="230" actId="47"/>
        <pc:sldMkLst>
          <pc:docMk/>
          <pc:sldMk cId="1889730787" sldId="286"/>
        </pc:sldMkLst>
      </pc:sldChg>
      <pc:sldChg chg="del">
        <pc:chgData name="Roshni Patoa" userId="fed91864c60e3dfe" providerId="LiveId" clId="{129C2C4E-4D8F-484B-A378-226FCC308823}" dt="2025-02-10T05:06:26.913" v="231" actId="47"/>
        <pc:sldMkLst>
          <pc:docMk/>
          <pc:sldMk cId="792203652" sldId="287"/>
        </pc:sldMkLst>
      </pc:sldChg>
    </pc:docChg>
  </pc:docChgLst>
  <pc:docChgLst>
    <pc:chgData name="Roshni Patoa" userId="fed91864c60e3dfe" providerId="LiveId" clId="{1C8F049D-CBD5-42D3-B0DB-D3B1D0918E68}"/>
    <pc:docChg chg="undo custSel addSld modSld">
      <pc:chgData name="Roshni Patoa" userId="fed91864c60e3dfe" providerId="LiveId" clId="{1C8F049D-CBD5-42D3-B0DB-D3B1D0918E68}" dt="2025-01-28T16:44:53.458" v="488" actId="20577"/>
      <pc:docMkLst>
        <pc:docMk/>
      </pc:docMkLst>
      <pc:sldChg chg="modSp mod">
        <pc:chgData name="Roshni Patoa" userId="fed91864c60e3dfe" providerId="LiveId" clId="{1C8F049D-CBD5-42D3-B0DB-D3B1D0918E68}" dt="2025-01-28T16:27:06.134" v="38" actId="14100"/>
        <pc:sldMkLst>
          <pc:docMk/>
          <pc:sldMk cId="1208789959" sldId="256"/>
        </pc:sldMkLst>
        <pc:spChg chg="mod">
          <ac:chgData name="Roshni Patoa" userId="fed91864c60e3dfe" providerId="LiveId" clId="{1C8F049D-CBD5-42D3-B0DB-D3B1D0918E68}" dt="2025-01-28T16:27:06.134" v="38" actId="14100"/>
          <ac:spMkLst>
            <pc:docMk/>
            <pc:sldMk cId="1208789959" sldId="256"/>
            <ac:spMk id="2" creationId="{2F6FA0C8-9BC6-0025-AA62-C48E1A10F66C}"/>
          </ac:spMkLst>
        </pc:spChg>
      </pc:sldChg>
      <pc:sldChg chg="addSp modSp mod">
        <pc:chgData name="Roshni Patoa" userId="fed91864c60e3dfe" providerId="LiveId" clId="{1C8F049D-CBD5-42D3-B0DB-D3B1D0918E68}" dt="2025-01-28T16:40:13.426" v="325" actId="1076"/>
        <pc:sldMkLst>
          <pc:docMk/>
          <pc:sldMk cId="1901894884" sldId="257"/>
        </pc:sldMkLst>
        <pc:spChg chg="mod">
          <ac:chgData name="Roshni Patoa" userId="fed91864c60e3dfe" providerId="LiveId" clId="{1C8F049D-CBD5-42D3-B0DB-D3B1D0918E68}" dt="2025-01-28T16:27:26.449" v="6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C8F049D-CBD5-42D3-B0DB-D3B1D0918E68}" dt="2025-01-28T16:28:19.464" v="141" actId="6549"/>
          <ac:spMkLst>
            <pc:docMk/>
            <pc:sldMk cId="1901894884" sldId="257"/>
            <ac:spMk id="6" creationId="{81215BE8-C00B-501B-19CB-1470DE5308A5}"/>
          </ac:spMkLst>
        </pc:spChg>
      </pc:sldChg>
      <pc:sldChg chg="addSp delSp modSp mod">
        <pc:chgData name="Roshni Patoa" userId="fed91864c60e3dfe" providerId="LiveId" clId="{1C8F049D-CBD5-42D3-B0DB-D3B1D0918E68}" dt="2025-01-28T16:30:47.156" v="191" actId="15"/>
        <pc:sldMkLst>
          <pc:docMk/>
          <pc:sldMk cId="1501955450" sldId="258"/>
        </pc:sldMkLst>
      </pc:sldChg>
      <pc:sldChg chg="addSp delSp modSp mod">
        <pc:chgData name="Roshni Patoa" userId="fed91864c60e3dfe" providerId="LiveId" clId="{1C8F049D-CBD5-42D3-B0DB-D3B1D0918E68}" dt="2025-01-28T16:32:10.203" v="205" actId="1076"/>
        <pc:sldMkLst>
          <pc:docMk/>
          <pc:sldMk cId="538336606" sldId="259"/>
        </pc:sldMkLst>
      </pc:sldChg>
      <pc:sldChg chg="addSp delSp modSp mod">
        <pc:chgData name="Roshni Patoa" userId="fed91864c60e3dfe" providerId="LiveId" clId="{1C8F049D-CBD5-42D3-B0DB-D3B1D0918E68}" dt="2025-01-28T16:34:35.848" v="229" actId="1076"/>
        <pc:sldMkLst>
          <pc:docMk/>
          <pc:sldMk cId="131755128" sldId="260"/>
        </pc:sldMkLst>
      </pc:sldChg>
      <pc:sldChg chg="addSp delSp modSp mod">
        <pc:chgData name="Roshni Patoa" userId="fed91864c60e3dfe" providerId="LiveId" clId="{1C8F049D-CBD5-42D3-B0DB-D3B1D0918E68}" dt="2025-01-28T16:36:31.351" v="254" actId="1076"/>
        <pc:sldMkLst>
          <pc:docMk/>
          <pc:sldMk cId="515961475" sldId="261"/>
        </pc:sldMkLst>
      </pc:sldChg>
      <pc:sldChg chg="addSp delSp modSp mod">
        <pc:chgData name="Roshni Patoa" userId="fed91864c60e3dfe" providerId="LiveId" clId="{1C8F049D-CBD5-42D3-B0DB-D3B1D0918E68}" dt="2025-01-28T16:37:56.198" v="288" actId="1076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1C8F049D-CBD5-42D3-B0DB-D3B1D0918E68}" dt="2025-01-28T16:40:26.812" v="328" actId="1076"/>
        <pc:sldMkLst>
          <pc:docMk/>
          <pc:sldMk cId="561393703" sldId="263"/>
        </pc:sldMkLst>
      </pc:sldChg>
      <pc:sldChg chg="addSp delSp modSp mod">
        <pc:chgData name="Roshni Patoa" userId="fed91864c60e3dfe" providerId="LiveId" clId="{1C8F049D-CBD5-42D3-B0DB-D3B1D0918E68}" dt="2025-01-28T16:41:47.022" v="341" actId="14100"/>
        <pc:sldMkLst>
          <pc:docMk/>
          <pc:sldMk cId="2095114534" sldId="264"/>
        </pc:sldMkLst>
      </pc:sldChg>
      <pc:sldChg chg="addSp delSp modSp mod">
        <pc:chgData name="Roshni Patoa" userId="fed91864c60e3dfe" providerId="LiveId" clId="{1C8F049D-CBD5-42D3-B0DB-D3B1D0918E68}" dt="2025-01-28T16:44:53.458" v="488" actId="20577"/>
        <pc:sldMkLst>
          <pc:docMk/>
          <pc:sldMk cId="2618035276" sldId="265"/>
        </pc:sldMkLst>
      </pc:sldChg>
      <pc:sldChg chg="modSp add mod">
        <pc:chgData name="Roshni Patoa" userId="fed91864c60e3dfe" providerId="LiveId" clId="{1C8F049D-CBD5-42D3-B0DB-D3B1D0918E68}" dt="2025-01-28T16:42:36.455" v="356" actId="20577"/>
        <pc:sldMkLst>
          <pc:docMk/>
          <pc:sldMk cId="2284109313" sldId="275"/>
        </pc:sldMkLst>
      </pc:sldChg>
      <pc:sldChg chg="modSp add mod">
        <pc:chgData name="Roshni Patoa" userId="fed91864c60e3dfe" providerId="LiveId" clId="{1C8F049D-CBD5-42D3-B0DB-D3B1D0918E68}" dt="2025-01-28T16:43:03.270" v="366" actId="20577"/>
        <pc:sldMkLst>
          <pc:docMk/>
          <pc:sldMk cId="1723924596" sldId="276"/>
        </pc:sldMkLst>
      </pc:sldChg>
      <pc:sldChg chg="modSp add mod">
        <pc:chgData name="Roshni Patoa" userId="fed91864c60e3dfe" providerId="LiveId" clId="{1C8F049D-CBD5-42D3-B0DB-D3B1D0918E68}" dt="2025-01-28T16:43:30.393" v="386" actId="20577"/>
        <pc:sldMkLst>
          <pc:docMk/>
          <pc:sldMk cId="3476537138" sldId="277"/>
        </pc:sldMkLst>
      </pc:sldChg>
    </pc:docChg>
  </pc:docChgLst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</pc:sldChg>
    </pc:docChg>
  </pc:docChgLst>
  <pc:docChgLst>
    <pc:chgData name="Roshni Patoa" userId="fed91864c60e3dfe" providerId="LiveId" clId="{1A394A28-DD18-4A38-BBFD-19969CC59632}"/>
    <pc:docChg chg="undo custSel addSld delSld modSld">
      <pc:chgData name="Roshni Patoa" userId="fed91864c60e3dfe" providerId="LiveId" clId="{1A394A28-DD18-4A38-BBFD-19969CC59632}" dt="2025-02-07T07:17:20.577" v="641" actId="47"/>
      <pc:docMkLst>
        <pc:docMk/>
      </pc:docMkLst>
      <pc:sldChg chg="addSp delSp modSp mod">
        <pc:chgData name="Roshni Patoa" userId="fed91864c60e3dfe" providerId="LiveId" clId="{1A394A28-DD18-4A38-BBFD-19969CC59632}" dt="2025-02-07T07:11:08.034" v="560" actId="14100"/>
        <pc:sldMkLst>
          <pc:docMk/>
          <pc:sldMk cId="1901894884" sldId="257"/>
        </pc:sldMkLst>
        <pc:spChg chg="mod">
          <ac:chgData name="Roshni Patoa" userId="fed91864c60e3dfe" providerId="LiveId" clId="{1A394A28-DD18-4A38-BBFD-19969CC59632}" dt="2025-02-07T07:01:21.680" v="15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A394A28-DD18-4A38-BBFD-19969CC59632}" dt="2025-02-07T07:05:47.553" v="553" actId="20577"/>
          <ac:spMkLst>
            <pc:docMk/>
            <pc:sldMk cId="1901894884" sldId="257"/>
            <ac:spMk id="6" creationId="{81215BE8-C00B-501B-19CB-1470DE5308A5}"/>
          </ac:spMkLst>
        </pc:spChg>
      </pc:sldChg>
      <pc:sldChg chg="addSp delSp modSp mod">
        <pc:chgData name="Roshni Patoa" userId="fed91864c60e3dfe" providerId="LiveId" clId="{1A394A28-DD18-4A38-BBFD-19969CC59632}" dt="2025-02-07T07:12:18.463" v="636" actId="1076"/>
        <pc:sldMkLst>
          <pc:docMk/>
          <pc:sldMk cId="1501955450" sldId="258"/>
        </pc:sldMkLst>
      </pc:sldChg>
      <pc:sldChg chg="delSp modSp add del mod">
        <pc:chgData name="Roshni Patoa" userId="fed91864c60e3dfe" providerId="LiveId" clId="{1A394A28-DD18-4A38-BBFD-19969CC59632}" dt="2025-02-07T07:17:20.577" v="641" actId="47"/>
        <pc:sldMkLst>
          <pc:docMk/>
          <pc:sldMk cId="4108831896" sldId="279"/>
        </pc:sldMkLst>
      </pc:sldChg>
    </pc:docChg>
  </pc:docChgLst>
  <pc:docChgLst>
    <pc:chgData name="Roshni Patoa" userId="fed91864c60e3dfe" providerId="LiveId" clId="{E22F1EDE-8828-4D8C-85D4-D56301EBE89E}"/>
    <pc:docChg chg="undo redo custSel addSld delSld modSld">
      <pc:chgData name="Roshni Patoa" userId="fed91864c60e3dfe" providerId="LiveId" clId="{E22F1EDE-8828-4D8C-85D4-D56301EBE89E}" dt="2025-01-29T09:12:04.710" v="215" actId="47"/>
      <pc:docMkLst>
        <pc:docMk/>
      </pc:docMkLst>
      <pc:sldChg chg="addSp delSp modSp mod">
        <pc:chgData name="Roshni Patoa" userId="fed91864c60e3dfe" providerId="LiveId" clId="{E22F1EDE-8828-4D8C-85D4-D56301EBE89E}" dt="2025-01-29T09:05:35.324" v="110" actId="1076"/>
        <pc:sldMkLst>
          <pc:docMk/>
          <pc:sldMk cId="1901894884" sldId="257"/>
        </pc:sldMkLst>
        <pc:spChg chg="mod">
          <ac:chgData name="Roshni Patoa" userId="fed91864c60e3dfe" providerId="LiveId" clId="{E22F1EDE-8828-4D8C-85D4-D56301EBE89E}" dt="2025-01-28T16:50:03.893" v="3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E22F1EDE-8828-4D8C-85D4-D56301EBE89E}" dt="2025-01-28T16:50:43.239" v="7" actId="108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E22F1EDE-8828-4D8C-85D4-D56301EBE89E}" dt="2025-01-29T09:01:20.681" v="60" actId="20577"/>
        <pc:sldMkLst>
          <pc:docMk/>
          <pc:sldMk cId="1501955450" sldId="258"/>
        </pc:sldMkLst>
      </pc:sldChg>
      <pc:sldChg chg="addSp delSp modSp mod">
        <pc:chgData name="Roshni Patoa" userId="fed91864c60e3dfe" providerId="LiveId" clId="{E22F1EDE-8828-4D8C-85D4-D56301EBE89E}" dt="2025-01-29T09:04:19.236" v="93" actId="20577"/>
        <pc:sldMkLst>
          <pc:docMk/>
          <pc:sldMk cId="538336606" sldId="259"/>
        </pc:sldMkLst>
      </pc:sldChg>
      <pc:sldChg chg="modSp mod">
        <pc:chgData name="Roshni Patoa" userId="fed91864c60e3dfe" providerId="LiveId" clId="{E22F1EDE-8828-4D8C-85D4-D56301EBE89E}" dt="2025-01-29T09:04:24.894" v="97" actId="20577"/>
        <pc:sldMkLst>
          <pc:docMk/>
          <pc:sldMk cId="131755128" sldId="260"/>
        </pc:sldMkLst>
      </pc:sldChg>
      <pc:sldChg chg="add del">
        <pc:chgData name="Roshni Patoa" userId="fed91864c60e3dfe" providerId="LiveId" clId="{E22F1EDE-8828-4D8C-85D4-D56301EBE89E}" dt="2025-01-29T09:04:04.412" v="85" actId="47"/>
        <pc:sldMkLst>
          <pc:docMk/>
          <pc:sldMk cId="515961475" sldId="261"/>
        </pc:sldMkLst>
      </pc:sldChg>
      <pc:sldChg chg="add del">
        <pc:chgData name="Roshni Patoa" userId="fed91864c60e3dfe" providerId="LiveId" clId="{E22F1EDE-8828-4D8C-85D4-D56301EBE89E}" dt="2025-01-29T09:04:02.825" v="84" actId="47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E22F1EDE-8828-4D8C-85D4-D56301EBE89E}" dt="2025-01-29T09:05:13.906" v="106" actId="1076"/>
        <pc:sldMkLst>
          <pc:docMk/>
          <pc:sldMk cId="561393703" sldId="263"/>
        </pc:sldMkLst>
      </pc:sldChg>
      <pc:sldChg chg="modSp mod">
        <pc:chgData name="Roshni Patoa" userId="fed91864c60e3dfe" providerId="LiveId" clId="{E22F1EDE-8828-4D8C-85D4-D56301EBE89E}" dt="2025-01-29T09:10:55.670" v="191" actId="20577"/>
        <pc:sldMkLst>
          <pc:docMk/>
          <pc:sldMk cId="2095114534" sldId="264"/>
        </pc:sldMkLst>
      </pc:sldChg>
      <pc:sldChg chg="add del">
        <pc:chgData name="Roshni Patoa" userId="fed91864c60e3dfe" providerId="LiveId" clId="{E22F1EDE-8828-4D8C-85D4-D56301EBE89E}" dt="2025-01-29T09:12:04.710" v="215" actId="47"/>
        <pc:sldMkLst>
          <pc:docMk/>
          <pc:sldMk cId="2618035276" sldId="265"/>
        </pc:sldMkLst>
      </pc:sldChg>
      <pc:sldChg chg="add del">
        <pc:chgData name="Roshni Patoa" userId="fed91864c60e3dfe" providerId="LiveId" clId="{E22F1EDE-8828-4D8C-85D4-D56301EBE89E}" dt="2025-01-29T09:09:56.160" v="182" actId="47"/>
        <pc:sldMkLst>
          <pc:docMk/>
          <pc:sldMk cId="1908485448" sldId="267"/>
        </pc:sldMkLst>
      </pc:sldChg>
      <pc:sldChg chg="del">
        <pc:chgData name="Roshni Patoa" userId="fed91864c60e3dfe" providerId="LiveId" clId="{E22F1EDE-8828-4D8C-85D4-D56301EBE89E}" dt="2025-01-29T09:06:19.617" v="114" actId="47"/>
        <pc:sldMkLst>
          <pc:docMk/>
          <pc:sldMk cId="3252973548" sldId="268"/>
        </pc:sldMkLst>
      </pc:sldChg>
      <pc:sldChg chg="del">
        <pc:chgData name="Roshni Patoa" userId="fed91864c60e3dfe" providerId="LiveId" clId="{E22F1EDE-8828-4D8C-85D4-D56301EBE89E}" dt="2025-01-29T09:06:18.920" v="113" actId="47"/>
        <pc:sldMkLst>
          <pc:docMk/>
          <pc:sldMk cId="1697355594" sldId="269"/>
        </pc:sldMkLst>
      </pc:sldChg>
      <pc:sldChg chg="del">
        <pc:chgData name="Roshni Patoa" userId="fed91864c60e3dfe" providerId="LiveId" clId="{E22F1EDE-8828-4D8C-85D4-D56301EBE89E}" dt="2025-01-29T09:06:17.232" v="111" actId="47"/>
        <pc:sldMkLst>
          <pc:docMk/>
          <pc:sldMk cId="3650555201" sldId="273"/>
        </pc:sldMkLst>
      </pc:sldChg>
      <pc:sldChg chg="del">
        <pc:chgData name="Roshni Patoa" userId="fed91864c60e3dfe" providerId="LiveId" clId="{E22F1EDE-8828-4D8C-85D4-D56301EBE89E}" dt="2025-01-29T09:06:18.218" v="112" actId="47"/>
        <pc:sldMkLst>
          <pc:docMk/>
          <pc:sldMk cId="1696112011" sldId="274"/>
        </pc:sldMkLst>
      </pc:sldChg>
      <pc:sldChg chg="modSp add del mod">
        <pc:chgData name="Roshni Patoa" userId="fed91864c60e3dfe" providerId="LiveId" clId="{E22F1EDE-8828-4D8C-85D4-D56301EBE89E}" dt="2025-01-29T09:11:52.361" v="212" actId="1076"/>
        <pc:sldMkLst>
          <pc:docMk/>
          <pc:sldMk cId="2284109313" sldId="275"/>
        </pc:sldMkLst>
      </pc:sldChg>
      <pc:sldChg chg="add del">
        <pc:chgData name="Roshni Patoa" userId="fed91864c60e3dfe" providerId="LiveId" clId="{E22F1EDE-8828-4D8C-85D4-D56301EBE89E}" dt="2025-01-29T09:11:58.686" v="213" actId="47"/>
        <pc:sldMkLst>
          <pc:docMk/>
          <pc:sldMk cId="1723924596" sldId="276"/>
        </pc:sldMkLst>
      </pc:sldChg>
      <pc:sldChg chg="add del">
        <pc:chgData name="Roshni Patoa" userId="fed91864c60e3dfe" providerId="LiveId" clId="{E22F1EDE-8828-4D8C-85D4-D56301EBE89E}" dt="2025-01-29T09:12:00.153" v="214" actId="47"/>
        <pc:sldMkLst>
          <pc:docMk/>
          <pc:sldMk cId="3476537138" sldId="277"/>
        </pc:sldMkLst>
      </pc:sldChg>
      <pc:sldChg chg="modSp add del mod">
        <pc:chgData name="Roshni Patoa" userId="fed91864c60e3dfe" providerId="LiveId" clId="{E22F1EDE-8828-4D8C-85D4-D56301EBE89E}" dt="2025-01-29T09:04:00.279" v="83" actId="2696"/>
        <pc:sldMkLst>
          <pc:docMk/>
          <pc:sldMk cId="1119403295" sldId="278"/>
        </pc:sldMkLst>
      </pc:sldChg>
      <pc:sldChg chg="add">
        <pc:chgData name="Roshni Patoa" userId="fed91864c60e3dfe" providerId="LiveId" clId="{E22F1EDE-8828-4D8C-85D4-D56301EBE89E}" dt="2025-01-29T09:10:04.685" v="183"/>
        <pc:sldMkLst>
          <pc:docMk/>
          <pc:sldMk cId="2532286422" sldId="278"/>
        </pc:sldMkLst>
      </pc:sldChg>
    </pc:docChg>
  </pc:docChgLst>
  <pc:docChgLst>
    <pc:chgData name="Roshni Patoa" userId="fed91864c60e3dfe" providerId="LiveId" clId="{C81E4981-5F32-4E84-9BDD-D63D3222DBE3}"/>
    <pc:docChg chg="custSel delSld modSld">
      <pc:chgData name="Roshni Patoa" userId="fed91864c60e3dfe" providerId="LiveId" clId="{C81E4981-5F32-4E84-9BDD-D63D3222DBE3}" dt="2025-01-31T05:07:35.975" v="288" actId="2696"/>
      <pc:docMkLst>
        <pc:docMk/>
      </pc:docMkLst>
      <pc:sldChg chg="addSp delSp modSp mod">
        <pc:chgData name="Roshni Patoa" userId="fed91864c60e3dfe" providerId="LiveId" clId="{C81E4981-5F32-4E84-9BDD-D63D3222DBE3}" dt="2025-01-31T05:00:41.008" v="54" actId="1076"/>
        <pc:sldMkLst>
          <pc:docMk/>
          <pc:sldMk cId="1901894884" sldId="257"/>
        </pc:sldMkLst>
        <pc:spChg chg="mod">
          <ac:chgData name="Roshni Patoa" userId="fed91864c60e3dfe" providerId="LiveId" clId="{C81E4981-5F32-4E84-9BDD-D63D3222DBE3}" dt="2025-01-31T04:55:50.569" v="9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C81E4981-5F32-4E84-9BDD-D63D3222DBE3}" dt="2025-01-31T04:57:05.958" v="49" actId="1076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C81E4981-5F32-4E84-9BDD-D63D3222DBE3}" dt="2025-01-31T05:01:29.009" v="109" actId="20577"/>
        <pc:sldMkLst>
          <pc:docMk/>
          <pc:sldMk cId="1501955450" sldId="258"/>
        </pc:sldMkLst>
      </pc:sldChg>
      <pc:sldChg chg="addSp delSp modSp mod">
        <pc:chgData name="Roshni Patoa" userId="fed91864c60e3dfe" providerId="LiveId" clId="{C81E4981-5F32-4E84-9BDD-D63D3222DBE3}" dt="2025-01-31T05:02:18.021" v="116" actId="1076"/>
        <pc:sldMkLst>
          <pc:docMk/>
          <pc:sldMk cId="538336606" sldId="259"/>
        </pc:sldMkLst>
      </pc:sldChg>
      <pc:sldChg chg="modSp mod">
        <pc:chgData name="Roshni Patoa" userId="fed91864c60e3dfe" providerId="LiveId" clId="{C81E4981-5F32-4E84-9BDD-D63D3222DBE3}" dt="2025-01-31T05:03:04.674" v="161" actId="1076"/>
        <pc:sldMkLst>
          <pc:docMk/>
          <pc:sldMk cId="131755128" sldId="260"/>
        </pc:sldMkLst>
      </pc:sldChg>
      <pc:sldChg chg="addSp delSp modSp mod">
        <pc:chgData name="Roshni Patoa" userId="fed91864c60e3dfe" providerId="LiveId" clId="{C81E4981-5F32-4E84-9BDD-D63D3222DBE3}" dt="2025-01-31T05:04:51.293" v="178" actId="1076"/>
        <pc:sldMkLst>
          <pc:docMk/>
          <pc:sldMk cId="561393703" sldId="263"/>
        </pc:sldMkLst>
      </pc:sldChg>
      <pc:sldChg chg="modSp mod">
        <pc:chgData name="Roshni Patoa" userId="fed91864c60e3dfe" providerId="LiveId" clId="{C81E4981-5F32-4E84-9BDD-D63D3222DBE3}" dt="2025-01-31T05:07:25.464" v="287" actId="20577"/>
        <pc:sldMkLst>
          <pc:docMk/>
          <pc:sldMk cId="2095114534" sldId="264"/>
        </pc:sldMkLst>
      </pc:sldChg>
      <pc:sldChg chg="del">
        <pc:chgData name="Roshni Patoa" userId="fed91864c60e3dfe" providerId="LiveId" clId="{C81E4981-5F32-4E84-9BDD-D63D3222DBE3}" dt="2025-01-31T05:07:35.975" v="288" actId="2696"/>
        <pc:sldMkLst>
          <pc:docMk/>
          <pc:sldMk cId="2284109313" sldId="275"/>
        </pc:sldMkLst>
      </pc:sldChg>
      <pc:sldChg chg="modSp mod">
        <pc:chgData name="Roshni Patoa" userId="fed91864c60e3dfe" providerId="LiveId" clId="{C81E4981-5F32-4E84-9BDD-D63D3222DBE3}" dt="2025-01-31T05:05:58.594" v="244" actId="20577"/>
        <pc:sldMkLst>
          <pc:docMk/>
          <pc:sldMk cId="2532286422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074" y="2171701"/>
            <a:ext cx="10215563" cy="23876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erlin Sans FB Demi" panose="020E0802020502020306" pitchFamily="34" charset="0"/>
              </a:rPr>
              <a:t>COMBINATIONAL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ENCODER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871538" y="1343025"/>
            <a:ext cx="107584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combinational circuits that change the binary information into N output lines are known as Encoders. The binary information is passed in the form of 2N input lines. The output lines define the N-bit code for the binary information. In simple words, the Encoder performs the reverse operation of the Decoder. At a time, only one input line is activated for simplicity. The produced N-bit output code is equivalent to the binary information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662F7-0A5B-848A-1481-16ECA5F22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46" y="3967012"/>
            <a:ext cx="5418069" cy="25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0CF3-8E2F-EF9D-A4D0-C3D518F4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B62F-1825-48F8-ACD8-1D13E72F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8127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4X2 Encoder</a:t>
            </a:r>
            <a:br>
              <a:rPr lang="en-US" sz="2800" b="0" i="0" dirty="0">
                <a:effectLst/>
                <a:latin typeface="Montserrat" panose="00000500000000000000" pitchFamily="2" charset="0"/>
              </a:rPr>
            </a:br>
            <a:endParaRPr lang="en-US" sz="4800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4050D-84AE-4AAF-101B-5574016D603D}"/>
              </a:ext>
            </a:extLst>
          </p:cNvPr>
          <p:cNvSpPr txBox="1"/>
          <p:nvPr/>
        </p:nvSpPr>
        <p:spPr>
          <a:xfrm>
            <a:off x="1071794" y="1149958"/>
            <a:ext cx="104727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In 4X2 encoder, there are total of four inputs, i.e., Y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2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and Y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3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and two outputs, i.e., A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 and A</a:t>
            </a:r>
            <a:r>
              <a:rPr lang="en-US" sz="28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 In 4-input lines, one input-line is set to true at a time to get the respective binary code in the output side. Below are the block diagram and the truth table of the 4 to 2 line encoder.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EF78C-E027-8230-0342-9114F9A18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624" y="4019418"/>
            <a:ext cx="5024752" cy="208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331B-6F5C-1422-C2BF-9782A617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4ED3-8F15-9CA4-EDDC-6F2140EA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738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4X2 Encoder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6D787-8D52-DFC7-1697-07FC76E0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077" y="1861999"/>
            <a:ext cx="6175846" cy="2667137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2A75EC56-C3A2-7B4F-CB9D-F89BE6C49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775200" cy="0"/>
          </a:xfrm>
          <a:prstGeom prst="rect">
            <a:avLst/>
          </a:prstGeom>
          <a:solidFill>
            <a:srgbClr val="A0AF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7EF19-1678-CAE2-C056-FE09A9225377}"/>
              </a:ext>
            </a:extLst>
          </p:cNvPr>
          <p:cNvSpPr txBox="1"/>
          <p:nvPr/>
        </p:nvSpPr>
        <p:spPr>
          <a:xfrm>
            <a:off x="1271588" y="4901684"/>
            <a:ext cx="95869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logical expression of the term A0 and A1 is as follows: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A1=Y3+Y2</a:t>
            </a:r>
            <a:br>
              <a:rPr lang="es-ES" sz="2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s-E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A0=Y3+Y1</a:t>
            </a:r>
            <a:endParaRPr lang="en-US" alt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35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04CF-CB0D-F3FF-AF34-531DD1CA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9564D1-72B9-E4AF-7DC2-B6B04871847A}"/>
              </a:ext>
            </a:extLst>
          </p:cNvPr>
          <p:cNvSpPr txBox="1"/>
          <p:nvPr/>
        </p:nvSpPr>
        <p:spPr>
          <a:xfrm>
            <a:off x="985838" y="1478570"/>
            <a:ext cx="10472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</a:b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37722D-03F0-B8F9-4938-C2F97B6C582E}"/>
              </a:ext>
            </a:extLst>
          </p:cNvPr>
          <p:cNvSpPr txBox="1">
            <a:spLocks/>
          </p:cNvSpPr>
          <p:nvPr/>
        </p:nvSpPr>
        <p:spPr>
          <a:xfrm>
            <a:off x="0" y="185738"/>
            <a:ext cx="121920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DIAGRAM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4X2 Encoder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438AC2-CB4F-259A-628F-6F7B720F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078" y="2124901"/>
            <a:ext cx="5399843" cy="35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15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C0A0-9729-3ED5-59B2-F4C7FAC0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DD1F-9F26-BC2D-75D7-D72C5025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8x3 ENCODER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4B207-1CFD-5BFA-888A-C6022094B5B1}"/>
              </a:ext>
            </a:extLst>
          </p:cNvPr>
          <p:cNvSpPr txBox="1"/>
          <p:nvPr/>
        </p:nvSpPr>
        <p:spPr>
          <a:xfrm>
            <a:off x="985838" y="1278545"/>
            <a:ext cx="104727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8x3 Encoder is also known as 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Octal to Binary Encoder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 In 8x3 encoder, there is a total of eight inputs, i.e.,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2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3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4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5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6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and 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7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 and three outputs, i.e., A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, A1, and A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2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. In 8-input lines, one input-line is set to true at a time to get the respective binary code in the output side. Below are the block diagram and the truth table of the 8x3 encoder.</a:t>
            </a:r>
            <a:b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</a:b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EAEEE-ACAE-036A-CAF8-B90BD0B30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93" y="3586803"/>
            <a:ext cx="5596238" cy="255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7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D599-C31F-881D-39D6-8C6E4394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FD1F-C343-0A03-3F4A-5B41D576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738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8x3 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3B513-76B5-B74D-AA3C-381DEDBA016D}"/>
              </a:ext>
            </a:extLst>
          </p:cNvPr>
          <p:cNvSpPr txBox="1"/>
          <p:nvPr/>
        </p:nvSpPr>
        <p:spPr>
          <a:xfrm>
            <a:off x="8934452" y="2216556"/>
            <a:ext cx="341471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The logical expression of the term A0, A1, and A2 are as follows:</a:t>
            </a:r>
          </a:p>
          <a:p>
            <a:endParaRPr lang="en-US" sz="2400" b="0" i="0" dirty="0"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2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=Y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4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5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6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7</a:t>
            </a:r>
            <a:b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=Y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2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3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6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7</a:t>
            </a:r>
            <a:b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0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=Y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7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5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3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+Y</a:t>
            </a:r>
            <a:r>
              <a:rPr lang="en-US" sz="2400" b="0" i="0" baseline="-2500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</a:t>
            </a:r>
            <a:endParaRPr lang="en-US" sz="2400" b="0" i="0" dirty="0"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52495-219E-079E-F0C9-586B3BD6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40" y="1957388"/>
            <a:ext cx="7709249" cy="39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6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030B1-B471-7C54-F9BD-27B1C733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78FB23-76F8-7333-CFD8-6E1581C7AE4E}"/>
              </a:ext>
            </a:extLst>
          </p:cNvPr>
          <p:cNvSpPr txBox="1"/>
          <p:nvPr/>
        </p:nvSpPr>
        <p:spPr>
          <a:xfrm>
            <a:off x="985838" y="1478570"/>
            <a:ext cx="10472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i="0" dirty="0">
                <a:solidFill>
                  <a:srgbClr val="333333"/>
                </a:solidFill>
                <a:effectLst/>
                <a:latin typeface="Bahnschrift" panose="020B0502040204020203" pitchFamily="34" charset="0"/>
              </a:rPr>
            </a:b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AC6A7A-480B-7CAE-644B-5221E1FC78D0}"/>
              </a:ext>
            </a:extLst>
          </p:cNvPr>
          <p:cNvSpPr txBox="1">
            <a:spLocks/>
          </p:cNvSpPr>
          <p:nvPr/>
        </p:nvSpPr>
        <p:spPr>
          <a:xfrm>
            <a:off x="0" y="185738"/>
            <a:ext cx="121920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DIAGRAM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8x3 ENCODER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B67A4-58CA-406E-2C34-7043E225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51" y="1801735"/>
            <a:ext cx="5465298" cy="437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39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247</TotalTime>
  <Words>380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Montserrat</vt:lpstr>
      <vt:lpstr>Tw Cen MT</vt:lpstr>
      <vt:lpstr>Circuit</vt:lpstr>
      <vt:lpstr>COMBINATIONAL CIRCUITS</vt:lpstr>
      <vt:lpstr>ENCODER</vt:lpstr>
      <vt:lpstr>4X2 Encoder </vt:lpstr>
      <vt:lpstr>Truth Table for  4X2 Encoder</vt:lpstr>
      <vt:lpstr>PowerPoint Presentation</vt:lpstr>
      <vt:lpstr>8x3 ENCODER</vt:lpstr>
      <vt:lpstr>Truth Table for  8x3 ENCODER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3</cp:revision>
  <dcterms:created xsi:type="dcterms:W3CDTF">2025-01-16T06:31:18Z</dcterms:created>
  <dcterms:modified xsi:type="dcterms:W3CDTF">2025-02-10T05:06:34Z</dcterms:modified>
</cp:coreProperties>
</file>