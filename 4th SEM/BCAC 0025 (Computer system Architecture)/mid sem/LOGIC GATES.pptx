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46C5F-90C5-48F1-9D5E-FFF17DC60175}" v="36" dt="2025-01-17T05:31:37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  <pc:spChg chg="mod">
          <ac:chgData name="Roshni Patoa" userId="fed91864c60e3dfe" providerId="LiveId" clId="{A3B46C5F-90C5-48F1-9D5E-FFF17DC60175}" dt="2025-01-22T04:24:14.442" v="1060" actId="20577"/>
          <ac:spMkLst>
            <pc:docMk/>
            <pc:sldMk cId="1501955450" sldId="258"/>
            <ac:spMk id="4" creationId="{63CAA198-F95E-A4CE-C445-A45EDD71AC1B}"/>
          </ac:spMkLst>
        </pc:spChg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  <pc:spChg chg="add mod">
          <ac:chgData name="Roshni Patoa" userId="fed91864c60e3dfe" providerId="LiveId" clId="{A3B46C5F-90C5-48F1-9D5E-FFF17DC60175}" dt="2025-01-17T03:56:54.334" v="629" actId="1076"/>
          <ac:spMkLst>
            <pc:docMk/>
            <pc:sldMk cId="561393703" sldId="263"/>
            <ac:spMk id="3" creationId="{69931CA3-020A-F8DE-1308-EF3FA7066449}"/>
          </ac:spMkLst>
        </pc:spChg>
        <pc:picChg chg="mod">
          <ac:chgData name="Roshni Patoa" userId="fed91864c60e3dfe" providerId="LiveId" clId="{A3B46C5F-90C5-48F1-9D5E-FFF17DC60175}" dt="2025-01-17T03:56:56.800" v="630" actId="1036"/>
          <ac:picMkLst>
            <pc:docMk/>
            <pc:sldMk cId="561393703" sldId="263"/>
            <ac:picMk id="4" creationId="{F209922F-BDD0-734E-01EE-320E2A5B4A2E}"/>
          </ac:picMkLst>
        </pc:picChg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  <pc:spChg chg="add mod">
          <ac:chgData name="Roshni Patoa" userId="fed91864c60e3dfe" providerId="LiveId" clId="{A3B46C5F-90C5-48F1-9D5E-FFF17DC60175}" dt="2025-01-17T03:58:09.113" v="671" actId="313"/>
          <ac:spMkLst>
            <pc:docMk/>
            <pc:sldMk cId="2095114534" sldId="264"/>
            <ac:spMk id="3" creationId="{4ACA7134-4D81-AEFC-83E7-2F0C40EB066D}"/>
          </ac:spMkLst>
        </pc:spChg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  <pc:spChg chg="add mod">
          <ac:chgData name="Roshni Patoa" userId="fed91864c60e3dfe" providerId="LiveId" clId="{A3B46C5F-90C5-48F1-9D5E-FFF17DC60175}" dt="2025-01-17T03:26:31.444" v="268" actId="20577"/>
          <ac:spMkLst>
            <pc:docMk/>
            <pc:sldMk cId="1908485448" sldId="267"/>
            <ac:spMk id="4" creationId="{9B649DFF-714D-1FCC-E59D-DD2232466F93}"/>
          </ac:spMkLst>
        </pc:spChg>
        <pc:spChg chg="add mod">
          <ac:chgData name="Roshni Patoa" userId="fed91864c60e3dfe" providerId="LiveId" clId="{A3B46C5F-90C5-48F1-9D5E-FFF17DC60175}" dt="2025-01-22T04:27:25.302" v="1064" actId="20577"/>
          <ac:spMkLst>
            <pc:docMk/>
            <pc:sldMk cId="1908485448" sldId="267"/>
            <ac:spMk id="6" creationId="{3A38B247-3889-B4DA-53D0-5C1BAB5EBF52}"/>
          </ac:spMkLst>
        </pc:spChg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  <pc:spChg chg="mod">
          <ac:chgData name="Roshni Patoa" userId="fed91864c60e3dfe" providerId="LiveId" clId="{A3B46C5F-90C5-48F1-9D5E-FFF17DC60175}" dt="2025-01-17T03:41:11.972" v="575" actId="20577"/>
          <ac:spMkLst>
            <pc:docMk/>
            <pc:sldMk cId="3252973548" sldId="268"/>
            <ac:spMk id="4" creationId="{1DD3C463-E921-4596-2FF1-2DD25A1EBC48}"/>
          </ac:spMkLst>
        </pc:spChg>
        <pc:spChg chg="mod">
          <ac:chgData name="Roshni Patoa" userId="fed91864c60e3dfe" providerId="LiveId" clId="{A3B46C5F-90C5-48F1-9D5E-FFF17DC60175}" dt="2025-01-22T04:31:54.711" v="1076" actId="20577"/>
          <ac:spMkLst>
            <pc:docMk/>
            <pc:sldMk cId="3252973548" sldId="268"/>
            <ac:spMk id="6" creationId="{B9B55B93-AC03-7E43-A12E-5D09D8D0014D}"/>
          </ac:spMkLst>
        </pc:spChg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  <pc:spChg chg="add mod">
          <ac:chgData name="Roshni Patoa" userId="fed91864c60e3dfe" providerId="LiveId" clId="{A3B46C5F-90C5-48F1-9D5E-FFF17DC60175}" dt="2025-01-17T04:04:37.114" v="850" actId="1076"/>
          <ac:spMkLst>
            <pc:docMk/>
            <pc:sldMk cId="1697355594" sldId="269"/>
            <ac:spMk id="2" creationId="{3858CFF5-4D5E-7209-69EB-EDF4E5A6B119}"/>
          </ac:spMkLst>
        </pc:spChg>
        <pc:spChg chg="add mod">
          <ac:chgData name="Roshni Patoa" userId="fed91864c60e3dfe" providerId="LiveId" clId="{A3B46C5F-90C5-48F1-9D5E-FFF17DC60175}" dt="2025-01-17T05:30:25.162" v="909" actId="1036"/>
          <ac:spMkLst>
            <pc:docMk/>
            <pc:sldMk cId="1697355594" sldId="269"/>
            <ac:spMk id="3" creationId="{D2F5EE40-645B-6687-C4DE-7FDC9941CE29}"/>
          </ac:spMkLst>
        </pc:spChg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  <pc:spChg chg="add del mod">
          <ac:chgData name="Roshni Patoa" userId="fed91864c60e3dfe" providerId="LiveId" clId="{A3B46C5F-90C5-48F1-9D5E-FFF17DC60175}" dt="2025-01-22T04:33:31.825" v="1078" actId="478"/>
          <ac:spMkLst>
            <pc:docMk/>
            <pc:sldMk cId="763352656" sldId="270"/>
            <ac:spMk id="2" creationId="{A949715C-9BD3-4CAE-5B98-B3C8CB91EF76}"/>
          </ac:spMkLst>
        </pc:spChg>
        <pc:picChg chg="add del mod modCrop">
          <ac:chgData name="Roshni Patoa" userId="fed91864c60e3dfe" providerId="LiveId" clId="{A3B46C5F-90C5-48F1-9D5E-FFF17DC60175}" dt="2025-01-22T04:33:28.626" v="1077" actId="478"/>
          <ac:picMkLst>
            <pc:docMk/>
            <pc:sldMk cId="763352656" sldId="270"/>
            <ac:picMk id="3" creationId="{2C1A8335-4E96-F4C4-9C0B-6D48F1AC1B7F}"/>
          </ac:picMkLst>
        </pc:picChg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  <pc:spChg chg="add del mod">
          <ac:chgData name="Roshni Patoa" userId="fed91864c60e3dfe" providerId="LiveId" clId="{A3B46C5F-90C5-48F1-9D5E-FFF17DC60175}" dt="2025-01-22T04:33:39.672" v="1080" actId="478"/>
          <ac:spMkLst>
            <pc:docMk/>
            <pc:sldMk cId="1503805680" sldId="271"/>
            <ac:spMk id="2" creationId="{B761D001-2A73-F2F0-FC13-44D630568DBE}"/>
          </ac:spMkLst>
        </pc:spChg>
        <pc:picChg chg="add del mod modCrop">
          <ac:chgData name="Roshni Patoa" userId="fed91864c60e3dfe" providerId="LiveId" clId="{A3B46C5F-90C5-48F1-9D5E-FFF17DC60175}" dt="2025-01-22T04:33:36.956" v="1079" actId="478"/>
          <ac:picMkLst>
            <pc:docMk/>
            <pc:sldMk cId="1503805680" sldId="271"/>
            <ac:picMk id="3" creationId="{94B03B1E-09D6-D078-A3E4-DCEABB59A429}"/>
          </ac:picMkLst>
        </pc:picChg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  <pc:spChg chg="add del mod">
          <ac:chgData name="Roshni Patoa" userId="fed91864c60e3dfe" providerId="LiveId" clId="{A3B46C5F-90C5-48F1-9D5E-FFF17DC60175}" dt="2025-01-22T04:33:46.748" v="1082" actId="478"/>
          <ac:spMkLst>
            <pc:docMk/>
            <pc:sldMk cId="3195452999" sldId="272"/>
            <ac:spMk id="2" creationId="{222A33FA-6770-AA7E-344E-B8364F90ABC3}"/>
          </ac:spMkLst>
        </pc:spChg>
        <pc:picChg chg="add del mod">
          <ac:chgData name="Roshni Patoa" userId="fed91864c60e3dfe" providerId="LiveId" clId="{A3B46C5F-90C5-48F1-9D5E-FFF17DC60175}" dt="2025-01-22T04:33:43.931" v="1081" actId="478"/>
          <ac:picMkLst>
            <pc:docMk/>
            <pc:sldMk cId="3195452999" sldId="272"/>
            <ac:picMk id="5" creationId="{F2CAC50F-0B96-3854-B776-6922E63AE2BC}"/>
          </ac:picMkLst>
        </pc:picChg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  <pc:spChg chg="add mod">
          <ac:chgData name="Roshni Patoa" userId="fed91864c60e3dfe" providerId="LiveId" clId="{A3B46C5F-90C5-48F1-9D5E-FFF17DC60175}" dt="2025-01-17T05:31:03.347" v="925"/>
          <ac:spMkLst>
            <pc:docMk/>
            <pc:sldMk cId="3650555201" sldId="273"/>
            <ac:spMk id="6" creationId="{E8038F74-703E-AD6B-B325-BAFE09AC8115}"/>
          </ac:spMkLst>
        </pc:spChg>
        <pc:picChg chg="add mod">
          <ac:chgData name="Roshni Patoa" userId="fed91864c60e3dfe" providerId="LiveId" clId="{A3B46C5F-90C5-48F1-9D5E-FFF17DC60175}" dt="2025-01-17T05:30:07.651" v="893" actId="1076"/>
          <ac:picMkLst>
            <pc:docMk/>
            <pc:sldMk cId="3650555201" sldId="273"/>
            <ac:picMk id="3" creationId="{BA338738-A6F3-D748-02E4-1805F5079DDA}"/>
          </ac:picMkLst>
        </pc:picChg>
        <pc:picChg chg="add mod">
          <ac:chgData name="Roshni Patoa" userId="fed91864c60e3dfe" providerId="LiveId" clId="{A3B46C5F-90C5-48F1-9D5E-FFF17DC60175}" dt="2025-01-17T05:29:58.047" v="890" actId="1076"/>
          <ac:picMkLst>
            <pc:docMk/>
            <pc:sldMk cId="3650555201" sldId="273"/>
            <ac:picMk id="5" creationId="{F4F2AF1C-92EB-16F3-19BF-E15C46CFD8D1}"/>
          </ac:picMkLst>
        </pc:picChg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  <pc:spChg chg="add mod">
          <ac:chgData name="Roshni Patoa" userId="fed91864c60e3dfe" providerId="LiveId" clId="{A3B46C5F-90C5-48F1-9D5E-FFF17DC60175}" dt="2025-01-17T05:31:12.640" v="927"/>
          <ac:spMkLst>
            <pc:docMk/>
            <pc:sldMk cId="1696112011" sldId="274"/>
            <ac:spMk id="2" creationId="{06EEC209-634F-1E03-7804-8CE6F943588A}"/>
          </ac:spMkLst>
        </pc:spChg>
        <pc:spChg chg="add mod">
          <ac:chgData name="Roshni Patoa" userId="fed91864c60e3dfe" providerId="LiveId" clId="{A3B46C5F-90C5-48F1-9D5E-FFF17DC60175}" dt="2025-01-17T05:32:04.172" v="1031" actId="20577"/>
          <ac:spMkLst>
            <pc:docMk/>
            <pc:sldMk cId="1696112011" sldId="274"/>
            <ac:spMk id="3" creationId="{06DA455E-8A04-EB08-2AF5-4CD197001D24}"/>
          </ac:spMkLst>
        </pc:spChg>
        <pc:picChg chg="add mod">
          <ac:chgData name="Roshni Patoa" userId="fed91864c60e3dfe" providerId="LiveId" clId="{A3B46C5F-90C5-48F1-9D5E-FFF17DC60175}" dt="2025-01-17T05:32:30.043" v="1034" actId="1076"/>
          <ac:picMkLst>
            <pc:docMk/>
            <pc:sldMk cId="1696112011" sldId="274"/>
            <ac:picMk id="5" creationId="{FE650AFC-C7B2-3DB1-2C6B-12678D6FE091}"/>
          </ac:picMkLst>
        </pc:picChg>
        <pc:picChg chg="add mod">
          <ac:chgData name="Roshni Patoa" userId="fed91864c60e3dfe" providerId="LiveId" clId="{A3B46C5F-90C5-48F1-9D5E-FFF17DC60175}" dt="2025-01-17T05:32:51.987" v="1037" actId="1076"/>
          <ac:picMkLst>
            <pc:docMk/>
            <pc:sldMk cId="1696112011" sldId="274"/>
            <ac:picMk id="7" creationId="{F0406ED4-8375-A80F-C65B-9A8AFF1D25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171701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en-US" sz="12500" dirty="0">
                <a:solidFill>
                  <a:schemeClr val="bg1"/>
                </a:solidFill>
                <a:latin typeface="Berlin Sans FB Demi" panose="020E0802020502020306" pitchFamily="34" charset="0"/>
              </a:rPr>
              <a:t>LOGIC GATES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WHAT ARE LOGIC GATES?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785938"/>
            <a:ext cx="100171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building blocks used to create digital circuits are logic gates.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a physical device which performs logic operation on one or more logical inputs, and produces a single logical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gate has its own logic symbol which allows complex functions to be represented by a logic diagram.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function of each gate can be represented by a truth table or using Boolean notation.</a:t>
            </a:r>
          </a:p>
        </p:txBody>
      </p:sp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TYPES OF LOGIC GATES: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AA198-F95E-A4CE-C445-A45EDD71AC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1414" y="1161398"/>
            <a:ext cx="9905998" cy="5182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BASIC GATES:</a:t>
            </a:r>
          </a:p>
          <a:p>
            <a:pPr marL="1657350" lvl="3" indent="-285750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AND, OR, NOT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UNIVERSAL GATES:</a:t>
            </a:r>
          </a:p>
          <a:p>
            <a:pPr marL="1657350" lvl="3" indent="-285750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NAND, NOR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ARITHMETIC GATES:</a:t>
            </a:r>
          </a:p>
          <a:p>
            <a:pPr marL="1657350" lvl="3" indent="-285750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XOR, XNOR 	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Universal gates have the capability to design every other gates.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Arithmetic gates are used to perform arithmetic operations like addition, subtraction, multiplication, etc. and are generally used in adder, subtractor, multiplexers, etc.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96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NOT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4826B-FBDF-AB83-254F-3C5CD946A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316" y="1271359"/>
            <a:ext cx="8571367" cy="527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6000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AND GATE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DF1F1-DFCF-B6DB-E5D5-CB53BDFE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359" y="1470026"/>
            <a:ext cx="8948105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DF2805-0096-BE9C-8160-F4381273D535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OR GATE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B1473-30B4-F5E0-B7E8-71AEE399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158" y="1478570"/>
            <a:ext cx="9561803" cy="45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6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FCCE-F89C-4ED9-1062-F6CFB839DD2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NAND &amp; NOR 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14669-8581-ADC7-CCF1-0E828F9A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780" y="1218969"/>
            <a:ext cx="8382364" cy="52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72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CBB4-A3B1-BEBD-D602-724B4F99E4EA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XOR 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9922F-BDD0-734E-01EE-320E2A5B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40" y="1380930"/>
            <a:ext cx="9801919" cy="51913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931CA3-020A-F8DE-1308-EF3FA7066449}"/>
              </a:ext>
            </a:extLst>
          </p:cNvPr>
          <p:cNvSpPr txBox="1"/>
          <p:nvPr/>
        </p:nvSpPr>
        <p:spPr>
          <a:xfrm>
            <a:off x="2071688" y="5091248"/>
            <a:ext cx="2214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X = A’.B + A.B’</a:t>
            </a:r>
          </a:p>
        </p:txBody>
      </p:sp>
    </p:spTree>
    <p:extLst>
      <p:ext uri="{BB962C8B-B14F-4D97-AF65-F5344CB8AC3E}">
        <p14:creationId xmlns:p14="http://schemas.microsoft.com/office/powerpoint/2010/main" val="56139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8C8C-6517-4BD7-CCF4-D29E70D41BF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XNOR 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EEF1E-880B-427F-E129-168F2C91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168" y="1171351"/>
            <a:ext cx="9257664" cy="53723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CA7134-4D81-AEFC-83E7-2F0C40EB066D}"/>
              </a:ext>
            </a:extLst>
          </p:cNvPr>
          <p:cNvSpPr txBox="1"/>
          <p:nvPr/>
        </p:nvSpPr>
        <p:spPr>
          <a:xfrm>
            <a:off x="7586663" y="3743325"/>
            <a:ext cx="2371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OUTPUT = A </a:t>
            </a:r>
            <a:r>
              <a:rPr lang="en-US" sz="18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 B</a:t>
            </a:r>
          </a:p>
          <a:p>
            <a:r>
              <a:rPr lang="en-US" dirty="0">
                <a:solidFill>
                  <a:schemeClr val="dk1"/>
                </a:solidFill>
                <a:latin typeface="Berlin Sans FB" panose="020E0602020502020306" pitchFamily="34" charset="0"/>
              </a:rPr>
              <a:t>OUTPUT = A.B + A’.B’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511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BD26-0CE4-3F3C-9E11-A5C891EE11F7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BUFFER GATE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A9359-D3AD-457B-4782-432B2EC0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65" y="1276126"/>
            <a:ext cx="9009869" cy="526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3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649DFF-714D-1FCC-E59D-DD2232466F9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PROPERTIES OF XOR GATE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8B247-3889-B4DA-53D0-5C1BAB5EBF52}"/>
              </a:ext>
            </a:extLst>
          </p:cNvPr>
          <p:cNvSpPr txBox="1"/>
          <p:nvPr/>
        </p:nvSpPr>
        <p:spPr>
          <a:xfrm>
            <a:off x="1700213" y="1107095"/>
            <a:ext cx="9129712" cy="334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A = 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A’ = 1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1 = A’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0 = 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6. 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A ⊕ A ⊕ …….. 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n times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= 0, if n=even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								    = A, if n=odd</a:t>
            </a:r>
          </a:p>
        </p:txBody>
      </p:sp>
    </p:spTree>
    <p:extLst>
      <p:ext uri="{BB962C8B-B14F-4D97-AF65-F5344CB8AC3E}">
        <p14:creationId xmlns:p14="http://schemas.microsoft.com/office/powerpoint/2010/main" val="190848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9A31-CBE5-F009-629B-E2EEA072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D3C463-E921-4596-2FF1-2DD25A1EBC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PROPERTIES OF XNOR GATE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55B93-AC03-7E43-A12E-5D09D8D0014D}"/>
              </a:ext>
            </a:extLst>
          </p:cNvPr>
          <p:cNvSpPr txBox="1"/>
          <p:nvPr/>
        </p:nvSpPr>
        <p:spPr>
          <a:xfrm>
            <a:off x="1700213" y="1107095"/>
            <a:ext cx="9129712" cy="334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A = 1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A’ = 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1 = 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0 = A’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5. 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…….. 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n times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= 1, if n=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even</a:t>
            </a:r>
            <a:endParaRPr lang="en-US" sz="2400" i="0" kern="1200" dirty="0">
              <a:solidFill>
                <a:schemeClr val="dk1"/>
              </a:solidFill>
              <a:latin typeface="Bahnschrif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								    = A, if n=odd</a:t>
            </a:r>
          </a:p>
        </p:txBody>
      </p:sp>
    </p:spTree>
    <p:extLst>
      <p:ext uri="{BB962C8B-B14F-4D97-AF65-F5344CB8AC3E}">
        <p14:creationId xmlns:p14="http://schemas.microsoft.com/office/powerpoint/2010/main" val="325297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8CFF5-4D5E-7209-69EB-EDF4E5A6B119}"/>
              </a:ext>
            </a:extLst>
          </p:cNvPr>
          <p:cNvSpPr txBox="1"/>
          <p:nvPr/>
        </p:nvSpPr>
        <p:spPr>
          <a:xfrm>
            <a:off x="1928812" y="2428875"/>
            <a:ext cx="87582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XOR AND XNOR gates are the complements of each other for even number of inputs.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	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B ⊕ C</a:t>
            </a:r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D = (A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B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C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D)’</a:t>
            </a:r>
          </a:p>
          <a:p>
            <a:pPr lvl="1"/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XOR AND XNOR gates are same for odd number of inputs.</a:t>
            </a:r>
          </a:p>
          <a:p>
            <a:pPr lvl="2"/>
            <a:r>
              <a:rPr lang="en-US" sz="2400" dirty="0">
                <a:solidFill>
                  <a:schemeClr val="dk1"/>
                </a:solidFill>
                <a:latin typeface="Bahnschrift" panose="020B0502040204020203" pitchFamily="34" charset="0"/>
              </a:rPr>
              <a:t>A 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⊕ B ⊕ C = A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B </a:t>
            </a:r>
            <a:r>
              <a:rPr lang="en-US" sz="2400" b="0" i="0" kern="1200" dirty="0">
                <a:solidFill>
                  <a:schemeClr val="dk1"/>
                </a:solidFill>
                <a:effectLst/>
                <a:latin typeface="Berlin Sans FB" panose="020E0602020502020306" pitchFamily="34" charset="0"/>
                <a:ea typeface="+mn-ea"/>
                <a:cs typeface="+mn-cs"/>
              </a:rPr>
              <a:t>⊙</a:t>
            </a:r>
            <a:r>
              <a:rPr lang="en-US" sz="2400" i="0" kern="1200" dirty="0">
                <a:solidFill>
                  <a:schemeClr val="dk1"/>
                </a:solidFill>
                <a:latin typeface="Bahnschrift" panose="020B0502040204020203" pitchFamily="34" charset="0"/>
              </a:rPr>
              <a:t> C </a:t>
            </a:r>
          </a:p>
          <a:p>
            <a:pPr lvl="2"/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F5EE40-645B-6687-C4DE-7FDC9941CE29}"/>
              </a:ext>
            </a:extLst>
          </p:cNvPr>
          <p:cNvSpPr txBox="1">
            <a:spLocks/>
          </p:cNvSpPr>
          <p:nvPr/>
        </p:nvSpPr>
        <p:spPr>
          <a:xfrm>
            <a:off x="228601" y="228608"/>
            <a:ext cx="116728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ADDITIONAL PROPERTIES OF XOR &amp; XNOR GATE</a:t>
            </a:r>
          </a:p>
        </p:txBody>
      </p:sp>
    </p:spTree>
    <p:extLst>
      <p:ext uri="{BB962C8B-B14F-4D97-AF65-F5344CB8AC3E}">
        <p14:creationId xmlns:p14="http://schemas.microsoft.com/office/powerpoint/2010/main" val="169735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C209-634F-1E03-7804-8CE6F943588A}"/>
              </a:ext>
            </a:extLst>
          </p:cNvPr>
          <p:cNvSpPr txBox="1">
            <a:spLocks/>
          </p:cNvSpPr>
          <p:nvPr/>
        </p:nvSpPr>
        <p:spPr>
          <a:xfrm>
            <a:off x="142876" y="0"/>
            <a:ext cx="116728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EXERCISES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A455E-8A04-EB08-2AF5-4CD197001D24}"/>
              </a:ext>
            </a:extLst>
          </p:cNvPr>
          <p:cNvSpPr txBox="1"/>
          <p:nvPr/>
        </p:nvSpPr>
        <p:spPr>
          <a:xfrm>
            <a:off x="1141413" y="1785938"/>
            <a:ext cx="1001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functions for the logic gates: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50AFC-C7B2-3DB1-2C6B-12678D6F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616526"/>
            <a:ext cx="5324707" cy="2043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06ED4-8375-A80F-C65B-9A8AFF1D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525" y="2616526"/>
            <a:ext cx="4477013" cy="204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1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38738-A6F3-D748-02E4-1805F507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994" y="1619167"/>
            <a:ext cx="6958012" cy="14383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F2AF1C-92EB-16F3-19BF-E15C46CF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456" y="3224072"/>
            <a:ext cx="6305085" cy="340534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038F74-703E-AD6B-B325-BAFE09AC8115}"/>
              </a:ext>
            </a:extLst>
          </p:cNvPr>
          <p:cNvSpPr txBox="1">
            <a:spLocks/>
          </p:cNvSpPr>
          <p:nvPr/>
        </p:nvSpPr>
        <p:spPr>
          <a:xfrm>
            <a:off x="142876" y="0"/>
            <a:ext cx="116728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3650555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152</TotalTime>
  <Words>404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Bahnschrift</vt:lpstr>
      <vt:lpstr>Bauhaus 93</vt:lpstr>
      <vt:lpstr>Berlin Sans FB</vt:lpstr>
      <vt:lpstr>Berlin Sans FB Demi</vt:lpstr>
      <vt:lpstr>Bodoni MT Black</vt:lpstr>
      <vt:lpstr>Bradley Hand ITC</vt:lpstr>
      <vt:lpstr>Tw Cen MT</vt:lpstr>
      <vt:lpstr>Wingdings</vt:lpstr>
      <vt:lpstr>Circuit</vt:lpstr>
      <vt:lpstr>LOGIC GATES</vt:lpstr>
      <vt:lpstr>WHAT ARE LOGIC GATES?</vt:lpstr>
      <vt:lpstr>TYPES OF LOGIC GATES:</vt:lpstr>
      <vt:lpstr>NOT GATE</vt:lpstr>
      <vt:lpstr>AND GATE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2025-01-22T04:33:56Z</dcterms:modified>
</cp:coreProperties>
</file>