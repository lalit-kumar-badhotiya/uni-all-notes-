
<file path=[Content_Types].xml><?xml version="1.0" encoding="utf-8"?>
<Types xmlns="http://schemas.openxmlformats.org/package/2006/content-types">
  <Default Extension="png" ContentType="image/png"/>
  <Default Extension="wmf" ContentType="image/x-wmf"/>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5.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72" r:id="rId3"/>
    <p:sldMasterId id="2147483684" r:id="rId4"/>
    <p:sldMasterId id="2147483696" r:id="rId5"/>
  </p:sldMasterIdLst>
  <p:sldIdLst>
    <p:sldId id="256" r:id="rId6"/>
    <p:sldId id="257" r:id="rId7"/>
    <p:sldId id="258" r:id="rId8"/>
    <p:sldId id="259" r:id="rId9"/>
    <p:sldId id="260" r:id="rId10"/>
    <p:sldId id="261" r:id="rId11"/>
    <p:sldId id="262" r:id="rId12"/>
    <p:sldId id="263" r:id="rId13"/>
    <p:sldId id="265" r:id="rId14"/>
    <p:sldId id="266" r:id="rId15"/>
    <p:sldId id="267" r:id="rId16"/>
    <p:sldId id="268" r:id="rId17"/>
    <p:sldId id="269" r:id="rId18"/>
    <p:sldId id="275" r:id="rId19"/>
    <p:sldId id="276" r:id="rId20"/>
    <p:sldId id="277" r:id="rId21"/>
    <p:sldId id="278" r:id="rId22"/>
    <p:sldId id="279" r:id="rId23"/>
    <p:sldId id="288" r:id="rId24"/>
    <p:sldId id="289" r:id="rId25"/>
    <p:sldId id="290" r:id="rId26"/>
    <p:sldId id="291" r:id="rId27"/>
    <p:sldId id="292" r:id="rId28"/>
    <p:sldId id="293" r:id="rId29"/>
    <p:sldId id="294" r:id="rId30"/>
    <p:sldId id="295" r:id="rId31"/>
    <p:sldId id="296" r:id="rId32"/>
    <p:sldId id="297" r:id="rId33"/>
    <p:sldId id="298" r:id="rId34"/>
    <p:sldId id="299" r:id="rId35"/>
    <p:sldId id="300" r:id="rId36"/>
    <p:sldId id="301" r:id="rId37"/>
    <p:sldId id="302" r:id="rId38"/>
    <p:sldId id="303" r:id="rId39"/>
    <p:sldId id="304" r:id="rId40"/>
    <p:sldId id="305" r:id="rId41"/>
    <p:sldId id="307" r:id="rId42"/>
    <p:sldId id="308" r:id="rId43"/>
    <p:sldId id="316" r:id="rId44"/>
    <p:sldId id="317" r:id="rId45"/>
    <p:sldId id="318" r:id="rId46"/>
    <p:sldId id="319" r:id="rId47"/>
    <p:sldId id="320" r:id="rId48"/>
    <p:sldId id="321" r:id="rId49"/>
    <p:sldId id="322" r:id="rId50"/>
    <p:sldId id="323" r:id="rId51"/>
    <p:sldId id="324" r:id="rId52"/>
    <p:sldId id="325" r:id="rId53"/>
    <p:sldId id="326" r:id="rId54"/>
    <p:sldId id="327" r:id="rId55"/>
    <p:sldId id="328" r:id="rId56"/>
    <p:sldId id="329" r:id="rId57"/>
    <p:sldId id="330" r:id="rId58"/>
    <p:sldId id="331" r:id="rId59"/>
    <p:sldId id="332" r:id="rId60"/>
    <p:sldId id="333" r:id="rId61"/>
    <p:sldId id="334" r:id="rId62"/>
    <p:sldId id="335" r:id="rId63"/>
    <p:sldId id="341" r:id="rId64"/>
    <p:sldId id="342" r:id="rId65"/>
    <p:sldId id="343" r:id="rId66"/>
    <p:sldId id="344" r:id="rId67"/>
    <p:sldId id="346" r:id="rId68"/>
    <p:sldId id="347" r:id="rId69"/>
    <p:sldId id="348" r:id="rId70"/>
    <p:sldId id="349" r:id="rId71"/>
    <p:sldId id="350" r:id="rId72"/>
    <p:sldId id="351" r:id="rId73"/>
    <p:sldId id="352" r:id="rId74"/>
    <p:sldId id="353" r:id="rId75"/>
    <p:sldId id="354" r:id="rId76"/>
    <p:sldId id="355" r:id="rId77"/>
    <p:sldId id="356" r:id="rId78"/>
    <p:sldId id="357" r:id="rId79"/>
    <p:sldId id="358" r:id="rId80"/>
    <p:sldId id="359" r:id="rId81"/>
    <p:sldId id="360" r:id="rId8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3" d="100"/>
          <a:sy n="73" d="100"/>
        </p:scale>
        <p:origin x="61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84" Type="http://schemas.openxmlformats.org/officeDocument/2006/relationships/viewProps" Target="viewProps.xml"/><Relationship Id="rId16" Type="http://schemas.openxmlformats.org/officeDocument/2006/relationships/slide" Target="slides/slide11.xml"/><Relationship Id="rId11" Type="http://schemas.openxmlformats.org/officeDocument/2006/relationships/slide" Target="slides/slide6.xml"/><Relationship Id="rId32" Type="http://schemas.openxmlformats.org/officeDocument/2006/relationships/slide" Target="slides/slide27.xml"/><Relationship Id="rId37" Type="http://schemas.openxmlformats.org/officeDocument/2006/relationships/slide" Target="slides/slide32.xml"/><Relationship Id="rId53" Type="http://schemas.openxmlformats.org/officeDocument/2006/relationships/slide" Target="slides/slide48.xml"/><Relationship Id="rId58" Type="http://schemas.openxmlformats.org/officeDocument/2006/relationships/slide" Target="slides/slide53.xml"/><Relationship Id="rId74" Type="http://schemas.openxmlformats.org/officeDocument/2006/relationships/slide" Target="slides/slide69.xml"/><Relationship Id="rId79" Type="http://schemas.openxmlformats.org/officeDocument/2006/relationships/slide" Target="slides/slide74.xml"/><Relationship Id="rId5" Type="http://schemas.openxmlformats.org/officeDocument/2006/relationships/slideMaster" Target="slideMasters/slideMaster5.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slide" Target="slides/slide64.xml"/><Relationship Id="rId77" Type="http://schemas.openxmlformats.org/officeDocument/2006/relationships/slide" Target="slides/slide72.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80" Type="http://schemas.openxmlformats.org/officeDocument/2006/relationships/slide" Target="slides/slide75.xml"/><Relationship Id="rId85" Type="http://schemas.openxmlformats.org/officeDocument/2006/relationships/theme" Target="theme/theme1.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slide" Target="slides/slide65.xml"/><Relationship Id="rId75" Type="http://schemas.openxmlformats.org/officeDocument/2006/relationships/slide" Target="slides/slide70.xml"/><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slide" Target="slides/slide68.xml"/><Relationship Id="rId78" Type="http://schemas.openxmlformats.org/officeDocument/2006/relationships/slide" Target="slides/slide73.xml"/><Relationship Id="rId81" Type="http://schemas.openxmlformats.org/officeDocument/2006/relationships/slide" Target="slides/slide76.xml"/><Relationship Id="rId86"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slide" Target="slides/slide71.xml"/><Relationship Id="rId7" Type="http://schemas.openxmlformats.org/officeDocument/2006/relationships/slide" Target="slides/slide2.xml"/><Relationship Id="rId71" Type="http://schemas.openxmlformats.org/officeDocument/2006/relationships/slide" Target="slides/slide66.xml"/><Relationship Id="rId2" Type="http://schemas.openxmlformats.org/officeDocument/2006/relationships/slideMaster" Target="slideMasters/slideMaster2.xml"/><Relationship Id="rId29" Type="http://schemas.openxmlformats.org/officeDocument/2006/relationships/slide" Target="slides/slide24.xml"/><Relationship Id="rId24" Type="http://schemas.openxmlformats.org/officeDocument/2006/relationships/slide" Target="slides/slide19.xml"/><Relationship Id="rId40" Type="http://schemas.openxmlformats.org/officeDocument/2006/relationships/slide" Target="slides/slide35.xml"/><Relationship Id="rId45" Type="http://schemas.openxmlformats.org/officeDocument/2006/relationships/slide" Target="slides/slide40.xml"/><Relationship Id="rId66" Type="http://schemas.openxmlformats.org/officeDocument/2006/relationships/slide" Target="slides/slide61.xml"/><Relationship Id="rId61" Type="http://schemas.openxmlformats.org/officeDocument/2006/relationships/slide" Target="slides/slide56.xml"/><Relationship Id="rId82" Type="http://schemas.openxmlformats.org/officeDocument/2006/relationships/slide" Target="slides/slide7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4B8A89E2-27D3-46F0-AEFE-C7FA2149914B}" type="datetimeFigureOut">
              <a:rPr lang="en-US" smtClean="0"/>
              <a:t>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D8C9E8-36BE-4149-9950-60DD635CDDF1}" type="slidenum">
              <a:rPr lang="en-US" smtClean="0"/>
              <a:t>‹#›</a:t>
            </a:fld>
            <a:endParaRPr lang="en-US"/>
          </a:p>
        </p:txBody>
      </p:sp>
    </p:spTree>
    <p:extLst>
      <p:ext uri="{BB962C8B-B14F-4D97-AF65-F5344CB8AC3E}">
        <p14:creationId xmlns:p14="http://schemas.microsoft.com/office/powerpoint/2010/main" val="2260628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B8A89E2-27D3-46F0-AEFE-C7FA2149914B}" type="datetimeFigureOut">
              <a:rPr lang="en-US" smtClean="0"/>
              <a:t>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D8C9E8-36BE-4149-9950-60DD635CDDF1}" type="slidenum">
              <a:rPr lang="en-US" smtClean="0"/>
              <a:t>‹#›</a:t>
            </a:fld>
            <a:endParaRPr lang="en-US"/>
          </a:p>
        </p:txBody>
      </p:sp>
    </p:spTree>
    <p:extLst>
      <p:ext uri="{BB962C8B-B14F-4D97-AF65-F5344CB8AC3E}">
        <p14:creationId xmlns:p14="http://schemas.microsoft.com/office/powerpoint/2010/main" val="118516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B8A89E2-27D3-46F0-AEFE-C7FA2149914B}" type="datetimeFigureOut">
              <a:rPr lang="en-US" smtClean="0"/>
              <a:t>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D8C9E8-36BE-4149-9950-60DD635CDDF1}" type="slidenum">
              <a:rPr lang="en-US" smtClean="0"/>
              <a:t>‹#›</a:t>
            </a:fld>
            <a:endParaRPr lang="en-US"/>
          </a:p>
        </p:txBody>
      </p:sp>
    </p:spTree>
    <p:extLst>
      <p:ext uri="{BB962C8B-B14F-4D97-AF65-F5344CB8AC3E}">
        <p14:creationId xmlns:p14="http://schemas.microsoft.com/office/powerpoint/2010/main" val="20994969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4B8A89E2-27D3-46F0-AEFE-C7FA2149914B}" type="datetimeFigureOut">
              <a:rPr lang="en-US" smtClean="0"/>
              <a:t>2/13/2025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0D8C9E8-36BE-4149-9950-60DD635CDDF1}" type="slidenum">
              <a:rPr lang="en-US" smtClean="0"/>
              <a:t>‹#›</a:t>
            </a:fld>
            <a:endParaRPr lang="en-US"/>
          </a:p>
        </p:txBody>
      </p:sp>
    </p:spTree>
    <p:extLst>
      <p:ext uri="{BB962C8B-B14F-4D97-AF65-F5344CB8AC3E}">
        <p14:creationId xmlns:p14="http://schemas.microsoft.com/office/powerpoint/2010/main" val="26020901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4B8A89E2-27D3-46F0-AEFE-C7FA2149914B}" type="datetimeFigureOut">
              <a:rPr lang="en-US" smtClean="0"/>
              <a:t>2/13/2025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0D8C9E8-36BE-4149-9950-60DD635CDDF1}" type="slidenum">
              <a:rPr lang="en-US" smtClean="0"/>
              <a:t>‹#›</a:t>
            </a:fld>
            <a:endParaRPr lang="en-US"/>
          </a:p>
        </p:txBody>
      </p:sp>
    </p:spTree>
    <p:extLst>
      <p:ext uri="{BB962C8B-B14F-4D97-AF65-F5344CB8AC3E}">
        <p14:creationId xmlns:p14="http://schemas.microsoft.com/office/powerpoint/2010/main" val="23055360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4B8A89E2-27D3-46F0-AEFE-C7FA2149914B}" type="datetimeFigureOut">
              <a:rPr lang="en-US" smtClean="0"/>
              <a:t>2/13/2025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0D8C9E8-36BE-4149-9950-60DD635CDDF1}" type="slidenum">
              <a:rPr lang="en-US" smtClean="0"/>
              <a:t>‹#›</a:t>
            </a:fld>
            <a:endParaRPr lang="en-US"/>
          </a:p>
        </p:txBody>
      </p:sp>
    </p:spTree>
    <p:extLst>
      <p:ext uri="{BB962C8B-B14F-4D97-AF65-F5344CB8AC3E}">
        <p14:creationId xmlns:p14="http://schemas.microsoft.com/office/powerpoint/2010/main" val="26955440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B8A89E2-27D3-46F0-AEFE-C7FA2149914B}" type="datetimeFigureOut">
              <a:rPr lang="en-US" smtClean="0"/>
              <a:t>2/13/2025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0D8C9E8-36BE-4149-9950-60DD635CDDF1}" type="slidenum">
              <a:rPr lang="en-US" smtClean="0"/>
              <a:t>‹#›</a:t>
            </a:fld>
            <a:endParaRPr lang="en-US"/>
          </a:p>
        </p:txBody>
      </p:sp>
    </p:spTree>
    <p:extLst>
      <p:ext uri="{BB962C8B-B14F-4D97-AF65-F5344CB8AC3E}">
        <p14:creationId xmlns:p14="http://schemas.microsoft.com/office/powerpoint/2010/main" val="7346737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B8A89E2-27D3-46F0-AEFE-C7FA2149914B}" type="datetimeFigureOut">
              <a:rPr lang="en-US" smtClean="0"/>
              <a:t>2/13/2025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0D8C9E8-36BE-4149-9950-60DD635CDDF1}" type="slidenum">
              <a:rPr lang="en-US" smtClean="0"/>
              <a:t>‹#›</a:t>
            </a:fld>
            <a:endParaRPr lang="en-US"/>
          </a:p>
        </p:txBody>
      </p:sp>
    </p:spTree>
    <p:extLst>
      <p:ext uri="{BB962C8B-B14F-4D97-AF65-F5344CB8AC3E}">
        <p14:creationId xmlns:p14="http://schemas.microsoft.com/office/powerpoint/2010/main" val="25875084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B8A89E2-27D3-46F0-AEFE-C7FA2149914B}" type="datetimeFigureOut">
              <a:rPr lang="en-US" smtClean="0"/>
              <a:t>2/13/2025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0D8C9E8-36BE-4149-9950-60DD635CDDF1}" type="slidenum">
              <a:rPr lang="en-US" smtClean="0"/>
              <a:t>‹#›</a:t>
            </a:fld>
            <a:endParaRPr lang="en-US"/>
          </a:p>
        </p:txBody>
      </p:sp>
    </p:spTree>
    <p:extLst>
      <p:ext uri="{BB962C8B-B14F-4D97-AF65-F5344CB8AC3E}">
        <p14:creationId xmlns:p14="http://schemas.microsoft.com/office/powerpoint/2010/main" val="36763721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B8A89E2-27D3-46F0-AEFE-C7FA2149914B}" type="datetimeFigureOut">
              <a:rPr lang="en-US" smtClean="0"/>
              <a:t>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D8C9E8-36BE-4149-9950-60DD635CDDF1}" type="slidenum">
              <a:rPr lang="en-US" smtClean="0"/>
              <a:t>‹#›</a:t>
            </a:fld>
            <a:endParaRPr lang="en-US"/>
          </a:p>
        </p:txBody>
      </p:sp>
    </p:spTree>
    <p:extLst>
      <p:ext uri="{BB962C8B-B14F-4D97-AF65-F5344CB8AC3E}">
        <p14:creationId xmlns:p14="http://schemas.microsoft.com/office/powerpoint/2010/main" val="346924279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B8A89E2-27D3-46F0-AEFE-C7FA2149914B}" type="datetimeFigureOut">
              <a:rPr lang="en-US" smtClean="0"/>
              <a:t>2/13/2025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D8C9E8-36BE-4149-9950-60DD635CDDF1}" type="slidenum">
              <a:rPr lang="en-US" smtClean="0"/>
              <a:t>‹#›</a:t>
            </a:fld>
            <a:endParaRPr lang="en-US"/>
          </a:p>
        </p:txBody>
      </p:sp>
    </p:spTree>
    <p:extLst>
      <p:ext uri="{BB962C8B-B14F-4D97-AF65-F5344CB8AC3E}">
        <p14:creationId xmlns:p14="http://schemas.microsoft.com/office/powerpoint/2010/main" val="1679825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fontAlgn="base">
              <a:spcBef>
                <a:spcPct val="0"/>
              </a:spcBef>
              <a:spcAft>
                <a:spcPct val="0"/>
              </a:spcAft>
              <a:defRPr/>
            </a:pPr>
            <a:fld id="{AC513BF8-F283-470D-B5FF-DC3BB9E8B977}" type="datetimeFigureOut">
              <a:rPr lang="en-US" smtClean="0">
                <a:solidFill>
                  <a:prstClr val="black">
                    <a:tint val="75000"/>
                  </a:prstClr>
                </a:solidFill>
              </a:rPr>
              <a:pPr fontAlgn="base">
                <a:spcBef>
                  <a:spcPct val="0"/>
                </a:spcBef>
                <a:spcAft>
                  <a:spcPct val="0"/>
                </a:spcAft>
                <a:defRPr/>
              </a:pPr>
              <a:t>2/13/2025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fontAlgn="base">
              <a:spcBef>
                <a:spcPct val="0"/>
              </a:spcBef>
              <a:spcAft>
                <a:spcPct val="0"/>
              </a:spcAft>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fontAlgn="base">
              <a:spcBef>
                <a:spcPct val="0"/>
              </a:spcBef>
              <a:spcAft>
                <a:spcPct val="0"/>
              </a:spcAft>
              <a:defRPr/>
            </a:pPr>
            <a:fld id="{AD8C618E-7CDE-40E6-95B8-35CE61E9BCE0}" type="slidenum">
              <a:rPr lang="en-US" altLang="en-US" smtClean="0">
                <a:latin typeface="Arial" panose="020B0604020202020204" pitchFamily="34" charset="0"/>
                <a:cs typeface="Arial" panose="020B0604020202020204" pitchFamily="34" charset="0"/>
              </a:rPr>
              <a:pPr fontAlgn="base">
                <a:spcBef>
                  <a:spcPct val="0"/>
                </a:spcBef>
                <a:spcAft>
                  <a:spcPct val="0"/>
                </a:spcAft>
                <a:defRPr/>
              </a:pPr>
              <a:t>‹#›</a:t>
            </a:fld>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6698770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fontAlgn="base">
              <a:spcBef>
                <a:spcPct val="0"/>
              </a:spcBef>
              <a:spcAft>
                <a:spcPct val="0"/>
              </a:spcAft>
              <a:defRPr/>
            </a:pPr>
            <a:fld id="{F969CED3-ADDB-48C0-B676-732DB3C0777D}" type="datetimeFigureOut">
              <a:rPr lang="en-US" smtClean="0">
                <a:solidFill>
                  <a:prstClr val="black">
                    <a:tint val="75000"/>
                  </a:prstClr>
                </a:solidFill>
              </a:rPr>
              <a:pPr fontAlgn="base">
                <a:spcBef>
                  <a:spcPct val="0"/>
                </a:spcBef>
                <a:spcAft>
                  <a:spcPct val="0"/>
                </a:spcAft>
                <a:defRPr/>
              </a:pPr>
              <a:t>2/13/2025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fontAlgn="base">
              <a:spcBef>
                <a:spcPct val="0"/>
              </a:spcBef>
              <a:spcAft>
                <a:spcPct val="0"/>
              </a:spcAft>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fontAlgn="base">
              <a:spcBef>
                <a:spcPct val="0"/>
              </a:spcBef>
              <a:spcAft>
                <a:spcPct val="0"/>
              </a:spcAft>
              <a:defRPr/>
            </a:pPr>
            <a:fld id="{0627E456-FD34-49E8-B527-485FD99F75E8}" type="slidenum">
              <a:rPr lang="en-US" altLang="en-US" smtClean="0">
                <a:latin typeface="Arial" panose="020B0604020202020204" pitchFamily="34" charset="0"/>
                <a:cs typeface="Arial" panose="020B0604020202020204" pitchFamily="34" charset="0"/>
              </a:rPr>
              <a:pPr fontAlgn="base">
                <a:spcBef>
                  <a:spcPct val="0"/>
                </a:spcBef>
                <a:spcAft>
                  <a:spcPct val="0"/>
                </a:spcAft>
                <a:defRPr/>
              </a:pPr>
              <a:t>‹#›</a:t>
            </a:fld>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9083939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fontAlgn="base">
              <a:spcBef>
                <a:spcPct val="0"/>
              </a:spcBef>
              <a:spcAft>
                <a:spcPct val="0"/>
              </a:spcAft>
              <a:defRPr/>
            </a:pPr>
            <a:fld id="{4DF84ED2-FBD8-468E-9BE2-A690473065E0}" type="datetimeFigureOut">
              <a:rPr lang="en-US" smtClean="0">
                <a:solidFill>
                  <a:prstClr val="black">
                    <a:tint val="75000"/>
                  </a:prstClr>
                </a:solidFill>
              </a:rPr>
              <a:pPr fontAlgn="base">
                <a:spcBef>
                  <a:spcPct val="0"/>
                </a:spcBef>
                <a:spcAft>
                  <a:spcPct val="0"/>
                </a:spcAft>
                <a:defRPr/>
              </a:pPr>
              <a:t>2/13/2025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fontAlgn="base">
              <a:spcBef>
                <a:spcPct val="0"/>
              </a:spcBef>
              <a:spcAft>
                <a:spcPct val="0"/>
              </a:spcAft>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fontAlgn="base">
              <a:spcBef>
                <a:spcPct val="0"/>
              </a:spcBef>
              <a:spcAft>
                <a:spcPct val="0"/>
              </a:spcAft>
              <a:defRPr/>
            </a:pPr>
            <a:fld id="{6A22AA54-F1C1-4146-9988-D4A08E862E3E}" type="slidenum">
              <a:rPr lang="en-US" altLang="en-US" smtClean="0">
                <a:latin typeface="Arial" panose="020B0604020202020204" pitchFamily="34" charset="0"/>
                <a:cs typeface="Arial" panose="020B0604020202020204" pitchFamily="34" charset="0"/>
              </a:rPr>
              <a:pPr fontAlgn="base">
                <a:spcBef>
                  <a:spcPct val="0"/>
                </a:spcBef>
                <a:spcAft>
                  <a:spcPct val="0"/>
                </a:spcAft>
                <a:defRPr/>
              </a:pPr>
              <a:t>‹#›</a:t>
            </a:fld>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7323446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fontAlgn="base">
              <a:spcBef>
                <a:spcPct val="0"/>
              </a:spcBef>
              <a:spcAft>
                <a:spcPct val="0"/>
              </a:spcAft>
              <a:defRPr/>
            </a:pPr>
            <a:fld id="{A0523687-E2EB-4190-8A64-279ACB2FEDAC}" type="datetimeFigureOut">
              <a:rPr lang="en-US" smtClean="0">
                <a:solidFill>
                  <a:prstClr val="black">
                    <a:tint val="75000"/>
                  </a:prstClr>
                </a:solidFill>
              </a:rPr>
              <a:pPr fontAlgn="base">
                <a:spcBef>
                  <a:spcPct val="0"/>
                </a:spcBef>
                <a:spcAft>
                  <a:spcPct val="0"/>
                </a:spcAft>
                <a:defRPr/>
              </a:pPr>
              <a:t>2/13/2025</a:t>
            </a:fld>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fontAlgn="base">
              <a:spcBef>
                <a:spcPct val="0"/>
              </a:spcBef>
              <a:spcAft>
                <a:spcPct val="0"/>
              </a:spcAft>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fontAlgn="base">
              <a:spcBef>
                <a:spcPct val="0"/>
              </a:spcBef>
              <a:spcAft>
                <a:spcPct val="0"/>
              </a:spcAft>
              <a:defRPr/>
            </a:pPr>
            <a:fld id="{4682E62A-3D14-4869-9B6B-E6F8651DCE3F}" type="slidenum">
              <a:rPr lang="en-US" altLang="en-US" smtClean="0">
                <a:latin typeface="Arial" panose="020B0604020202020204" pitchFamily="34" charset="0"/>
                <a:cs typeface="Arial" panose="020B0604020202020204" pitchFamily="34" charset="0"/>
              </a:rPr>
              <a:pPr fontAlgn="base">
                <a:spcBef>
                  <a:spcPct val="0"/>
                </a:spcBef>
                <a:spcAft>
                  <a:spcPct val="0"/>
                </a:spcAft>
                <a:defRPr/>
              </a:pPr>
              <a:t>‹#›</a:t>
            </a:fld>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0932863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fontAlgn="base">
              <a:spcBef>
                <a:spcPct val="0"/>
              </a:spcBef>
              <a:spcAft>
                <a:spcPct val="0"/>
              </a:spcAft>
              <a:defRPr/>
            </a:pPr>
            <a:fld id="{16085D53-43F3-41EC-B86A-8A55CB93EA65}" type="datetimeFigureOut">
              <a:rPr lang="en-US" smtClean="0">
                <a:solidFill>
                  <a:prstClr val="black">
                    <a:tint val="75000"/>
                  </a:prstClr>
                </a:solidFill>
              </a:rPr>
              <a:pPr fontAlgn="base">
                <a:spcBef>
                  <a:spcPct val="0"/>
                </a:spcBef>
                <a:spcAft>
                  <a:spcPct val="0"/>
                </a:spcAft>
                <a:defRPr/>
              </a:pPr>
              <a:t>2/13/2025</a:t>
            </a:fld>
            <a:endParaRPr lang="en-US">
              <a:solidFill>
                <a:prstClr val="black">
                  <a:tint val="75000"/>
                </a:prstClr>
              </a:solidFill>
            </a:endParaRPr>
          </a:p>
        </p:txBody>
      </p:sp>
      <p:sp>
        <p:nvSpPr>
          <p:cNvPr id="8" name="Footer Placeholder 4"/>
          <p:cNvSpPr>
            <a:spLocks noGrp="1"/>
          </p:cNvSpPr>
          <p:nvPr>
            <p:ph type="ftr" sz="quarter" idx="11"/>
          </p:nvPr>
        </p:nvSpPr>
        <p:spPr/>
        <p:txBody>
          <a:bodyPr/>
          <a:lstStyle>
            <a:lvl1pPr>
              <a:defRPr/>
            </a:lvl1pPr>
          </a:lstStyle>
          <a:p>
            <a:pPr fontAlgn="base">
              <a:spcBef>
                <a:spcPct val="0"/>
              </a:spcBef>
              <a:spcAft>
                <a:spcPct val="0"/>
              </a:spcAft>
              <a:defRPr/>
            </a:pPr>
            <a:endParaRPr lang="en-US">
              <a:solidFill>
                <a:prstClr val="black">
                  <a:tint val="75000"/>
                </a:prstClr>
              </a:solidFill>
            </a:endParaRPr>
          </a:p>
        </p:txBody>
      </p:sp>
      <p:sp>
        <p:nvSpPr>
          <p:cNvPr id="9" name="Slide Number Placeholder 5"/>
          <p:cNvSpPr>
            <a:spLocks noGrp="1"/>
          </p:cNvSpPr>
          <p:nvPr>
            <p:ph type="sldNum" sz="quarter" idx="12"/>
          </p:nvPr>
        </p:nvSpPr>
        <p:spPr/>
        <p:txBody>
          <a:bodyPr/>
          <a:lstStyle>
            <a:lvl1pPr>
              <a:defRPr/>
            </a:lvl1pPr>
          </a:lstStyle>
          <a:p>
            <a:pPr fontAlgn="base">
              <a:spcBef>
                <a:spcPct val="0"/>
              </a:spcBef>
              <a:spcAft>
                <a:spcPct val="0"/>
              </a:spcAft>
              <a:defRPr/>
            </a:pPr>
            <a:fld id="{05B315A1-2278-419F-A63D-8A71E54888AA}" type="slidenum">
              <a:rPr lang="en-US" altLang="en-US" smtClean="0">
                <a:latin typeface="Arial" panose="020B0604020202020204" pitchFamily="34" charset="0"/>
                <a:cs typeface="Arial" panose="020B0604020202020204" pitchFamily="34" charset="0"/>
              </a:rPr>
              <a:pPr fontAlgn="base">
                <a:spcBef>
                  <a:spcPct val="0"/>
                </a:spcBef>
                <a:spcAft>
                  <a:spcPct val="0"/>
                </a:spcAft>
                <a:defRPr/>
              </a:pPr>
              <a:t>‹#›</a:t>
            </a:fld>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7795897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fontAlgn="base">
              <a:spcBef>
                <a:spcPct val="0"/>
              </a:spcBef>
              <a:spcAft>
                <a:spcPct val="0"/>
              </a:spcAft>
              <a:defRPr/>
            </a:pPr>
            <a:fld id="{FC7540E1-A7D4-4DC9-869D-66F10AD59078}" type="datetimeFigureOut">
              <a:rPr lang="en-US" smtClean="0">
                <a:solidFill>
                  <a:prstClr val="black">
                    <a:tint val="75000"/>
                  </a:prstClr>
                </a:solidFill>
              </a:rPr>
              <a:pPr fontAlgn="base">
                <a:spcBef>
                  <a:spcPct val="0"/>
                </a:spcBef>
                <a:spcAft>
                  <a:spcPct val="0"/>
                </a:spcAft>
                <a:defRPr/>
              </a:pPr>
              <a:t>2/13/2025</a:t>
            </a:fld>
            <a:endParaRPr lang="en-US">
              <a:solidFill>
                <a:prstClr val="black">
                  <a:tint val="75000"/>
                </a:prstClr>
              </a:solidFill>
            </a:endParaRPr>
          </a:p>
        </p:txBody>
      </p:sp>
      <p:sp>
        <p:nvSpPr>
          <p:cNvPr id="4" name="Footer Placeholder 4"/>
          <p:cNvSpPr>
            <a:spLocks noGrp="1"/>
          </p:cNvSpPr>
          <p:nvPr>
            <p:ph type="ftr" sz="quarter" idx="11"/>
          </p:nvPr>
        </p:nvSpPr>
        <p:spPr/>
        <p:txBody>
          <a:bodyPr/>
          <a:lstStyle>
            <a:lvl1pPr>
              <a:defRPr/>
            </a:lvl1pPr>
          </a:lstStyle>
          <a:p>
            <a:pPr fontAlgn="base">
              <a:spcBef>
                <a:spcPct val="0"/>
              </a:spcBef>
              <a:spcAft>
                <a:spcPct val="0"/>
              </a:spcAft>
              <a:defRPr/>
            </a:pPr>
            <a:endParaRPr lang="en-US">
              <a:solidFill>
                <a:prstClr val="black">
                  <a:tint val="75000"/>
                </a:prstClr>
              </a:solidFill>
            </a:endParaRPr>
          </a:p>
        </p:txBody>
      </p:sp>
      <p:sp>
        <p:nvSpPr>
          <p:cNvPr id="5" name="Slide Number Placeholder 5"/>
          <p:cNvSpPr>
            <a:spLocks noGrp="1"/>
          </p:cNvSpPr>
          <p:nvPr>
            <p:ph type="sldNum" sz="quarter" idx="12"/>
          </p:nvPr>
        </p:nvSpPr>
        <p:spPr/>
        <p:txBody>
          <a:bodyPr/>
          <a:lstStyle>
            <a:lvl1pPr>
              <a:defRPr/>
            </a:lvl1pPr>
          </a:lstStyle>
          <a:p>
            <a:pPr fontAlgn="base">
              <a:spcBef>
                <a:spcPct val="0"/>
              </a:spcBef>
              <a:spcAft>
                <a:spcPct val="0"/>
              </a:spcAft>
              <a:defRPr/>
            </a:pPr>
            <a:fld id="{72F7AE3E-81F1-4C1A-AE55-9F6CDEDFB0E9}" type="slidenum">
              <a:rPr lang="en-US" altLang="en-US" smtClean="0">
                <a:latin typeface="Arial" panose="020B0604020202020204" pitchFamily="34" charset="0"/>
                <a:cs typeface="Arial" panose="020B0604020202020204" pitchFamily="34" charset="0"/>
              </a:rPr>
              <a:pPr fontAlgn="base">
                <a:spcBef>
                  <a:spcPct val="0"/>
                </a:spcBef>
                <a:spcAft>
                  <a:spcPct val="0"/>
                </a:spcAft>
                <a:defRPr/>
              </a:pPr>
              <a:t>‹#›</a:t>
            </a:fld>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7897851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fontAlgn="base">
              <a:spcBef>
                <a:spcPct val="0"/>
              </a:spcBef>
              <a:spcAft>
                <a:spcPct val="0"/>
              </a:spcAft>
              <a:defRPr/>
            </a:pPr>
            <a:fld id="{BA6AB1EA-C790-4525-ACB3-16DD80283441}" type="datetimeFigureOut">
              <a:rPr lang="en-US" smtClean="0">
                <a:solidFill>
                  <a:prstClr val="black">
                    <a:tint val="75000"/>
                  </a:prstClr>
                </a:solidFill>
              </a:rPr>
              <a:pPr fontAlgn="base">
                <a:spcBef>
                  <a:spcPct val="0"/>
                </a:spcBef>
                <a:spcAft>
                  <a:spcPct val="0"/>
                </a:spcAft>
                <a:defRPr/>
              </a:pPr>
              <a:t>2/13/2025</a:t>
            </a:fld>
            <a:endParaRPr lang="en-US">
              <a:solidFill>
                <a:prstClr val="black">
                  <a:tint val="75000"/>
                </a:prstClr>
              </a:solidFill>
            </a:endParaRPr>
          </a:p>
        </p:txBody>
      </p:sp>
      <p:sp>
        <p:nvSpPr>
          <p:cNvPr id="3" name="Footer Placeholder 4"/>
          <p:cNvSpPr>
            <a:spLocks noGrp="1"/>
          </p:cNvSpPr>
          <p:nvPr>
            <p:ph type="ftr" sz="quarter" idx="11"/>
          </p:nvPr>
        </p:nvSpPr>
        <p:spPr/>
        <p:txBody>
          <a:bodyPr/>
          <a:lstStyle>
            <a:lvl1pPr>
              <a:defRPr/>
            </a:lvl1pPr>
          </a:lstStyle>
          <a:p>
            <a:pPr fontAlgn="base">
              <a:spcBef>
                <a:spcPct val="0"/>
              </a:spcBef>
              <a:spcAft>
                <a:spcPct val="0"/>
              </a:spcAft>
              <a:defRPr/>
            </a:pPr>
            <a:endParaRPr lang="en-US">
              <a:solidFill>
                <a:prstClr val="black">
                  <a:tint val="75000"/>
                </a:prstClr>
              </a:solidFill>
            </a:endParaRPr>
          </a:p>
        </p:txBody>
      </p:sp>
      <p:sp>
        <p:nvSpPr>
          <p:cNvPr id="4" name="Slide Number Placeholder 5"/>
          <p:cNvSpPr>
            <a:spLocks noGrp="1"/>
          </p:cNvSpPr>
          <p:nvPr>
            <p:ph type="sldNum" sz="quarter" idx="12"/>
          </p:nvPr>
        </p:nvSpPr>
        <p:spPr/>
        <p:txBody>
          <a:bodyPr/>
          <a:lstStyle>
            <a:lvl1pPr>
              <a:defRPr/>
            </a:lvl1pPr>
          </a:lstStyle>
          <a:p>
            <a:pPr fontAlgn="base">
              <a:spcBef>
                <a:spcPct val="0"/>
              </a:spcBef>
              <a:spcAft>
                <a:spcPct val="0"/>
              </a:spcAft>
              <a:defRPr/>
            </a:pPr>
            <a:fld id="{D8A1B377-74BA-4FB8-AC0A-17FF5223DC85}" type="slidenum">
              <a:rPr lang="en-US" altLang="en-US" smtClean="0">
                <a:latin typeface="Arial" panose="020B0604020202020204" pitchFamily="34" charset="0"/>
                <a:cs typeface="Arial" panose="020B0604020202020204" pitchFamily="34" charset="0"/>
              </a:rPr>
              <a:pPr fontAlgn="base">
                <a:spcBef>
                  <a:spcPct val="0"/>
                </a:spcBef>
                <a:spcAft>
                  <a:spcPct val="0"/>
                </a:spcAft>
                <a:defRPr/>
              </a:pPr>
              <a:t>‹#›</a:t>
            </a:fld>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3279536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fontAlgn="base">
              <a:spcBef>
                <a:spcPct val="0"/>
              </a:spcBef>
              <a:spcAft>
                <a:spcPct val="0"/>
              </a:spcAft>
              <a:defRPr/>
            </a:pPr>
            <a:fld id="{FF8DFBD9-D1B9-47DF-B2B6-9D87A243AEB8}" type="datetimeFigureOut">
              <a:rPr lang="en-US" smtClean="0">
                <a:solidFill>
                  <a:prstClr val="black">
                    <a:tint val="75000"/>
                  </a:prstClr>
                </a:solidFill>
              </a:rPr>
              <a:pPr fontAlgn="base">
                <a:spcBef>
                  <a:spcPct val="0"/>
                </a:spcBef>
                <a:spcAft>
                  <a:spcPct val="0"/>
                </a:spcAft>
                <a:defRPr/>
              </a:pPr>
              <a:t>2/13/2025</a:t>
            </a:fld>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fontAlgn="base">
              <a:spcBef>
                <a:spcPct val="0"/>
              </a:spcBef>
              <a:spcAft>
                <a:spcPct val="0"/>
              </a:spcAft>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fontAlgn="base">
              <a:spcBef>
                <a:spcPct val="0"/>
              </a:spcBef>
              <a:spcAft>
                <a:spcPct val="0"/>
              </a:spcAft>
              <a:defRPr/>
            </a:pPr>
            <a:fld id="{7250CF12-5F3A-4FB6-B612-A36432EE10AA}" type="slidenum">
              <a:rPr lang="en-US" altLang="en-US" smtClean="0">
                <a:latin typeface="Arial" panose="020B0604020202020204" pitchFamily="34" charset="0"/>
                <a:cs typeface="Arial" panose="020B0604020202020204" pitchFamily="34" charset="0"/>
              </a:rPr>
              <a:pPr fontAlgn="base">
                <a:spcBef>
                  <a:spcPct val="0"/>
                </a:spcBef>
                <a:spcAft>
                  <a:spcPct val="0"/>
                </a:spcAft>
                <a:defRPr/>
              </a:pPr>
              <a:t>‹#›</a:t>
            </a:fld>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4921490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fontAlgn="base">
              <a:spcBef>
                <a:spcPct val="0"/>
              </a:spcBef>
              <a:spcAft>
                <a:spcPct val="0"/>
              </a:spcAft>
              <a:defRPr/>
            </a:pPr>
            <a:fld id="{7FE0D2A7-B5B4-43C2-85DA-6879587C0F4D}" type="datetimeFigureOut">
              <a:rPr lang="en-US" smtClean="0">
                <a:solidFill>
                  <a:prstClr val="black">
                    <a:tint val="75000"/>
                  </a:prstClr>
                </a:solidFill>
              </a:rPr>
              <a:pPr fontAlgn="base">
                <a:spcBef>
                  <a:spcPct val="0"/>
                </a:spcBef>
                <a:spcAft>
                  <a:spcPct val="0"/>
                </a:spcAft>
                <a:defRPr/>
              </a:pPr>
              <a:t>2/13/2025</a:t>
            </a:fld>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fontAlgn="base">
              <a:spcBef>
                <a:spcPct val="0"/>
              </a:spcBef>
              <a:spcAft>
                <a:spcPct val="0"/>
              </a:spcAft>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fontAlgn="base">
              <a:spcBef>
                <a:spcPct val="0"/>
              </a:spcBef>
              <a:spcAft>
                <a:spcPct val="0"/>
              </a:spcAft>
              <a:defRPr/>
            </a:pPr>
            <a:fld id="{1C7537D1-F95F-4EF7-85C4-ED3BBA7383CF}" type="slidenum">
              <a:rPr lang="en-US" altLang="en-US" smtClean="0">
                <a:latin typeface="Arial" panose="020B0604020202020204" pitchFamily="34" charset="0"/>
                <a:cs typeface="Arial" panose="020B0604020202020204" pitchFamily="34" charset="0"/>
              </a:rPr>
              <a:pPr fontAlgn="base">
                <a:spcBef>
                  <a:spcPct val="0"/>
                </a:spcBef>
                <a:spcAft>
                  <a:spcPct val="0"/>
                </a:spcAft>
                <a:defRPr/>
              </a:pPr>
              <a:t>‹#›</a:t>
            </a:fld>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3001662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fontAlgn="base">
              <a:spcBef>
                <a:spcPct val="0"/>
              </a:spcBef>
              <a:spcAft>
                <a:spcPct val="0"/>
              </a:spcAft>
              <a:defRPr/>
            </a:pPr>
            <a:fld id="{BE8D5800-679D-4B18-A871-F9E2006CC4B4}" type="datetimeFigureOut">
              <a:rPr lang="en-US" smtClean="0">
                <a:solidFill>
                  <a:prstClr val="black">
                    <a:tint val="75000"/>
                  </a:prstClr>
                </a:solidFill>
              </a:rPr>
              <a:pPr fontAlgn="base">
                <a:spcBef>
                  <a:spcPct val="0"/>
                </a:spcBef>
                <a:spcAft>
                  <a:spcPct val="0"/>
                </a:spcAft>
                <a:defRPr/>
              </a:pPr>
              <a:t>2/13/2025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fontAlgn="base">
              <a:spcBef>
                <a:spcPct val="0"/>
              </a:spcBef>
              <a:spcAft>
                <a:spcPct val="0"/>
              </a:spcAft>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fontAlgn="base">
              <a:spcBef>
                <a:spcPct val="0"/>
              </a:spcBef>
              <a:spcAft>
                <a:spcPct val="0"/>
              </a:spcAft>
              <a:defRPr/>
            </a:pPr>
            <a:fld id="{3233BABA-ABF4-48F6-B695-085FD4DD2A5D}" type="slidenum">
              <a:rPr lang="en-US" altLang="en-US" smtClean="0">
                <a:latin typeface="Arial" panose="020B0604020202020204" pitchFamily="34" charset="0"/>
                <a:cs typeface="Arial" panose="020B0604020202020204" pitchFamily="34" charset="0"/>
              </a:rPr>
              <a:pPr fontAlgn="base">
                <a:spcBef>
                  <a:spcPct val="0"/>
                </a:spcBef>
                <a:spcAft>
                  <a:spcPct val="0"/>
                </a:spcAft>
                <a:defRPr/>
              </a:pPr>
              <a:t>‹#›</a:t>
            </a:fld>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3420516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fontAlgn="base">
              <a:spcBef>
                <a:spcPct val="0"/>
              </a:spcBef>
              <a:spcAft>
                <a:spcPct val="0"/>
              </a:spcAft>
              <a:defRPr/>
            </a:pPr>
            <a:fld id="{46CA8050-EB6F-486B-8107-4C4C81173DA1}" type="datetimeFigureOut">
              <a:rPr lang="en-US" smtClean="0">
                <a:solidFill>
                  <a:prstClr val="black">
                    <a:tint val="75000"/>
                  </a:prstClr>
                </a:solidFill>
              </a:rPr>
              <a:pPr fontAlgn="base">
                <a:spcBef>
                  <a:spcPct val="0"/>
                </a:spcBef>
                <a:spcAft>
                  <a:spcPct val="0"/>
                </a:spcAft>
                <a:defRPr/>
              </a:pPr>
              <a:t>2/13/2025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fontAlgn="base">
              <a:spcBef>
                <a:spcPct val="0"/>
              </a:spcBef>
              <a:spcAft>
                <a:spcPct val="0"/>
              </a:spcAft>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fontAlgn="base">
              <a:spcBef>
                <a:spcPct val="0"/>
              </a:spcBef>
              <a:spcAft>
                <a:spcPct val="0"/>
              </a:spcAft>
              <a:defRPr/>
            </a:pPr>
            <a:fld id="{79AD6099-14FD-4B03-AD91-F897378AD87E}" type="slidenum">
              <a:rPr lang="en-US" altLang="en-US" smtClean="0">
                <a:latin typeface="Arial" panose="020B0604020202020204" pitchFamily="34" charset="0"/>
                <a:cs typeface="Arial" panose="020B0604020202020204" pitchFamily="34" charset="0"/>
              </a:rPr>
              <a:pPr fontAlgn="base">
                <a:spcBef>
                  <a:spcPct val="0"/>
                </a:spcBef>
                <a:spcAft>
                  <a:spcPct val="0"/>
                </a:spcAft>
                <a:defRPr/>
              </a:pPr>
              <a:t>‹#›</a:t>
            </a:fld>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779687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fontAlgn="base">
              <a:spcBef>
                <a:spcPct val="0"/>
              </a:spcBef>
              <a:spcAft>
                <a:spcPct val="0"/>
              </a:spcAft>
              <a:defRPr/>
            </a:pPr>
            <a:fld id="{AC513BF8-F283-470D-B5FF-DC3BB9E8B977}" type="datetimeFigureOut">
              <a:rPr lang="en-US" smtClean="0">
                <a:solidFill>
                  <a:prstClr val="black">
                    <a:tint val="75000"/>
                  </a:prstClr>
                </a:solidFill>
              </a:rPr>
              <a:pPr fontAlgn="base">
                <a:spcBef>
                  <a:spcPct val="0"/>
                </a:spcBef>
                <a:spcAft>
                  <a:spcPct val="0"/>
                </a:spcAft>
                <a:defRPr/>
              </a:pPr>
              <a:t>2/13/2025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fontAlgn="base">
              <a:spcBef>
                <a:spcPct val="0"/>
              </a:spcBef>
              <a:spcAft>
                <a:spcPct val="0"/>
              </a:spcAft>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fontAlgn="base">
              <a:spcBef>
                <a:spcPct val="0"/>
              </a:spcBef>
              <a:spcAft>
                <a:spcPct val="0"/>
              </a:spcAft>
              <a:defRPr/>
            </a:pPr>
            <a:fld id="{AD8C618E-7CDE-40E6-95B8-35CE61E9BCE0}" type="slidenum">
              <a:rPr lang="en-US" altLang="en-US" smtClean="0">
                <a:latin typeface="Arial" panose="020B0604020202020204" pitchFamily="34" charset="0"/>
                <a:cs typeface="Arial" panose="020B0604020202020204" pitchFamily="34" charset="0"/>
              </a:rPr>
              <a:pPr fontAlgn="base">
                <a:spcBef>
                  <a:spcPct val="0"/>
                </a:spcBef>
                <a:spcAft>
                  <a:spcPct val="0"/>
                </a:spcAft>
                <a:defRPr/>
              </a:pPr>
              <a:t>‹#›</a:t>
            </a:fld>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9980825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fontAlgn="base">
              <a:spcBef>
                <a:spcPct val="0"/>
              </a:spcBef>
              <a:spcAft>
                <a:spcPct val="0"/>
              </a:spcAft>
              <a:defRPr/>
            </a:pPr>
            <a:fld id="{F969CED3-ADDB-48C0-B676-732DB3C0777D}" type="datetimeFigureOut">
              <a:rPr lang="en-US" smtClean="0">
                <a:solidFill>
                  <a:prstClr val="black">
                    <a:tint val="75000"/>
                  </a:prstClr>
                </a:solidFill>
              </a:rPr>
              <a:pPr fontAlgn="base">
                <a:spcBef>
                  <a:spcPct val="0"/>
                </a:spcBef>
                <a:spcAft>
                  <a:spcPct val="0"/>
                </a:spcAft>
                <a:defRPr/>
              </a:pPr>
              <a:t>2/13/2025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fontAlgn="base">
              <a:spcBef>
                <a:spcPct val="0"/>
              </a:spcBef>
              <a:spcAft>
                <a:spcPct val="0"/>
              </a:spcAft>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fontAlgn="base">
              <a:spcBef>
                <a:spcPct val="0"/>
              </a:spcBef>
              <a:spcAft>
                <a:spcPct val="0"/>
              </a:spcAft>
              <a:defRPr/>
            </a:pPr>
            <a:fld id="{0627E456-FD34-49E8-B527-485FD99F75E8}" type="slidenum">
              <a:rPr lang="en-US" altLang="en-US" smtClean="0">
                <a:latin typeface="Arial" panose="020B0604020202020204" pitchFamily="34" charset="0"/>
                <a:cs typeface="Arial" panose="020B0604020202020204" pitchFamily="34" charset="0"/>
              </a:rPr>
              <a:pPr fontAlgn="base">
                <a:spcBef>
                  <a:spcPct val="0"/>
                </a:spcBef>
                <a:spcAft>
                  <a:spcPct val="0"/>
                </a:spcAft>
                <a:defRPr/>
              </a:pPr>
              <a:t>‹#›</a:t>
            </a:fld>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1325629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fontAlgn="base">
              <a:spcBef>
                <a:spcPct val="0"/>
              </a:spcBef>
              <a:spcAft>
                <a:spcPct val="0"/>
              </a:spcAft>
              <a:defRPr/>
            </a:pPr>
            <a:fld id="{4DF84ED2-FBD8-468E-9BE2-A690473065E0}" type="datetimeFigureOut">
              <a:rPr lang="en-US" smtClean="0">
                <a:solidFill>
                  <a:prstClr val="black">
                    <a:tint val="75000"/>
                  </a:prstClr>
                </a:solidFill>
              </a:rPr>
              <a:pPr fontAlgn="base">
                <a:spcBef>
                  <a:spcPct val="0"/>
                </a:spcBef>
                <a:spcAft>
                  <a:spcPct val="0"/>
                </a:spcAft>
                <a:defRPr/>
              </a:pPr>
              <a:t>2/13/2025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fontAlgn="base">
              <a:spcBef>
                <a:spcPct val="0"/>
              </a:spcBef>
              <a:spcAft>
                <a:spcPct val="0"/>
              </a:spcAft>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fontAlgn="base">
              <a:spcBef>
                <a:spcPct val="0"/>
              </a:spcBef>
              <a:spcAft>
                <a:spcPct val="0"/>
              </a:spcAft>
              <a:defRPr/>
            </a:pPr>
            <a:fld id="{6A22AA54-F1C1-4146-9988-D4A08E862E3E}" type="slidenum">
              <a:rPr lang="en-US" altLang="en-US" smtClean="0">
                <a:latin typeface="Arial" panose="020B0604020202020204" pitchFamily="34" charset="0"/>
                <a:cs typeface="Arial" panose="020B0604020202020204" pitchFamily="34" charset="0"/>
              </a:rPr>
              <a:pPr fontAlgn="base">
                <a:spcBef>
                  <a:spcPct val="0"/>
                </a:spcBef>
                <a:spcAft>
                  <a:spcPct val="0"/>
                </a:spcAft>
                <a:defRPr/>
              </a:pPr>
              <a:t>‹#›</a:t>
            </a:fld>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24910911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fontAlgn="base">
              <a:spcBef>
                <a:spcPct val="0"/>
              </a:spcBef>
              <a:spcAft>
                <a:spcPct val="0"/>
              </a:spcAft>
              <a:defRPr/>
            </a:pPr>
            <a:fld id="{A0523687-E2EB-4190-8A64-279ACB2FEDAC}" type="datetimeFigureOut">
              <a:rPr lang="en-US" smtClean="0">
                <a:solidFill>
                  <a:prstClr val="black">
                    <a:tint val="75000"/>
                  </a:prstClr>
                </a:solidFill>
              </a:rPr>
              <a:pPr fontAlgn="base">
                <a:spcBef>
                  <a:spcPct val="0"/>
                </a:spcBef>
                <a:spcAft>
                  <a:spcPct val="0"/>
                </a:spcAft>
                <a:defRPr/>
              </a:pPr>
              <a:t>2/13/2025</a:t>
            </a:fld>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fontAlgn="base">
              <a:spcBef>
                <a:spcPct val="0"/>
              </a:spcBef>
              <a:spcAft>
                <a:spcPct val="0"/>
              </a:spcAft>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fontAlgn="base">
              <a:spcBef>
                <a:spcPct val="0"/>
              </a:spcBef>
              <a:spcAft>
                <a:spcPct val="0"/>
              </a:spcAft>
              <a:defRPr/>
            </a:pPr>
            <a:fld id="{4682E62A-3D14-4869-9B6B-E6F8651DCE3F}" type="slidenum">
              <a:rPr lang="en-US" altLang="en-US" smtClean="0">
                <a:latin typeface="Arial" panose="020B0604020202020204" pitchFamily="34" charset="0"/>
                <a:cs typeface="Arial" panose="020B0604020202020204" pitchFamily="34" charset="0"/>
              </a:rPr>
              <a:pPr fontAlgn="base">
                <a:spcBef>
                  <a:spcPct val="0"/>
                </a:spcBef>
                <a:spcAft>
                  <a:spcPct val="0"/>
                </a:spcAft>
                <a:defRPr/>
              </a:pPr>
              <a:t>‹#›</a:t>
            </a:fld>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9200439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fontAlgn="base">
              <a:spcBef>
                <a:spcPct val="0"/>
              </a:spcBef>
              <a:spcAft>
                <a:spcPct val="0"/>
              </a:spcAft>
              <a:defRPr/>
            </a:pPr>
            <a:fld id="{16085D53-43F3-41EC-B86A-8A55CB93EA65}" type="datetimeFigureOut">
              <a:rPr lang="en-US" smtClean="0">
                <a:solidFill>
                  <a:prstClr val="black">
                    <a:tint val="75000"/>
                  </a:prstClr>
                </a:solidFill>
              </a:rPr>
              <a:pPr fontAlgn="base">
                <a:spcBef>
                  <a:spcPct val="0"/>
                </a:spcBef>
                <a:spcAft>
                  <a:spcPct val="0"/>
                </a:spcAft>
                <a:defRPr/>
              </a:pPr>
              <a:t>2/13/2025</a:t>
            </a:fld>
            <a:endParaRPr lang="en-US">
              <a:solidFill>
                <a:prstClr val="black">
                  <a:tint val="75000"/>
                </a:prstClr>
              </a:solidFill>
            </a:endParaRPr>
          </a:p>
        </p:txBody>
      </p:sp>
      <p:sp>
        <p:nvSpPr>
          <p:cNvPr id="8" name="Footer Placeholder 4"/>
          <p:cNvSpPr>
            <a:spLocks noGrp="1"/>
          </p:cNvSpPr>
          <p:nvPr>
            <p:ph type="ftr" sz="quarter" idx="11"/>
          </p:nvPr>
        </p:nvSpPr>
        <p:spPr/>
        <p:txBody>
          <a:bodyPr/>
          <a:lstStyle>
            <a:lvl1pPr>
              <a:defRPr/>
            </a:lvl1pPr>
          </a:lstStyle>
          <a:p>
            <a:pPr fontAlgn="base">
              <a:spcBef>
                <a:spcPct val="0"/>
              </a:spcBef>
              <a:spcAft>
                <a:spcPct val="0"/>
              </a:spcAft>
              <a:defRPr/>
            </a:pPr>
            <a:endParaRPr lang="en-US">
              <a:solidFill>
                <a:prstClr val="black">
                  <a:tint val="75000"/>
                </a:prstClr>
              </a:solidFill>
            </a:endParaRPr>
          </a:p>
        </p:txBody>
      </p:sp>
      <p:sp>
        <p:nvSpPr>
          <p:cNvPr id="9" name="Slide Number Placeholder 5"/>
          <p:cNvSpPr>
            <a:spLocks noGrp="1"/>
          </p:cNvSpPr>
          <p:nvPr>
            <p:ph type="sldNum" sz="quarter" idx="12"/>
          </p:nvPr>
        </p:nvSpPr>
        <p:spPr/>
        <p:txBody>
          <a:bodyPr/>
          <a:lstStyle>
            <a:lvl1pPr>
              <a:defRPr/>
            </a:lvl1pPr>
          </a:lstStyle>
          <a:p>
            <a:pPr fontAlgn="base">
              <a:spcBef>
                <a:spcPct val="0"/>
              </a:spcBef>
              <a:spcAft>
                <a:spcPct val="0"/>
              </a:spcAft>
              <a:defRPr/>
            </a:pPr>
            <a:fld id="{05B315A1-2278-419F-A63D-8A71E54888AA}" type="slidenum">
              <a:rPr lang="en-US" altLang="en-US" smtClean="0">
                <a:latin typeface="Arial" panose="020B0604020202020204" pitchFamily="34" charset="0"/>
                <a:cs typeface="Arial" panose="020B0604020202020204" pitchFamily="34" charset="0"/>
              </a:rPr>
              <a:pPr fontAlgn="base">
                <a:spcBef>
                  <a:spcPct val="0"/>
                </a:spcBef>
                <a:spcAft>
                  <a:spcPct val="0"/>
                </a:spcAft>
                <a:defRPr/>
              </a:pPr>
              <a:t>‹#›</a:t>
            </a:fld>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6087939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fontAlgn="base">
              <a:spcBef>
                <a:spcPct val="0"/>
              </a:spcBef>
              <a:spcAft>
                <a:spcPct val="0"/>
              </a:spcAft>
              <a:defRPr/>
            </a:pPr>
            <a:fld id="{FC7540E1-A7D4-4DC9-869D-66F10AD59078}" type="datetimeFigureOut">
              <a:rPr lang="en-US" smtClean="0">
                <a:solidFill>
                  <a:prstClr val="black">
                    <a:tint val="75000"/>
                  </a:prstClr>
                </a:solidFill>
              </a:rPr>
              <a:pPr fontAlgn="base">
                <a:spcBef>
                  <a:spcPct val="0"/>
                </a:spcBef>
                <a:spcAft>
                  <a:spcPct val="0"/>
                </a:spcAft>
                <a:defRPr/>
              </a:pPr>
              <a:t>2/13/2025</a:t>
            </a:fld>
            <a:endParaRPr lang="en-US">
              <a:solidFill>
                <a:prstClr val="black">
                  <a:tint val="75000"/>
                </a:prstClr>
              </a:solidFill>
            </a:endParaRPr>
          </a:p>
        </p:txBody>
      </p:sp>
      <p:sp>
        <p:nvSpPr>
          <p:cNvPr id="4" name="Footer Placeholder 4"/>
          <p:cNvSpPr>
            <a:spLocks noGrp="1"/>
          </p:cNvSpPr>
          <p:nvPr>
            <p:ph type="ftr" sz="quarter" idx="11"/>
          </p:nvPr>
        </p:nvSpPr>
        <p:spPr/>
        <p:txBody>
          <a:bodyPr/>
          <a:lstStyle>
            <a:lvl1pPr>
              <a:defRPr/>
            </a:lvl1pPr>
          </a:lstStyle>
          <a:p>
            <a:pPr fontAlgn="base">
              <a:spcBef>
                <a:spcPct val="0"/>
              </a:spcBef>
              <a:spcAft>
                <a:spcPct val="0"/>
              </a:spcAft>
              <a:defRPr/>
            </a:pPr>
            <a:endParaRPr lang="en-US">
              <a:solidFill>
                <a:prstClr val="black">
                  <a:tint val="75000"/>
                </a:prstClr>
              </a:solidFill>
            </a:endParaRPr>
          </a:p>
        </p:txBody>
      </p:sp>
      <p:sp>
        <p:nvSpPr>
          <p:cNvPr id="5" name="Slide Number Placeholder 5"/>
          <p:cNvSpPr>
            <a:spLocks noGrp="1"/>
          </p:cNvSpPr>
          <p:nvPr>
            <p:ph type="sldNum" sz="quarter" idx="12"/>
          </p:nvPr>
        </p:nvSpPr>
        <p:spPr/>
        <p:txBody>
          <a:bodyPr/>
          <a:lstStyle>
            <a:lvl1pPr>
              <a:defRPr/>
            </a:lvl1pPr>
          </a:lstStyle>
          <a:p>
            <a:pPr fontAlgn="base">
              <a:spcBef>
                <a:spcPct val="0"/>
              </a:spcBef>
              <a:spcAft>
                <a:spcPct val="0"/>
              </a:spcAft>
              <a:defRPr/>
            </a:pPr>
            <a:fld id="{72F7AE3E-81F1-4C1A-AE55-9F6CDEDFB0E9}" type="slidenum">
              <a:rPr lang="en-US" altLang="en-US" smtClean="0">
                <a:latin typeface="Arial" panose="020B0604020202020204" pitchFamily="34" charset="0"/>
                <a:cs typeface="Arial" panose="020B0604020202020204" pitchFamily="34" charset="0"/>
              </a:rPr>
              <a:pPr fontAlgn="base">
                <a:spcBef>
                  <a:spcPct val="0"/>
                </a:spcBef>
                <a:spcAft>
                  <a:spcPct val="0"/>
                </a:spcAft>
                <a:defRPr/>
              </a:pPr>
              <a:t>‹#›</a:t>
            </a:fld>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090356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fontAlgn="base">
              <a:spcBef>
                <a:spcPct val="0"/>
              </a:spcBef>
              <a:spcAft>
                <a:spcPct val="0"/>
              </a:spcAft>
              <a:defRPr/>
            </a:pPr>
            <a:fld id="{BA6AB1EA-C790-4525-ACB3-16DD80283441}" type="datetimeFigureOut">
              <a:rPr lang="en-US" smtClean="0">
                <a:solidFill>
                  <a:prstClr val="black">
                    <a:tint val="75000"/>
                  </a:prstClr>
                </a:solidFill>
              </a:rPr>
              <a:pPr fontAlgn="base">
                <a:spcBef>
                  <a:spcPct val="0"/>
                </a:spcBef>
                <a:spcAft>
                  <a:spcPct val="0"/>
                </a:spcAft>
                <a:defRPr/>
              </a:pPr>
              <a:t>2/13/2025</a:t>
            </a:fld>
            <a:endParaRPr lang="en-US">
              <a:solidFill>
                <a:prstClr val="black">
                  <a:tint val="75000"/>
                </a:prstClr>
              </a:solidFill>
            </a:endParaRPr>
          </a:p>
        </p:txBody>
      </p:sp>
      <p:sp>
        <p:nvSpPr>
          <p:cNvPr id="3" name="Footer Placeholder 4"/>
          <p:cNvSpPr>
            <a:spLocks noGrp="1"/>
          </p:cNvSpPr>
          <p:nvPr>
            <p:ph type="ftr" sz="quarter" idx="11"/>
          </p:nvPr>
        </p:nvSpPr>
        <p:spPr/>
        <p:txBody>
          <a:bodyPr/>
          <a:lstStyle>
            <a:lvl1pPr>
              <a:defRPr/>
            </a:lvl1pPr>
          </a:lstStyle>
          <a:p>
            <a:pPr fontAlgn="base">
              <a:spcBef>
                <a:spcPct val="0"/>
              </a:spcBef>
              <a:spcAft>
                <a:spcPct val="0"/>
              </a:spcAft>
              <a:defRPr/>
            </a:pPr>
            <a:endParaRPr lang="en-US">
              <a:solidFill>
                <a:prstClr val="black">
                  <a:tint val="75000"/>
                </a:prstClr>
              </a:solidFill>
            </a:endParaRPr>
          </a:p>
        </p:txBody>
      </p:sp>
      <p:sp>
        <p:nvSpPr>
          <p:cNvPr id="4" name="Slide Number Placeholder 5"/>
          <p:cNvSpPr>
            <a:spLocks noGrp="1"/>
          </p:cNvSpPr>
          <p:nvPr>
            <p:ph type="sldNum" sz="quarter" idx="12"/>
          </p:nvPr>
        </p:nvSpPr>
        <p:spPr/>
        <p:txBody>
          <a:bodyPr/>
          <a:lstStyle>
            <a:lvl1pPr>
              <a:defRPr/>
            </a:lvl1pPr>
          </a:lstStyle>
          <a:p>
            <a:pPr fontAlgn="base">
              <a:spcBef>
                <a:spcPct val="0"/>
              </a:spcBef>
              <a:spcAft>
                <a:spcPct val="0"/>
              </a:spcAft>
              <a:defRPr/>
            </a:pPr>
            <a:fld id="{D8A1B377-74BA-4FB8-AC0A-17FF5223DC85}" type="slidenum">
              <a:rPr lang="en-US" altLang="en-US" smtClean="0">
                <a:latin typeface="Arial" panose="020B0604020202020204" pitchFamily="34" charset="0"/>
                <a:cs typeface="Arial" panose="020B0604020202020204" pitchFamily="34" charset="0"/>
              </a:rPr>
              <a:pPr fontAlgn="base">
                <a:spcBef>
                  <a:spcPct val="0"/>
                </a:spcBef>
                <a:spcAft>
                  <a:spcPct val="0"/>
                </a:spcAft>
                <a:defRPr/>
              </a:pPr>
              <a:t>‹#›</a:t>
            </a:fld>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0263496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fontAlgn="base">
              <a:spcBef>
                <a:spcPct val="0"/>
              </a:spcBef>
              <a:spcAft>
                <a:spcPct val="0"/>
              </a:spcAft>
              <a:defRPr/>
            </a:pPr>
            <a:fld id="{FF8DFBD9-D1B9-47DF-B2B6-9D87A243AEB8}" type="datetimeFigureOut">
              <a:rPr lang="en-US" smtClean="0">
                <a:solidFill>
                  <a:prstClr val="black">
                    <a:tint val="75000"/>
                  </a:prstClr>
                </a:solidFill>
              </a:rPr>
              <a:pPr fontAlgn="base">
                <a:spcBef>
                  <a:spcPct val="0"/>
                </a:spcBef>
                <a:spcAft>
                  <a:spcPct val="0"/>
                </a:spcAft>
                <a:defRPr/>
              </a:pPr>
              <a:t>2/13/2025</a:t>
            </a:fld>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fontAlgn="base">
              <a:spcBef>
                <a:spcPct val="0"/>
              </a:spcBef>
              <a:spcAft>
                <a:spcPct val="0"/>
              </a:spcAft>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fontAlgn="base">
              <a:spcBef>
                <a:spcPct val="0"/>
              </a:spcBef>
              <a:spcAft>
                <a:spcPct val="0"/>
              </a:spcAft>
              <a:defRPr/>
            </a:pPr>
            <a:fld id="{7250CF12-5F3A-4FB6-B612-A36432EE10AA}" type="slidenum">
              <a:rPr lang="en-US" altLang="en-US" smtClean="0">
                <a:latin typeface="Arial" panose="020B0604020202020204" pitchFamily="34" charset="0"/>
                <a:cs typeface="Arial" panose="020B0604020202020204" pitchFamily="34" charset="0"/>
              </a:rPr>
              <a:pPr fontAlgn="base">
                <a:spcBef>
                  <a:spcPct val="0"/>
                </a:spcBef>
                <a:spcAft>
                  <a:spcPct val="0"/>
                </a:spcAft>
                <a:defRPr/>
              </a:pPr>
              <a:t>‹#›</a:t>
            </a:fld>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4812011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fontAlgn="base">
              <a:spcBef>
                <a:spcPct val="0"/>
              </a:spcBef>
              <a:spcAft>
                <a:spcPct val="0"/>
              </a:spcAft>
              <a:defRPr/>
            </a:pPr>
            <a:fld id="{7FE0D2A7-B5B4-43C2-85DA-6879587C0F4D}" type="datetimeFigureOut">
              <a:rPr lang="en-US" smtClean="0">
                <a:solidFill>
                  <a:prstClr val="black">
                    <a:tint val="75000"/>
                  </a:prstClr>
                </a:solidFill>
              </a:rPr>
              <a:pPr fontAlgn="base">
                <a:spcBef>
                  <a:spcPct val="0"/>
                </a:spcBef>
                <a:spcAft>
                  <a:spcPct val="0"/>
                </a:spcAft>
                <a:defRPr/>
              </a:pPr>
              <a:t>2/13/2025</a:t>
            </a:fld>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fontAlgn="base">
              <a:spcBef>
                <a:spcPct val="0"/>
              </a:spcBef>
              <a:spcAft>
                <a:spcPct val="0"/>
              </a:spcAft>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fontAlgn="base">
              <a:spcBef>
                <a:spcPct val="0"/>
              </a:spcBef>
              <a:spcAft>
                <a:spcPct val="0"/>
              </a:spcAft>
              <a:defRPr/>
            </a:pPr>
            <a:fld id="{1C7537D1-F95F-4EF7-85C4-ED3BBA7383CF}" type="slidenum">
              <a:rPr lang="en-US" altLang="en-US" smtClean="0">
                <a:latin typeface="Arial" panose="020B0604020202020204" pitchFamily="34" charset="0"/>
                <a:cs typeface="Arial" panose="020B0604020202020204" pitchFamily="34" charset="0"/>
              </a:rPr>
              <a:pPr fontAlgn="base">
                <a:spcBef>
                  <a:spcPct val="0"/>
                </a:spcBef>
                <a:spcAft>
                  <a:spcPct val="0"/>
                </a:spcAft>
                <a:defRPr/>
              </a:pPr>
              <a:t>‹#›</a:t>
            </a:fld>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86225872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fontAlgn="base">
              <a:spcBef>
                <a:spcPct val="0"/>
              </a:spcBef>
              <a:spcAft>
                <a:spcPct val="0"/>
              </a:spcAft>
              <a:defRPr/>
            </a:pPr>
            <a:fld id="{BE8D5800-679D-4B18-A871-F9E2006CC4B4}" type="datetimeFigureOut">
              <a:rPr lang="en-US" smtClean="0">
                <a:solidFill>
                  <a:prstClr val="black">
                    <a:tint val="75000"/>
                  </a:prstClr>
                </a:solidFill>
              </a:rPr>
              <a:pPr fontAlgn="base">
                <a:spcBef>
                  <a:spcPct val="0"/>
                </a:spcBef>
                <a:spcAft>
                  <a:spcPct val="0"/>
                </a:spcAft>
                <a:defRPr/>
              </a:pPr>
              <a:t>2/13/2025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fontAlgn="base">
              <a:spcBef>
                <a:spcPct val="0"/>
              </a:spcBef>
              <a:spcAft>
                <a:spcPct val="0"/>
              </a:spcAft>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fontAlgn="base">
              <a:spcBef>
                <a:spcPct val="0"/>
              </a:spcBef>
              <a:spcAft>
                <a:spcPct val="0"/>
              </a:spcAft>
              <a:defRPr/>
            </a:pPr>
            <a:fld id="{3233BABA-ABF4-48F6-B695-085FD4DD2A5D}" type="slidenum">
              <a:rPr lang="en-US" altLang="en-US" smtClean="0">
                <a:latin typeface="Arial" panose="020B0604020202020204" pitchFamily="34" charset="0"/>
                <a:cs typeface="Arial" panose="020B0604020202020204" pitchFamily="34" charset="0"/>
              </a:rPr>
              <a:pPr fontAlgn="base">
                <a:spcBef>
                  <a:spcPct val="0"/>
                </a:spcBef>
                <a:spcAft>
                  <a:spcPct val="0"/>
                </a:spcAft>
                <a:defRPr/>
              </a:pPr>
              <a:t>‹#›</a:t>
            </a:fld>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8018896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fontAlgn="base">
              <a:spcBef>
                <a:spcPct val="0"/>
              </a:spcBef>
              <a:spcAft>
                <a:spcPct val="0"/>
              </a:spcAft>
              <a:defRPr/>
            </a:pPr>
            <a:fld id="{46CA8050-EB6F-486B-8107-4C4C81173DA1}" type="datetimeFigureOut">
              <a:rPr lang="en-US" smtClean="0">
                <a:solidFill>
                  <a:prstClr val="black">
                    <a:tint val="75000"/>
                  </a:prstClr>
                </a:solidFill>
              </a:rPr>
              <a:pPr fontAlgn="base">
                <a:spcBef>
                  <a:spcPct val="0"/>
                </a:spcBef>
                <a:spcAft>
                  <a:spcPct val="0"/>
                </a:spcAft>
                <a:defRPr/>
              </a:pPr>
              <a:t>2/13/2025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fontAlgn="base">
              <a:spcBef>
                <a:spcPct val="0"/>
              </a:spcBef>
              <a:spcAft>
                <a:spcPct val="0"/>
              </a:spcAft>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fontAlgn="base">
              <a:spcBef>
                <a:spcPct val="0"/>
              </a:spcBef>
              <a:spcAft>
                <a:spcPct val="0"/>
              </a:spcAft>
              <a:defRPr/>
            </a:pPr>
            <a:fld id="{79AD6099-14FD-4B03-AD91-F897378AD87E}" type="slidenum">
              <a:rPr lang="en-US" altLang="en-US" smtClean="0">
                <a:latin typeface="Arial" panose="020B0604020202020204" pitchFamily="34" charset="0"/>
                <a:cs typeface="Arial" panose="020B0604020202020204" pitchFamily="34" charset="0"/>
              </a:rPr>
              <a:pPr fontAlgn="base">
                <a:spcBef>
                  <a:spcPct val="0"/>
                </a:spcBef>
                <a:spcAft>
                  <a:spcPct val="0"/>
                </a:spcAft>
                <a:defRPr/>
              </a:pPr>
              <a:t>‹#›</a:t>
            </a:fld>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5602644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fontAlgn="base">
              <a:spcBef>
                <a:spcPct val="0"/>
              </a:spcBef>
              <a:spcAft>
                <a:spcPct val="0"/>
              </a:spcAft>
              <a:defRPr/>
            </a:pPr>
            <a:fld id="{AC513BF8-F283-470D-B5FF-DC3BB9E8B977}" type="datetimeFigureOut">
              <a:rPr lang="en-US" smtClean="0">
                <a:solidFill>
                  <a:prstClr val="black">
                    <a:tint val="75000"/>
                  </a:prstClr>
                </a:solidFill>
              </a:rPr>
              <a:pPr fontAlgn="base">
                <a:spcBef>
                  <a:spcPct val="0"/>
                </a:spcBef>
                <a:spcAft>
                  <a:spcPct val="0"/>
                </a:spcAft>
                <a:defRPr/>
              </a:pPr>
              <a:t>2/13/2025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fontAlgn="base">
              <a:spcBef>
                <a:spcPct val="0"/>
              </a:spcBef>
              <a:spcAft>
                <a:spcPct val="0"/>
              </a:spcAft>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fontAlgn="base">
              <a:spcBef>
                <a:spcPct val="0"/>
              </a:spcBef>
              <a:spcAft>
                <a:spcPct val="0"/>
              </a:spcAft>
              <a:defRPr/>
            </a:pPr>
            <a:fld id="{AD8C618E-7CDE-40E6-95B8-35CE61E9BCE0}" type="slidenum">
              <a:rPr lang="en-US" altLang="en-US" smtClean="0">
                <a:latin typeface="Arial" panose="020B0604020202020204" pitchFamily="34" charset="0"/>
                <a:cs typeface="Arial" panose="020B0604020202020204" pitchFamily="34" charset="0"/>
              </a:rPr>
              <a:pPr fontAlgn="base">
                <a:spcBef>
                  <a:spcPct val="0"/>
                </a:spcBef>
                <a:spcAft>
                  <a:spcPct val="0"/>
                </a:spcAft>
                <a:defRPr/>
              </a:pPr>
              <a:t>‹#›</a:t>
            </a:fld>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1815497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fontAlgn="base">
              <a:spcBef>
                <a:spcPct val="0"/>
              </a:spcBef>
              <a:spcAft>
                <a:spcPct val="0"/>
              </a:spcAft>
              <a:defRPr/>
            </a:pPr>
            <a:fld id="{F969CED3-ADDB-48C0-B676-732DB3C0777D}" type="datetimeFigureOut">
              <a:rPr lang="en-US" smtClean="0">
                <a:solidFill>
                  <a:prstClr val="black">
                    <a:tint val="75000"/>
                  </a:prstClr>
                </a:solidFill>
              </a:rPr>
              <a:pPr fontAlgn="base">
                <a:spcBef>
                  <a:spcPct val="0"/>
                </a:spcBef>
                <a:spcAft>
                  <a:spcPct val="0"/>
                </a:spcAft>
                <a:defRPr/>
              </a:pPr>
              <a:t>2/13/2025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fontAlgn="base">
              <a:spcBef>
                <a:spcPct val="0"/>
              </a:spcBef>
              <a:spcAft>
                <a:spcPct val="0"/>
              </a:spcAft>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fontAlgn="base">
              <a:spcBef>
                <a:spcPct val="0"/>
              </a:spcBef>
              <a:spcAft>
                <a:spcPct val="0"/>
              </a:spcAft>
              <a:defRPr/>
            </a:pPr>
            <a:fld id="{0627E456-FD34-49E8-B527-485FD99F75E8}" type="slidenum">
              <a:rPr lang="en-US" altLang="en-US" smtClean="0">
                <a:latin typeface="Arial" panose="020B0604020202020204" pitchFamily="34" charset="0"/>
                <a:cs typeface="Arial" panose="020B0604020202020204" pitchFamily="34" charset="0"/>
              </a:rPr>
              <a:pPr fontAlgn="base">
                <a:spcBef>
                  <a:spcPct val="0"/>
                </a:spcBef>
                <a:spcAft>
                  <a:spcPct val="0"/>
                </a:spcAft>
                <a:defRPr/>
              </a:pPr>
              <a:t>‹#›</a:t>
            </a:fld>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3440546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fontAlgn="base">
              <a:spcBef>
                <a:spcPct val="0"/>
              </a:spcBef>
              <a:spcAft>
                <a:spcPct val="0"/>
              </a:spcAft>
              <a:defRPr/>
            </a:pPr>
            <a:fld id="{4DF84ED2-FBD8-468E-9BE2-A690473065E0}" type="datetimeFigureOut">
              <a:rPr lang="en-US" smtClean="0">
                <a:solidFill>
                  <a:prstClr val="black">
                    <a:tint val="75000"/>
                  </a:prstClr>
                </a:solidFill>
              </a:rPr>
              <a:pPr fontAlgn="base">
                <a:spcBef>
                  <a:spcPct val="0"/>
                </a:spcBef>
                <a:spcAft>
                  <a:spcPct val="0"/>
                </a:spcAft>
                <a:defRPr/>
              </a:pPr>
              <a:t>2/13/2025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fontAlgn="base">
              <a:spcBef>
                <a:spcPct val="0"/>
              </a:spcBef>
              <a:spcAft>
                <a:spcPct val="0"/>
              </a:spcAft>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fontAlgn="base">
              <a:spcBef>
                <a:spcPct val="0"/>
              </a:spcBef>
              <a:spcAft>
                <a:spcPct val="0"/>
              </a:spcAft>
              <a:defRPr/>
            </a:pPr>
            <a:fld id="{6A22AA54-F1C1-4146-9988-D4A08E862E3E}" type="slidenum">
              <a:rPr lang="en-US" altLang="en-US" smtClean="0">
                <a:latin typeface="Arial" panose="020B0604020202020204" pitchFamily="34" charset="0"/>
                <a:cs typeface="Arial" panose="020B0604020202020204" pitchFamily="34" charset="0"/>
              </a:rPr>
              <a:pPr fontAlgn="base">
                <a:spcBef>
                  <a:spcPct val="0"/>
                </a:spcBef>
                <a:spcAft>
                  <a:spcPct val="0"/>
                </a:spcAft>
                <a:defRPr/>
              </a:pPr>
              <a:t>‹#›</a:t>
            </a:fld>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1462469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fontAlgn="base">
              <a:spcBef>
                <a:spcPct val="0"/>
              </a:spcBef>
              <a:spcAft>
                <a:spcPct val="0"/>
              </a:spcAft>
              <a:defRPr/>
            </a:pPr>
            <a:fld id="{A0523687-E2EB-4190-8A64-279ACB2FEDAC}" type="datetimeFigureOut">
              <a:rPr lang="en-US" smtClean="0">
                <a:solidFill>
                  <a:prstClr val="black">
                    <a:tint val="75000"/>
                  </a:prstClr>
                </a:solidFill>
              </a:rPr>
              <a:pPr fontAlgn="base">
                <a:spcBef>
                  <a:spcPct val="0"/>
                </a:spcBef>
                <a:spcAft>
                  <a:spcPct val="0"/>
                </a:spcAft>
                <a:defRPr/>
              </a:pPr>
              <a:t>2/13/2025</a:t>
            </a:fld>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fontAlgn="base">
              <a:spcBef>
                <a:spcPct val="0"/>
              </a:spcBef>
              <a:spcAft>
                <a:spcPct val="0"/>
              </a:spcAft>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fontAlgn="base">
              <a:spcBef>
                <a:spcPct val="0"/>
              </a:spcBef>
              <a:spcAft>
                <a:spcPct val="0"/>
              </a:spcAft>
              <a:defRPr/>
            </a:pPr>
            <a:fld id="{4682E62A-3D14-4869-9B6B-E6F8651DCE3F}" type="slidenum">
              <a:rPr lang="en-US" altLang="en-US" smtClean="0">
                <a:latin typeface="Arial" panose="020B0604020202020204" pitchFamily="34" charset="0"/>
                <a:cs typeface="Arial" panose="020B0604020202020204" pitchFamily="34" charset="0"/>
              </a:rPr>
              <a:pPr fontAlgn="base">
                <a:spcBef>
                  <a:spcPct val="0"/>
                </a:spcBef>
                <a:spcAft>
                  <a:spcPct val="0"/>
                </a:spcAft>
                <a:defRPr/>
              </a:pPr>
              <a:t>‹#›</a:t>
            </a:fld>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8871768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fontAlgn="base">
              <a:spcBef>
                <a:spcPct val="0"/>
              </a:spcBef>
              <a:spcAft>
                <a:spcPct val="0"/>
              </a:spcAft>
              <a:defRPr/>
            </a:pPr>
            <a:fld id="{16085D53-43F3-41EC-B86A-8A55CB93EA65}" type="datetimeFigureOut">
              <a:rPr lang="en-US" smtClean="0">
                <a:solidFill>
                  <a:prstClr val="black">
                    <a:tint val="75000"/>
                  </a:prstClr>
                </a:solidFill>
              </a:rPr>
              <a:pPr fontAlgn="base">
                <a:spcBef>
                  <a:spcPct val="0"/>
                </a:spcBef>
                <a:spcAft>
                  <a:spcPct val="0"/>
                </a:spcAft>
                <a:defRPr/>
              </a:pPr>
              <a:t>2/13/2025</a:t>
            </a:fld>
            <a:endParaRPr lang="en-US">
              <a:solidFill>
                <a:prstClr val="black">
                  <a:tint val="75000"/>
                </a:prstClr>
              </a:solidFill>
            </a:endParaRPr>
          </a:p>
        </p:txBody>
      </p:sp>
      <p:sp>
        <p:nvSpPr>
          <p:cNvPr id="8" name="Footer Placeholder 4"/>
          <p:cNvSpPr>
            <a:spLocks noGrp="1"/>
          </p:cNvSpPr>
          <p:nvPr>
            <p:ph type="ftr" sz="quarter" idx="11"/>
          </p:nvPr>
        </p:nvSpPr>
        <p:spPr/>
        <p:txBody>
          <a:bodyPr/>
          <a:lstStyle>
            <a:lvl1pPr>
              <a:defRPr/>
            </a:lvl1pPr>
          </a:lstStyle>
          <a:p>
            <a:pPr fontAlgn="base">
              <a:spcBef>
                <a:spcPct val="0"/>
              </a:spcBef>
              <a:spcAft>
                <a:spcPct val="0"/>
              </a:spcAft>
              <a:defRPr/>
            </a:pPr>
            <a:endParaRPr lang="en-US">
              <a:solidFill>
                <a:prstClr val="black">
                  <a:tint val="75000"/>
                </a:prstClr>
              </a:solidFill>
            </a:endParaRPr>
          </a:p>
        </p:txBody>
      </p:sp>
      <p:sp>
        <p:nvSpPr>
          <p:cNvPr id="9" name="Slide Number Placeholder 5"/>
          <p:cNvSpPr>
            <a:spLocks noGrp="1"/>
          </p:cNvSpPr>
          <p:nvPr>
            <p:ph type="sldNum" sz="quarter" idx="12"/>
          </p:nvPr>
        </p:nvSpPr>
        <p:spPr/>
        <p:txBody>
          <a:bodyPr/>
          <a:lstStyle>
            <a:lvl1pPr>
              <a:defRPr/>
            </a:lvl1pPr>
          </a:lstStyle>
          <a:p>
            <a:pPr fontAlgn="base">
              <a:spcBef>
                <a:spcPct val="0"/>
              </a:spcBef>
              <a:spcAft>
                <a:spcPct val="0"/>
              </a:spcAft>
              <a:defRPr/>
            </a:pPr>
            <a:fld id="{05B315A1-2278-419F-A63D-8A71E54888AA}" type="slidenum">
              <a:rPr lang="en-US" altLang="en-US" smtClean="0">
                <a:latin typeface="Arial" panose="020B0604020202020204" pitchFamily="34" charset="0"/>
                <a:cs typeface="Arial" panose="020B0604020202020204" pitchFamily="34" charset="0"/>
              </a:rPr>
              <a:pPr fontAlgn="base">
                <a:spcBef>
                  <a:spcPct val="0"/>
                </a:spcBef>
                <a:spcAft>
                  <a:spcPct val="0"/>
                </a:spcAft>
                <a:defRPr/>
              </a:pPr>
              <a:t>‹#›</a:t>
            </a:fld>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6902144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fontAlgn="base">
              <a:spcBef>
                <a:spcPct val="0"/>
              </a:spcBef>
              <a:spcAft>
                <a:spcPct val="0"/>
              </a:spcAft>
              <a:defRPr/>
            </a:pPr>
            <a:fld id="{FC7540E1-A7D4-4DC9-869D-66F10AD59078}" type="datetimeFigureOut">
              <a:rPr lang="en-US" smtClean="0">
                <a:solidFill>
                  <a:prstClr val="black">
                    <a:tint val="75000"/>
                  </a:prstClr>
                </a:solidFill>
              </a:rPr>
              <a:pPr fontAlgn="base">
                <a:spcBef>
                  <a:spcPct val="0"/>
                </a:spcBef>
                <a:spcAft>
                  <a:spcPct val="0"/>
                </a:spcAft>
                <a:defRPr/>
              </a:pPr>
              <a:t>2/13/2025</a:t>
            </a:fld>
            <a:endParaRPr lang="en-US">
              <a:solidFill>
                <a:prstClr val="black">
                  <a:tint val="75000"/>
                </a:prstClr>
              </a:solidFill>
            </a:endParaRPr>
          </a:p>
        </p:txBody>
      </p:sp>
      <p:sp>
        <p:nvSpPr>
          <p:cNvPr id="4" name="Footer Placeholder 4"/>
          <p:cNvSpPr>
            <a:spLocks noGrp="1"/>
          </p:cNvSpPr>
          <p:nvPr>
            <p:ph type="ftr" sz="quarter" idx="11"/>
          </p:nvPr>
        </p:nvSpPr>
        <p:spPr/>
        <p:txBody>
          <a:bodyPr/>
          <a:lstStyle>
            <a:lvl1pPr>
              <a:defRPr/>
            </a:lvl1pPr>
          </a:lstStyle>
          <a:p>
            <a:pPr fontAlgn="base">
              <a:spcBef>
                <a:spcPct val="0"/>
              </a:spcBef>
              <a:spcAft>
                <a:spcPct val="0"/>
              </a:spcAft>
              <a:defRPr/>
            </a:pPr>
            <a:endParaRPr lang="en-US">
              <a:solidFill>
                <a:prstClr val="black">
                  <a:tint val="75000"/>
                </a:prstClr>
              </a:solidFill>
            </a:endParaRPr>
          </a:p>
        </p:txBody>
      </p:sp>
      <p:sp>
        <p:nvSpPr>
          <p:cNvPr id="5" name="Slide Number Placeholder 5"/>
          <p:cNvSpPr>
            <a:spLocks noGrp="1"/>
          </p:cNvSpPr>
          <p:nvPr>
            <p:ph type="sldNum" sz="quarter" idx="12"/>
          </p:nvPr>
        </p:nvSpPr>
        <p:spPr/>
        <p:txBody>
          <a:bodyPr/>
          <a:lstStyle>
            <a:lvl1pPr>
              <a:defRPr/>
            </a:lvl1pPr>
          </a:lstStyle>
          <a:p>
            <a:pPr fontAlgn="base">
              <a:spcBef>
                <a:spcPct val="0"/>
              </a:spcBef>
              <a:spcAft>
                <a:spcPct val="0"/>
              </a:spcAft>
              <a:defRPr/>
            </a:pPr>
            <a:fld id="{72F7AE3E-81F1-4C1A-AE55-9F6CDEDFB0E9}" type="slidenum">
              <a:rPr lang="en-US" altLang="en-US" smtClean="0">
                <a:latin typeface="Arial" panose="020B0604020202020204" pitchFamily="34" charset="0"/>
                <a:cs typeface="Arial" panose="020B0604020202020204" pitchFamily="34" charset="0"/>
              </a:rPr>
              <a:pPr fontAlgn="base">
                <a:spcBef>
                  <a:spcPct val="0"/>
                </a:spcBef>
                <a:spcAft>
                  <a:spcPct val="0"/>
                </a:spcAft>
                <a:defRPr/>
              </a:pPr>
              <a:t>‹#›</a:t>
            </a:fld>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4156416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fontAlgn="base">
              <a:spcBef>
                <a:spcPct val="0"/>
              </a:spcBef>
              <a:spcAft>
                <a:spcPct val="0"/>
              </a:spcAft>
              <a:defRPr/>
            </a:pPr>
            <a:fld id="{BA6AB1EA-C790-4525-ACB3-16DD80283441}" type="datetimeFigureOut">
              <a:rPr lang="en-US" smtClean="0">
                <a:solidFill>
                  <a:prstClr val="black">
                    <a:tint val="75000"/>
                  </a:prstClr>
                </a:solidFill>
              </a:rPr>
              <a:pPr fontAlgn="base">
                <a:spcBef>
                  <a:spcPct val="0"/>
                </a:spcBef>
                <a:spcAft>
                  <a:spcPct val="0"/>
                </a:spcAft>
                <a:defRPr/>
              </a:pPr>
              <a:t>2/13/2025</a:t>
            </a:fld>
            <a:endParaRPr lang="en-US">
              <a:solidFill>
                <a:prstClr val="black">
                  <a:tint val="75000"/>
                </a:prstClr>
              </a:solidFill>
            </a:endParaRPr>
          </a:p>
        </p:txBody>
      </p:sp>
      <p:sp>
        <p:nvSpPr>
          <p:cNvPr id="3" name="Footer Placeholder 4"/>
          <p:cNvSpPr>
            <a:spLocks noGrp="1"/>
          </p:cNvSpPr>
          <p:nvPr>
            <p:ph type="ftr" sz="quarter" idx="11"/>
          </p:nvPr>
        </p:nvSpPr>
        <p:spPr/>
        <p:txBody>
          <a:bodyPr/>
          <a:lstStyle>
            <a:lvl1pPr>
              <a:defRPr/>
            </a:lvl1pPr>
          </a:lstStyle>
          <a:p>
            <a:pPr fontAlgn="base">
              <a:spcBef>
                <a:spcPct val="0"/>
              </a:spcBef>
              <a:spcAft>
                <a:spcPct val="0"/>
              </a:spcAft>
              <a:defRPr/>
            </a:pPr>
            <a:endParaRPr lang="en-US">
              <a:solidFill>
                <a:prstClr val="black">
                  <a:tint val="75000"/>
                </a:prstClr>
              </a:solidFill>
            </a:endParaRPr>
          </a:p>
        </p:txBody>
      </p:sp>
      <p:sp>
        <p:nvSpPr>
          <p:cNvPr id="4" name="Slide Number Placeholder 5"/>
          <p:cNvSpPr>
            <a:spLocks noGrp="1"/>
          </p:cNvSpPr>
          <p:nvPr>
            <p:ph type="sldNum" sz="quarter" idx="12"/>
          </p:nvPr>
        </p:nvSpPr>
        <p:spPr/>
        <p:txBody>
          <a:bodyPr/>
          <a:lstStyle>
            <a:lvl1pPr>
              <a:defRPr/>
            </a:lvl1pPr>
          </a:lstStyle>
          <a:p>
            <a:pPr fontAlgn="base">
              <a:spcBef>
                <a:spcPct val="0"/>
              </a:spcBef>
              <a:spcAft>
                <a:spcPct val="0"/>
              </a:spcAft>
              <a:defRPr/>
            </a:pPr>
            <a:fld id="{D8A1B377-74BA-4FB8-AC0A-17FF5223DC85}" type="slidenum">
              <a:rPr lang="en-US" altLang="en-US" smtClean="0">
                <a:latin typeface="Arial" panose="020B0604020202020204" pitchFamily="34" charset="0"/>
                <a:cs typeface="Arial" panose="020B0604020202020204" pitchFamily="34" charset="0"/>
              </a:rPr>
              <a:pPr fontAlgn="base">
                <a:spcBef>
                  <a:spcPct val="0"/>
                </a:spcBef>
                <a:spcAft>
                  <a:spcPct val="0"/>
                </a:spcAft>
                <a:defRPr/>
              </a:pPr>
              <a:t>‹#›</a:t>
            </a:fld>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507539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fontAlgn="base">
              <a:spcBef>
                <a:spcPct val="0"/>
              </a:spcBef>
              <a:spcAft>
                <a:spcPct val="0"/>
              </a:spcAft>
              <a:defRPr/>
            </a:pPr>
            <a:fld id="{FF8DFBD9-D1B9-47DF-B2B6-9D87A243AEB8}" type="datetimeFigureOut">
              <a:rPr lang="en-US" smtClean="0">
                <a:solidFill>
                  <a:prstClr val="black">
                    <a:tint val="75000"/>
                  </a:prstClr>
                </a:solidFill>
              </a:rPr>
              <a:pPr fontAlgn="base">
                <a:spcBef>
                  <a:spcPct val="0"/>
                </a:spcBef>
                <a:spcAft>
                  <a:spcPct val="0"/>
                </a:spcAft>
                <a:defRPr/>
              </a:pPr>
              <a:t>2/13/2025</a:t>
            </a:fld>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fontAlgn="base">
              <a:spcBef>
                <a:spcPct val="0"/>
              </a:spcBef>
              <a:spcAft>
                <a:spcPct val="0"/>
              </a:spcAft>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fontAlgn="base">
              <a:spcBef>
                <a:spcPct val="0"/>
              </a:spcBef>
              <a:spcAft>
                <a:spcPct val="0"/>
              </a:spcAft>
              <a:defRPr/>
            </a:pPr>
            <a:fld id="{7250CF12-5F3A-4FB6-B612-A36432EE10AA}" type="slidenum">
              <a:rPr lang="en-US" altLang="en-US" smtClean="0">
                <a:latin typeface="Arial" panose="020B0604020202020204" pitchFamily="34" charset="0"/>
                <a:cs typeface="Arial" panose="020B0604020202020204" pitchFamily="34" charset="0"/>
              </a:rPr>
              <a:pPr fontAlgn="base">
                <a:spcBef>
                  <a:spcPct val="0"/>
                </a:spcBef>
                <a:spcAft>
                  <a:spcPct val="0"/>
                </a:spcAft>
                <a:defRPr/>
              </a:pPr>
              <a:t>‹#›</a:t>
            </a:fld>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3214993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fontAlgn="base">
              <a:spcBef>
                <a:spcPct val="0"/>
              </a:spcBef>
              <a:spcAft>
                <a:spcPct val="0"/>
              </a:spcAft>
              <a:defRPr/>
            </a:pPr>
            <a:fld id="{7FE0D2A7-B5B4-43C2-85DA-6879587C0F4D}" type="datetimeFigureOut">
              <a:rPr lang="en-US" smtClean="0">
                <a:solidFill>
                  <a:prstClr val="black">
                    <a:tint val="75000"/>
                  </a:prstClr>
                </a:solidFill>
              </a:rPr>
              <a:pPr fontAlgn="base">
                <a:spcBef>
                  <a:spcPct val="0"/>
                </a:spcBef>
                <a:spcAft>
                  <a:spcPct val="0"/>
                </a:spcAft>
                <a:defRPr/>
              </a:pPr>
              <a:t>2/13/2025</a:t>
            </a:fld>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fontAlgn="base">
              <a:spcBef>
                <a:spcPct val="0"/>
              </a:spcBef>
              <a:spcAft>
                <a:spcPct val="0"/>
              </a:spcAft>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fontAlgn="base">
              <a:spcBef>
                <a:spcPct val="0"/>
              </a:spcBef>
              <a:spcAft>
                <a:spcPct val="0"/>
              </a:spcAft>
              <a:defRPr/>
            </a:pPr>
            <a:fld id="{1C7537D1-F95F-4EF7-85C4-ED3BBA7383CF}" type="slidenum">
              <a:rPr lang="en-US" altLang="en-US" smtClean="0">
                <a:latin typeface="Arial" panose="020B0604020202020204" pitchFamily="34" charset="0"/>
                <a:cs typeface="Arial" panose="020B0604020202020204" pitchFamily="34" charset="0"/>
              </a:rPr>
              <a:pPr fontAlgn="base">
                <a:spcBef>
                  <a:spcPct val="0"/>
                </a:spcBef>
                <a:spcAft>
                  <a:spcPct val="0"/>
                </a:spcAft>
                <a:defRPr/>
              </a:pPr>
              <a:t>‹#›</a:t>
            </a:fld>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5571191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fontAlgn="base">
              <a:spcBef>
                <a:spcPct val="0"/>
              </a:spcBef>
              <a:spcAft>
                <a:spcPct val="0"/>
              </a:spcAft>
              <a:defRPr/>
            </a:pPr>
            <a:fld id="{BE8D5800-679D-4B18-A871-F9E2006CC4B4}" type="datetimeFigureOut">
              <a:rPr lang="en-US" smtClean="0">
                <a:solidFill>
                  <a:prstClr val="black">
                    <a:tint val="75000"/>
                  </a:prstClr>
                </a:solidFill>
              </a:rPr>
              <a:pPr fontAlgn="base">
                <a:spcBef>
                  <a:spcPct val="0"/>
                </a:spcBef>
                <a:spcAft>
                  <a:spcPct val="0"/>
                </a:spcAft>
                <a:defRPr/>
              </a:pPr>
              <a:t>2/13/2025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fontAlgn="base">
              <a:spcBef>
                <a:spcPct val="0"/>
              </a:spcBef>
              <a:spcAft>
                <a:spcPct val="0"/>
              </a:spcAft>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fontAlgn="base">
              <a:spcBef>
                <a:spcPct val="0"/>
              </a:spcBef>
              <a:spcAft>
                <a:spcPct val="0"/>
              </a:spcAft>
              <a:defRPr/>
            </a:pPr>
            <a:fld id="{3233BABA-ABF4-48F6-B695-085FD4DD2A5D}" type="slidenum">
              <a:rPr lang="en-US" altLang="en-US" smtClean="0">
                <a:latin typeface="Arial" panose="020B0604020202020204" pitchFamily="34" charset="0"/>
                <a:cs typeface="Arial" panose="020B0604020202020204" pitchFamily="34" charset="0"/>
              </a:rPr>
              <a:pPr fontAlgn="base">
                <a:spcBef>
                  <a:spcPct val="0"/>
                </a:spcBef>
                <a:spcAft>
                  <a:spcPct val="0"/>
                </a:spcAft>
                <a:defRPr/>
              </a:pPr>
              <a:t>‹#›</a:t>
            </a:fld>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1526828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fontAlgn="base">
              <a:spcBef>
                <a:spcPct val="0"/>
              </a:spcBef>
              <a:spcAft>
                <a:spcPct val="0"/>
              </a:spcAft>
              <a:defRPr/>
            </a:pPr>
            <a:fld id="{46CA8050-EB6F-486B-8107-4C4C81173DA1}" type="datetimeFigureOut">
              <a:rPr lang="en-US" smtClean="0">
                <a:solidFill>
                  <a:prstClr val="black">
                    <a:tint val="75000"/>
                  </a:prstClr>
                </a:solidFill>
              </a:rPr>
              <a:pPr fontAlgn="base">
                <a:spcBef>
                  <a:spcPct val="0"/>
                </a:spcBef>
                <a:spcAft>
                  <a:spcPct val="0"/>
                </a:spcAft>
                <a:defRPr/>
              </a:pPr>
              <a:t>2/13/2025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fontAlgn="base">
              <a:spcBef>
                <a:spcPct val="0"/>
              </a:spcBef>
              <a:spcAft>
                <a:spcPct val="0"/>
              </a:spcAft>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fontAlgn="base">
              <a:spcBef>
                <a:spcPct val="0"/>
              </a:spcBef>
              <a:spcAft>
                <a:spcPct val="0"/>
              </a:spcAft>
              <a:defRPr/>
            </a:pPr>
            <a:fld id="{79AD6099-14FD-4B03-AD91-F897378AD87E}" type="slidenum">
              <a:rPr lang="en-US" altLang="en-US" smtClean="0">
                <a:latin typeface="Arial" panose="020B0604020202020204" pitchFamily="34" charset="0"/>
                <a:cs typeface="Arial" panose="020B0604020202020204" pitchFamily="34" charset="0"/>
              </a:rPr>
              <a:pPr fontAlgn="base">
                <a:spcBef>
                  <a:spcPct val="0"/>
                </a:spcBef>
                <a:spcAft>
                  <a:spcPct val="0"/>
                </a:spcAft>
                <a:defRPr/>
              </a:pPr>
              <a:t>‹#›</a:t>
            </a:fld>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39361542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fontAlgn="base">
              <a:spcBef>
                <a:spcPct val="0"/>
              </a:spcBef>
              <a:spcAft>
                <a:spcPct val="0"/>
              </a:spcAft>
              <a:defRPr/>
            </a:pPr>
            <a:fld id="{AC513BF8-F283-470D-B5FF-DC3BB9E8B977}" type="datetimeFigureOut">
              <a:rPr lang="en-US" smtClean="0">
                <a:solidFill>
                  <a:prstClr val="black">
                    <a:tint val="75000"/>
                  </a:prstClr>
                </a:solidFill>
              </a:rPr>
              <a:pPr fontAlgn="base">
                <a:spcBef>
                  <a:spcPct val="0"/>
                </a:spcBef>
                <a:spcAft>
                  <a:spcPct val="0"/>
                </a:spcAft>
                <a:defRPr/>
              </a:pPr>
              <a:t>2/13/2025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fontAlgn="base">
              <a:spcBef>
                <a:spcPct val="0"/>
              </a:spcBef>
              <a:spcAft>
                <a:spcPct val="0"/>
              </a:spcAft>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fontAlgn="base">
              <a:spcBef>
                <a:spcPct val="0"/>
              </a:spcBef>
              <a:spcAft>
                <a:spcPct val="0"/>
              </a:spcAft>
              <a:defRPr/>
            </a:pPr>
            <a:fld id="{AD8C618E-7CDE-40E6-95B8-35CE61E9BCE0}" type="slidenum">
              <a:rPr lang="en-US" altLang="en-US" smtClean="0">
                <a:latin typeface="Arial" panose="020B0604020202020204" pitchFamily="34" charset="0"/>
                <a:cs typeface="Arial" panose="020B0604020202020204" pitchFamily="34" charset="0"/>
              </a:rPr>
              <a:pPr fontAlgn="base">
                <a:spcBef>
                  <a:spcPct val="0"/>
                </a:spcBef>
                <a:spcAft>
                  <a:spcPct val="0"/>
                </a:spcAft>
                <a:defRPr/>
              </a:pPr>
              <a:t>‹#›</a:t>
            </a:fld>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61377114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fontAlgn="base">
              <a:spcBef>
                <a:spcPct val="0"/>
              </a:spcBef>
              <a:spcAft>
                <a:spcPct val="0"/>
              </a:spcAft>
              <a:defRPr/>
            </a:pPr>
            <a:fld id="{F969CED3-ADDB-48C0-B676-732DB3C0777D}" type="datetimeFigureOut">
              <a:rPr lang="en-US" smtClean="0">
                <a:solidFill>
                  <a:prstClr val="black">
                    <a:tint val="75000"/>
                  </a:prstClr>
                </a:solidFill>
              </a:rPr>
              <a:pPr fontAlgn="base">
                <a:spcBef>
                  <a:spcPct val="0"/>
                </a:spcBef>
                <a:spcAft>
                  <a:spcPct val="0"/>
                </a:spcAft>
                <a:defRPr/>
              </a:pPr>
              <a:t>2/13/2025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fontAlgn="base">
              <a:spcBef>
                <a:spcPct val="0"/>
              </a:spcBef>
              <a:spcAft>
                <a:spcPct val="0"/>
              </a:spcAft>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fontAlgn="base">
              <a:spcBef>
                <a:spcPct val="0"/>
              </a:spcBef>
              <a:spcAft>
                <a:spcPct val="0"/>
              </a:spcAft>
              <a:defRPr/>
            </a:pPr>
            <a:fld id="{0627E456-FD34-49E8-B527-485FD99F75E8}" type="slidenum">
              <a:rPr lang="en-US" altLang="en-US" smtClean="0">
                <a:latin typeface="Arial" panose="020B0604020202020204" pitchFamily="34" charset="0"/>
                <a:cs typeface="Arial" panose="020B0604020202020204" pitchFamily="34" charset="0"/>
              </a:rPr>
              <a:pPr fontAlgn="base">
                <a:spcBef>
                  <a:spcPct val="0"/>
                </a:spcBef>
                <a:spcAft>
                  <a:spcPct val="0"/>
                </a:spcAft>
                <a:defRPr/>
              </a:pPr>
              <a:t>‹#›</a:t>
            </a:fld>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0266067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fontAlgn="base">
              <a:spcBef>
                <a:spcPct val="0"/>
              </a:spcBef>
              <a:spcAft>
                <a:spcPct val="0"/>
              </a:spcAft>
              <a:defRPr/>
            </a:pPr>
            <a:fld id="{4DF84ED2-FBD8-468E-9BE2-A690473065E0}" type="datetimeFigureOut">
              <a:rPr lang="en-US" smtClean="0">
                <a:solidFill>
                  <a:prstClr val="black">
                    <a:tint val="75000"/>
                  </a:prstClr>
                </a:solidFill>
              </a:rPr>
              <a:pPr fontAlgn="base">
                <a:spcBef>
                  <a:spcPct val="0"/>
                </a:spcBef>
                <a:spcAft>
                  <a:spcPct val="0"/>
                </a:spcAft>
                <a:defRPr/>
              </a:pPr>
              <a:t>2/13/2025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fontAlgn="base">
              <a:spcBef>
                <a:spcPct val="0"/>
              </a:spcBef>
              <a:spcAft>
                <a:spcPct val="0"/>
              </a:spcAft>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fontAlgn="base">
              <a:spcBef>
                <a:spcPct val="0"/>
              </a:spcBef>
              <a:spcAft>
                <a:spcPct val="0"/>
              </a:spcAft>
              <a:defRPr/>
            </a:pPr>
            <a:fld id="{6A22AA54-F1C1-4146-9988-D4A08E862E3E}" type="slidenum">
              <a:rPr lang="en-US" altLang="en-US" smtClean="0">
                <a:latin typeface="Arial" panose="020B0604020202020204" pitchFamily="34" charset="0"/>
                <a:cs typeface="Arial" panose="020B0604020202020204" pitchFamily="34" charset="0"/>
              </a:rPr>
              <a:pPr fontAlgn="base">
                <a:spcBef>
                  <a:spcPct val="0"/>
                </a:spcBef>
                <a:spcAft>
                  <a:spcPct val="0"/>
                </a:spcAft>
                <a:defRPr/>
              </a:pPr>
              <a:t>‹#›</a:t>
            </a:fld>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76082141"/>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3"/>
          <p:cNvSpPr>
            <a:spLocks noGrp="1"/>
          </p:cNvSpPr>
          <p:nvPr>
            <p:ph type="dt" sz="half" idx="10"/>
          </p:nvPr>
        </p:nvSpPr>
        <p:spPr/>
        <p:txBody>
          <a:bodyPr/>
          <a:lstStyle>
            <a:lvl1pPr>
              <a:defRPr/>
            </a:lvl1pPr>
          </a:lstStyle>
          <a:p>
            <a:pPr fontAlgn="base">
              <a:spcBef>
                <a:spcPct val="0"/>
              </a:spcBef>
              <a:spcAft>
                <a:spcPct val="0"/>
              </a:spcAft>
              <a:defRPr/>
            </a:pPr>
            <a:fld id="{A0523687-E2EB-4190-8A64-279ACB2FEDAC}" type="datetimeFigureOut">
              <a:rPr lang="en-US" smtClean="0">
                <a:solidFill>
                  <a:prstClr val="black">
                    <a:tint val="75000"/>
                  </a:prstClr>
                </a:solidFill>
              </a:rPr>
              <a:pPr fontAlgn="base">
                <a:spcBef>
                  <a:spcPct val="0"/>
                </a:spcBef>
                <a:spcAft>
                  <a:spcPct val="0"/>
                </a:spcAft>
                <a:defRPr/>
              </a:pPr>
              <a:t>2/13/2025</a:t>
            </a:fld>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fontAlgn="base">
              <a:spcBef>
                <a:spcPct val="0"/>
              </a:spcBef>
              <a:spcAft>
                <a:spcPct val="0"/>
              </a:spcAft>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fontAlgn="base">
              <a:spcBef>
                <a:spcPct val="0"/>
              </a:spcBef>
              <a:spcAft>
                <a:spcPct val="0"/>
              </a:spcAft>
              <a:defRPr/>
            </a:pPr>
            <a:fld id="{4682E62A-3D14-4869-9B6B-E6F8651DCE3F}" type="slidenum">
              <a:rPr lang="en-US" altLang="en-US" smtClean="0">
                <a:latin typeface="Arial" panose="020B0604020202020204" pitchFamily="34" charset="0"/>
                <a:cs typeface="Arial" panose="020B0604020202020204" pitchFamily="34" charset="0"/>
              </a:rPr>
              <a:pPr fontAlgn="base">
                <a:spcBef>
                  <a:spcPct val="0"/>
                </a:spcBef>
                <a:spcAft>
                  <a:spcPct val="0"/>
                </a:spcAft>
                <a:defRPr/>
              </a:pPr>
              <a:t>‹#›</a:t>
            </a:fld>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3232509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3"/>
          <p:cNvSpPr>
            <a:spLocks noGrp="1"/>
          </p:cNvSpPr>
          <p:nvPr>
            <p:ph type="dt" sz="half" idx="10"/>
          </p:nvPr>
        </p:nvSpPr>
        <p:spPr/>
        <p:txBody>
          <a:bodyPr/>
          <a:lstStyle>
            <a:lvl1pPr>
              <a:defRPr/>
            </a:lvl1pPr>
          </a:lstStyle>
          <a:p>
            <a:pPr fontAlgn="base">
              <a:spcBef>
                <a:spcPct val="0"/>
              </a:spcBef>
              <a:spcAft>
                <a:spcPct val="0"/>
              </a:spcAft>
              <a:defRPr/>
            </a:pPr>
            <a:fld id="{16085D53-43F3-41EC-B86A-8A55CB93EA65}" type="datetimeFigureOut">
              <a:rPr lang="en-US" smtClean="0">
                <a:solidFill>
                  <a:prstClr val="black">
                    <a:tint val="75000"/>
                  </a:prstClr>
                </a:solidFill>
              </a:rPr>
              <a:pPr fontAlgn="base">
                <a:spcBef>
                  <a:spcPct val="0"/>
                </a:spcBef>
                <a:spcAft>
                  <a:spcPct val="0"/>
                </a:spcAft>
                <a:defRPr/>
              </a:pPr>
              <a:t>2/13/2025</a:t>
            </a:fld>
            <a:endParaRPr lang="en-US">
              <a:solidFill>
                <a:prstClr val="black">
                  <a:tint val="75000"/>
                </a:prstClr>
              </a:solidFill>
            </a:endParaRPr>
          </a:p>
        </p:txBody>
      </p:sp>
      <p:sp>
        <p:nvSpPr>
          <p:cNvPr id="8" name="Footer Placeholder 4"/>
          <p:cNvSpPr>
            <a:spLocks noGrp="1"/>
          </p:cNvSpPr>
          <p:nvPr>
            <p:ph type="ftr" sz="quarter" idx="11"/>
          </p:nvPr>
        </p:nvSpPr>
        <p:spPr/>
        <p:txBody>
          <a:bodyPr/>
          <a:lstStyle>
            <a:lvl1pPr>
              <a:defRPr/>
            </a:lvl1pPr>
          </a:lstStyle>
          <a:p>
            <a:pPr fontAlgn="base">
              <a:spcBef>
                <a:spcPct val="0"/>
              </a:spcBef>
              <a:spcAft>
                <a:spcPct val="0"/>
              </a:spcAft>
              <a:defRPr/>
            </a:pPr>
            <a:endParaRPr lang="en-US">
              <a:solidFill>
                <a:prstClr val="black">
                  <a:tint val="75000"/>
                </a:prstClr>
              </a:solidFill>
            </a:endParaRPr>
          </a:p>
        </p:txBody>
      </p:sp>
      <p:sp>
        <p:nvSpPr>
          <p:cNvPr id="9" name="Slide Number Placeholder 5"/>
          <p:cNvSpPr>
            <a:spLocks noGrp="1"/>
          </p:cNvSpPr>
          <p:nvPr>
            <p:ph type="sldNum" sz="quarter" idx="12"/>
          </p:nvPr>
        </p:nvSpPr>
        <p:spPr/>
        <p:txBody>
          <a:bodyPr/>
          <a:lstStyle>
            <a:lvl1pPr>
              <a:defRPr/>
            </a:lvl1pPr>
          </a:lstStyle>
          <a:p>
            <a:pPr fontAlgn="base">
              <a:spcBef>
                <a:spcPct val="0"/>
              </a:spcBef>
              <a:spcAft>
                <a:spcPct val="0"/>
              </a:spcAft>
              <a:defRPr/>
            </a:pPr>
            <a:fld id="{05B315A1-2278-419F-A63D-8A71E54888AA}" type="slidenum">
              <a:rPr lang="en-US" altLang="en-US" smtClean="0">
                <a:latin typeface="Arial" panose="020B0604020202020204" pitchFamily="34" charset="0"/>
                <a:cs typeface="Arial" panose="020B0604020202020204" pitchFamily="34" charset="0"/>
              </a:rPr>
              <a:pPr fontAlgn="base">
                <a:spcBef>
                  <a:spcPct val="0"/>
                </a:spcBef>
                <a:spcAft>
                  <a:spcPct val="0"/>
                </a:spcAft>
                <a:defRPr/>
              </a:pPr>
              <a:t>‹#›</a:t>
            </a:fld>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64227254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fontAlgn="base">
              <a:spcBef>
                <a:spcPct val="0"/>
              </a:spcBef>
              <a:spcAft>
                <a:spcPct val="0"/>
              </a:spcAft>
              <a:defRPr/>
            </a:pPr>
            <a:fld id="{FC7540E1-A7D4-4DC9-869D-66F10AD59078}" type="datetimeFigureOut">
              <a:rPr lang="en-US" smtClean="0">
                <a:solidFill>
                  <a:prstClr val="black">
                    <a:tint val="75000"/>
                  </a:prstClr>
                </a:solidFill>
              </a:rPr>
              <a:pPr fontAlgn="base">
                <a:spcBef>
                  <a:spcPct val="0"/>
                </a:spcBef>
                <a:spcAft>
                  <a:spcPct val="0"/>
                </a:spcAft>
                <a:defRPr/>
              </a:pPr>
              <a:t>2/13/2025</a:t>
            </a:fld>
            <a:endParaRPr lang="en-US">
              <a:solidFill>
                <a:prstClr val="black">
                  <a:tint val="75000"/>
                </a:prstClr>
              </a:solidFill>
            </a:endParaRPr>
          </a:p>
        </p:txBody>
      </p:sp>
      <p:sp>
        <p:nvSpPr>
          <p:cNvPr id="4" name="Footer Placeholder 4"/>
          <p:cNvSpPr>
            <a:spLocks noGrp="1"/>
          </p:cNvSpPr>
          <p:nvPr>
            <p:ph type="ftr" sz="quarter" idx="11"/>
          </p:nvPr>
        </p:nvSpPr>
        <p:spPr/>
        <p:txBody>
          <a:bodyPr/>
          <a:lstStyle>
            <a:lvl1pPr>
              <a:defRPr/>
            </a:lvl1pPr>
          </a:lstStyle>
          <a:p>
            <a:pPr fontAlgn="base">
              <a:spcBef>
                <a:spcPct val="0"/>
              </a:spcBef>
              <a:spcAft>
                <a:spcPct val="0"/>
              </a:spcAft>
              <a:defRPr/>
            </a:pPr>
            <a:endParaRPr lang="en-US">
              <a:solidFill>
                <a:prstClr val="black">
                  <a:tint val="75000"/>
                </a:prstClr>
              </a:solidFill>
            </a:endParaRPr>
          </a:p>
        </p:txBody>
      </p:sp>
      <p:sp>
        <p:nvSpPr>
          <p:cNvPr id="5" name="Slide Number Placeholder 5"/>
          <p:cNvSpPr>
            <a:spLocks noGrp="1"/>
          </p:cNvSpPr>
          <p:nvPr>
            <p:ph type="sldNum" sz="quarter" idx="12"/>
          </p:nvPr>
        </p:nvSpPr>
        <p:spPr/>
        <p:txBody>
          <a:bodyPr/>
          <a:lstStyle>
            <a:lvl1pPr>
              <a:defRPr/>
            </a:lvl1pPr>
          </a:lstStyle>
          <a:p>
            <a:pPr fontAlgn="base">
              <a:spcBef>
                <a:spcPct val="0"/>
              </a:spcBef>
              <a:spcAft>
                <a:spcPct val="0"/>
              </a:spcAft>
              <a:defRPr/>
            </a:pPr>
            <a:fld id="{72F7AE3E-81F1-4C1A-AE55-9F6CDEDFB0E9}" type="slidenum">
              <a:rPr lang="en-US" altLang="en-US" smtClean="0">
                <a:latin typeface="Arial" panose="020B0604020202020204" pitchFamily="34" charset="0"/>
                <a:cs typeface="Arial" panose="020B0604020202020204" pitchFamily="34" charset="0"/>
              </a:rPr>
              <a:pPr fontAlgn="base">
                <a:spcBef>
                  <a:spcPct val="0"/>
                </a:spcBef>
                <a:spcAft>
                  <a:spcPct val="0"/>
                </a:spcAft>
                <a:defRPr/>
              </a:pPr>
              <a:t>‹#›</a:t>
            </a:fld>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26085571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fontAlgn="base">
              <a:spcBef>
                <a:spcPct val="0"/>
              </a:spcBef>
              <a:spcAft>
                <a:spcPct val="0"/>
              </a:spcAft>
              <a:defRPr/>
            </a:pPr>
            <a:fld id="{BA6AB1EA-C790-4525-ACB3-16DD80283441}" type="datetimeFigureOut">
              <a:rPr lang="en-US" smtClean="0">
                <a:solidFill>
                  <a:prstClr val="black">
                    <a:tint val="75000"/>
                  </a:prstClr>
                </a:solidFill>
              </a:rPr>
              <a:pPr fontAlgn="base">
                <a:spcBef>
                  <a:spcPct val="0"/>
                </a:spcBef>
                <a:spcAft>
                  <a:spcPct val="0"/>
                </a:spcAft>
                <a:defRPr/>
              </a:pPr>
              <a:t>2/13/2025</a:t>
            </a:fld>
            <a:endParaRPr lang="en-US">
              <a:solidFill>
                <a:prstClr val="black">
                  <a:tint val="75000"/>
                </a:prstClr>
              </a:solidFill>
            </a:endParaRPr>
          </a:p>
        </p:txBody>
      </p:sp>
      <p:sp>
        <p:nvSpPr>
          <p:cNvPr id="3" name="Footer Placeholder 4"/>
          <p:cNvSpPr>
            <a:spLocks noGrp="1"/>
          </p:cNvSpPr>
          <p:nvPr>
            <p:ph type="ftr" sz="quarter" idx="11"/>
          </p:nvPr>
        </p:nvSpPr>
        <p:spPr/>
        <p:txBody>
          <a:bodyPr/>
          <a:lstStyle>
            <a:lvl1pPr>
              <a:defRPr/>
            </a:lvl1pPr>
          </a:lstStyle>
          <a:p>
            <a:pPr fontAlgn="base">
              <a:spcBef>
                <a:spcPct val="0"/>
              </a:spcBef>
              <a:spcAft>
                <a:spcPct val="0"/>
              </a:spcAft>
              <a:defRPr/>
            </a:pPr>
            <a:endParaRPr lang="en-US">
              <a:solidFill>
                <a:prstClr val="black">
                  <a:tint val="75000"/>
                </a:prstClr>
              </a:solidFill>
            </a:endParaRPr>
          </a:p>
        </p:txBody>
      </p:sp>
      <p:sp>
        <p:nvSpPr>
          <p:cNvPr id="4" name="Slide Number Placeholder 5"/>
          <p:cNvSpPr>
            <a:spLocks noGrp="1"/>
          </p:cNvSpPr>
          <p:nvPr>
            <p:ph type="sldNum" sz="quarter" idx="12"/>
          </p:nvPr>
        </p:nvSpPr>
        <p:spPr/>
        <p:txBody>
          <a:bodyPr/>
          <a:lstStyle>
            <a:lvl1pPr>
              <a:defRPr/>
            </a:lvl1pPr>
          </a:lstStyle>
          <a:p>
            <a:pPr fontAlgn="base">
              <a:spcBef>
                <a:spcPct val="0"/>
              </a:spcBef>
              <a:spcAft>
                <a:spcPct val="0"/>
              </a:spcAft>
              <a:defRPr/>
            </a:pPr>
            <a:fld id="{D8A1B377-74BA-4FB8-AC0A-17FF5223DC85}" type="slidenum">
              <a:rPr lang="en-US" altLang="en-US" smtClean="0">
                <a:latin typeface="Arial" panose="020B0604020202020204" pitchFamily="34" charset="0"/>
                <a:cs typeface="Arial" panose="020B0604020202020204" pitchFamily="34" charset="0"/>
              </a:rPr>
              <a:pPr fontAlgn="base">
                <a:spcBef>
                  <a:spcPct val="0"/>
                </a:spcBef>
                <a:spcAft>
                  <a:spcPct val="0"/>
                </a:spcAft>
                <a:defRPr/>
              </a:pPr>
              <a:t>‹#›</a:t>
            </a:fld>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8071359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fontAlgn="base">
              <a:spcBef>
                <a:spcPct val="0"/>
              </a:spcBef>
              <a:spcAft>
                <a:spcPct val="0"/>
              </a:spcAft>
              <a:defRPr/>
            </a:pPr>
            <a:fld id="{FF8DFBD9-D1B9-47DF-B2B6-9D87A243AEB8}" type="datetimeFigureOut">
              <a:rPr lang="en-US" smtClean="0">
                <a:solidFill>
                  <a:prstClr val="black">
                    <a:tint val="75000"/>
                  </a:prstClr>
                </a:solidFill>
              </a:rPr>
              <a:pPr fontAlgn="base">
                <a:spcBef>
                  <a:spcPct val="0"/>
                </a:spcBef>
                <a:spcAft>
                  <a:spcPct val="0"/>
                </a:spcAft>
                <a:defRPr/>
              </a:pPr>
              <a:t>2/13/2025</a:t>
            </a:fld>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fontAlgn="base">
              <a:spcBef>
                <a:spcPct val="0"/>
              </a:spcBef>
              <a:spcAft>
                <a:spcPct val="0"/>
              </a:spcAft>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fontAlgn="base">
              <a:spcBef>
                <a:spcPct val="0"/>
              </a:spcBef>
              <a:spcAft>
                <a:spcPct val="0"/>
              </a:spcAft>
              <a:defRPr/>
            </a:pPr>
            <a:fld id="{7250CF12-5F3A-4FB6-B612-A36432EE10AA}" type="slidenum">
              <a:rPr lang="en-US" altLang="en-US" smtClean="0">
                <a:latin typeface="Arial" panose="020B0604020202020204" pitchFamily="34" charset="0"/>
                <a:cs typeface="Arial" panose="020B0604020202020204" pitchFamily="34" charset="0"/>
              </a:rPr>
              <a:pPr fontAlgn="base">
                <a:spcBef>
                  <a:spcPct val="0"/>
                </a:spcBef>
                <a:spcAft>
                  <a:spcPct val="0"/>
                </a:spcAft>
                <a:defRPr/>
              </a:pPr>
              <a:t>‹#›</a:t>
            </a:fld>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8363163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smtClean="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fontAlgn="base">
              <a:spcBef>
                <a:spcPct val="0"/>
              </a:spcBef>
              <a:spcAft>
                <a:spcPct val="0"/>
              </a:spcAft>
              <a:defRPr/>
            </a:pPr>
            <a:fld id="{7FE0D2A7-B5B4-43C2-85DA-6879587C0F4D}" type="datetimeFigureOut">
              <a:rPr lang="en-US" smtClean="0">
                <a:solidFill>
                  <a:prstClr val="black">
                    <a:tint val="75000"/>
                  </a:prstClr>
                </a:solidFill>
              </a:rPr>
              <a:pPr fontAlgn="base">
                <a:spcBef>
                  <a:spcPct val="0"/>
                </a:spcBef>
                <a:spcAft>
                  <a:spcPct val="0"/>
                </a:spcAft>
                <a:defRPr/>
              </a:pPr>
              <a:t>2/13/2025</a:t>
            </a:fld>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fontAlgn="base">
              <a:spcBef>
                <a:spcPct val="0"/>
              </a:spcBef>
              <a:spcAft>
                <a:spcPct val="0"/>
              </a:spcAft>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fontAlgn="base">
              <a:spcBef>
                <a:spcPct val="0"/>
              </a:spcBef>
              <a:spcAft>
                <a:spcPct val="0"/>
              </a:spcAft>
              <a:defRPr/>
            </a:pPr>
            <a:fld id="{1C7537D1-F95F-4EF7-85C4-ED3BBA7383CF}" type="slidenum">
              <a:rPr lang="en-US" altLang="en-US" smtClean="0">
                <a:latin typeface="Arial" panose="020B0604020202020204" pitchFamily="34" charset="0"/>
                <a:cs typeface="Arial" panose="020B0604020202020204" pitchFamily="34" charset="0"/>
              </a:rPr>
              <a:pPr fontAlgn="base">
                <a:spcBef>
                  <a:spcPct val="0"/>
                </a:spcBef>
                <a:spcAft>
                  <a:spcPct val="0"/>
                </a:spcAft>
                <a:defRPr/>
              </a:pPr>
              <a:t>‹#›</a:t>
            </a:fld>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986760652"/>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fontAlgn="base">
              <a:spcBef>
                <a:spcPct val="0"/>
              </a:spcBef>
              <a:spcAft>
                <a:spcPct val="0"/>
              </a:spcAft>
              <a:defRPr/>
            </a:pPr>
            <a:fld id="{BE8D5800-679D-4B18-A871-F9E2006CC4B4}" type="datetimeFigureOut">
              <a:rPr lang="en-US" smtClean="0">
                <a:solidFill>
                  <a:prstClr val="black">
                    <a:tint val="75000"/>
                  </a:prstClr>
                </a:solidFill>
              </a:rPr>
              <a:pPr fontAlgn="base">
                <a:spcBef>
                  <a:spcPct val="0"/>
                </a:spcBef>
                <a:spcAft>
                  <a:spcPct val="0"/>
                </a:spcAft>
                <a:defRPr/>
              </a:pPr>
              <a:t>2/13/2025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fontAlgn="base">
              <a:spcBef>
                <a:spcPct val="0"/>
              </a:spcBef>
              <a:spcAft>
                <a:spcPct val="0"/>
              </a:spcAft>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fontAlgn="base">
              <a:spcBef>
                <a:spcPct val="0"/>
              </a:spcBef>
              <a:spcAft>
                <a:spcPct val="0"/>
              </a:spcAft>
              <a:defRPr/>
            </a:pPr>
            <a:fld id="{3233BABA-ABF4-48F6-B695-085FD4DD2A5D}" type="slidenum">
              <a:rPr lang="en-US" altLang="en-US" smtClean="0">
                <a:latin typeface="Arial" panose="020B0604020202020204" pitchFamily="34" charset="0"/>
                <a:cs typeface="Arial" panose="020B0604020202020204" pitchFamily="34" charset="0"/>
              </a:rPr>
              <a:pPr fontAlgn="base">
                <a:spcBef>
                  <a:spcPct val="0"/>
                </a:spcBef>
                <a:spcAft>
                  <a:spcPct val="0"/>
                </a:spcAft>
                <a:defRPr/>
              </a:pPr>
              <a:t>‹#›</a:t>
            </a:fld>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76476296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pPr fontAlgn="base">
              <a:spcBef>
                <a:spcPct val="0"/>
              </a:spcBef>
              <a:spcAft>
                <a:spcPct val="0"/>
              </a:spcAft>
              <a:defRPr/>
            </a:pPr>
            <a:fld id="{46CA8050-EB6F-486B-8107-4C4C81173DA1}" type="datetimeFigureOut">
              <a:rPr lang="en-US" smtClean="0">
                <a:solidFill>
                  <a:prstClr val="black">
                    <a:tint val="75000"/>
                  </a:prstClr>
                </a:solidFill>
              </a:rPr>
              <a:pPr fontAlgn="base">
                <a:spcBef>
                  <a:spcPct val="0"/>
                </a:spcBef>
                <a:spcAft>
                  <a:spcPct val="0"/>
                </a:spcAft>
                <a:defRPr/>
              </a:pPr>
              <a:t>2/13/2025</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fontAlgn="base">
              <a:spcBef>
                <a:spcPct val="0"/>
              </a:spcBef>
              <a:spcAft>
                <a:spcPct val="0"/>
              </a:spcAft>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fontAlgn="base">
              <a:spcBef>
                <a:spcPct val="0"/>
              </a:spcBef>
              <a:spcAft>
                <a:spcPct val="0"/>
              </a:spcAft>
              <a:defRPr/>
            </a:pPr>
            <a:fld id="{79AD6099-14FD-4B03-AD91-F897378AD87E}" type="slidenum">
              <a:rPr lang="en-US" altLang="en-US" smtClean="0">
                <a:latin typeface="Arial" panose="020B0604020202020204" pitchFamily="34" charset="0"/>
                <a:cs typeface="Arial" panose="020B0604020202020204" pitchFamily="34" charset="0"/>
              </a:rPr>
              <a:pPr fontAlgn="base">
                <a:spcBef>
                  <a:spcPct val="0"/>
                </a:spcBef>
                <a:spcAft>
                  <a:spcPct val="0"/>
                </a:spcAft>
                <a:defRPr/>
              </a:pPr>
              <a:t>‹#›</a:t>
            </a:fld>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6267903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theme" Target="../theme/theme5.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B8A89E2-27D3-46F0-AEFE-C7FA2149914B}" type="datetimeFigureOut">
              <a:rPr lang="en-US" smtClean="0"/>
              <a:t>2/13/2025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0D8C9E8-36BE-4149-9950-60DD635CDDF1}" type="slidenum">
              <a:rPr lang="en-US" smtClean="0"/>
              <a:t>‹#›</a:t>
            </a:fld>
            <a:endParaRPr lang="en-US"/>
          </a:p>
        </p:txBody>
      </p:sp>
    </p:spTree>
    <p:extLst>
      <p:ext uri="{BB962C8B-B14F-4D97-AF65-F5344CB8AC3E}">
        <p14:creationId xmlns:p14="http://schemas.microsoft.com/office/powerpoint/2010/main" val="18853033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1027" name="Text Placeholder 2"/>
          <p:cNvSpPr>
            <a:spLocks noGrp="1"/>
          </p:cNvSpPr>
          <p:nvPr>
            <p:ph type="body" idx="1"/>
          </p:nvPr>
        </p:nvSpPr>
        <p:spPr bwMode="auto">
          <a:xfrm>
            <a:off x="609600" y="1600201"/>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eaLnBrk="1" hangingPunct="1">
              <a:defRPr sz="1200">
                <a:solidFill>
                  <a:schemeClr val="tx1">
                    <a:tint val="75000"/>
                  </a:schemeClr>
                </a:solidFill>
                <a:latin typeface="Arial" charset="0"/>
                <a:cs typeface="Arial" charset="0"/>
              </a:defRPr>
            </a:lvl1pPr>
          </a:lstStyle>
          <a:p>
            <a:pPr fontAlgn="base">
              <a:spcBef>
                <a:spcPct val="0"/>
              </a:spcBef>
              <a:spcAft>
                <a:spcPct val="0"/>
              </a:spcAft>
              <a:defRPr/>
            </a:pPr>
            <a:fld id="{3D3B85E8-1AA4-4744-8A29-6E92C0952F0E}" type="datetimeFigureOut">
              <a:rPr lang="en-US" smtClean="0">
                <a:solidFill>
                  <a:prstClr val="black">
                    <a:tint val="75000"/>
                  </a:prstClr>
                </a:solidFill>
              </a:rPr>
              <a:pPr fontAlgn="base">
                <a:spcBef>
                  <a:spcPct val="0"/>
                </a:spcBef>
                <a:spcAft>
                  <a:spcPct val="0"/>
                </a:spcAft>
                <a:defRPr/>
              </a:pPr>
              <a:t>2/13/2025</a:t>
            </a:fld>
            <a:endParaRPr lang="en-US">
              <a:solidFill>
                <a:prstClr val="black">
                  <a:tint val="75000"/>
                </a:prstClr>
              </a:solidFill>
            </a:endParaRPr>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eaLnBrk="1" hangingPunct="1">
              <a:defRPr sz="1200">
                <a:solidFill>
                  <a:schemeClr val="tx1">
                    <a:tint val="75000"/>
                  </a:schemeClr>
                </a:solidFill>
                <a:latin typeface="Arial" charset="0"/>
                <a:cs typeface="Arial" charset="0"/>
              </a:defRPr>
            </a:lvl1pPr>
          </a:lstStyle>
          <a:p>
            <a:pPr fontAlgn="base">
              <a:spcBef>
                <a:spcPct val="0"/>
              </a:spcBef>
              <a:spcAft>
                <a:spcPct val="0"/>
              </a:spcAft>
              <a:defRPr/>
            </a:pPr>
            <a:endParaRPr lang="en-US">
              <a:solidFill>
                <a:prstClr val="black">
                  <a:tint val="75000"/>
                </a:prstClr>
              </a:solidFill>
            </a:endParaRPr>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pPr fontAlgn="base">
              <a:spcBef>
                <a:spcPct val="0"/>
              </a:spcBef>
              <a:spcAft>
                <a:spcPct val="0"/>
              </a:spcAft>
              <a:defRPr/>
            </a:pPr>
            <a:fld id="{15598A15-7DE2-452B-9E8F-652B47E403C1}" type="slidenum">
              <a:rPr lang="en-US" altLang="en-US" smtClean="0">
                <a:latin typeface="Arial" panose="020B0604020202020204" pitchFamily="34" charset="0"/>
                <a:cs typeface="Arial" panose="020B0604020202020204" pitchFamily="34" charset="0"/>
              </a:rPr>
              <a:pPr fontAlgn="base">
                <a:spcBef>
                  <a:spcPct val="0"/>
                </a:spcBef>
                <a:spcAft>
                  <a:spcPct val="0"/>
                </a:spcAft>
                <a:defRPr/>
              </a:pPr>
              <a:t>‹#›</a:t>
            </a:fld>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96420854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1027" name="Text Placeholder 2"/>
          <p:cNvSpPr>
            <a:spLocks noGrp="1"/>
          </p:cNvSpPr>
          <p:nvPr>
            <p:ph type="body" idx="1"/>
          </p:nvPr>
        </p:nvSpPr>
        <p:spPr bwMode="auto">
          <a:xfrm>
            <a:off x="609600" y="1600201"/>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eaLnBrk="1" hangingPunct="1">
              <a:defRPr sz="1200">
                <a:solidFill>
                  <a:schemeClr val="tx1">
                    <a:tint val="75000"/>
                  </a:schemeClr>
                </a:solidFill>
                <a:latin typeface="Arial" charset="0"/>
                <a:cs typeface="Arial" charset="0"/>
              </a:defRPr>
            </a:lvl1pPr>
          </a:lstStyle>
          <a:p>
            <a:pPr fontAlgn="base">
              <a:spcBef>
                <a:spcPct val="0"/>
              </a:spcBef>
              <a:spcAft>
                <a:spcPct val="0"/>
              </a:spcAft>
              <a:defRPr/>
            </a:pPr>
            <a:fld id="{3D3B85E8-1AA4-4744-8A29-6E92C0952F0E}" type="datetimeFigureOut">
              <a:rPr lang="en-US" smtClean="0">
                <a:solidFill>
                  <a:prstClr val="black">
                    <a:tint val="75000"/>
                  </a:prstClr>
                </a:solidFill>
              </a:rPr>
              <a:pPr fontAlgn="base">
                <a:spcBef>
                  <a:spcPct val="0"/>
                </a:spcBef>
                <a:spcAft>
                  <a:spcPct val="0"/>
                </a:spcAft>
                <a:defRPr/>
              </a:pPr>
              <a:t>2/13/2025</a:t>
            </a:fld>
            <a:endParaRPr lang="en-US">
              <a:solidFill>
                <a:prstClr val="black">
                  <a:tint val="75000"/>
                </a:prstClr>
              </a:solidFill>
            </a:endParaRPr>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eaLnBrk="1" hangingPunct="1">
              <a:defRPr sz="1200">
                <a:solidFill>
                  <a:schemeClr val="tx1">
                    <a:tint val="75000"/>
                  </a:schemeClr>
                </a:solidFill>
                <a:latin typeface="Arial" charset="0"/>
                <a:cs typeface="Arial" charset="0"/>
              </a:defRPr>
            </a:lvl1pPr>
          </a:lstStyle>
          <a:p>
            <a:pPr fontAlgn="base">
              <a:spcBef>
                <a:spcPct val="0"/>
              </a:spcBef>
              <a:spcAft>
                <a:spcPct val="0"/>
              </a:spcAft>
              <a:defRPr/>
            </a:pPr>
            <a:endParaRPr lang="en-US">
              <a:solidFill>
                <a:prstClr val="black">
                  <a:tint val="75000"/>
                </a:prstClr>
              </a:solidFill>
            </a:endParaRPr>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pPr fontAlgn="base">
              <a:spcBef>
                <a:spcPct val="0"/>
              </a:spcBef>
              <a:spcAft>
                <a:spcPct val="0"/>
              </a:spcAft>
              <a:defRPr/>
            </a:pPr>
            <a:fld id="{15598A15-7DE2-452B-9E8F-652B47E403C1}" type="slidenum">
              <a:rPr lang="en-US" altLang="en-US" smtClean="0">
                <a:latin typeface="Arial" panose="020B0604020202020204" pitchFamily="34" charset="0"/>
                <a:cs typeface="Arial" panose="020B0604020202020204" pitchFamily="34" charset="0"/>
              </a:rPr>
              <a:pPr fontAlgn="base">
                <a:spcBef>
                  <a:spcPct val="0"/>
                </a:spcBef>
                <a:spcAft>
                  <a:spcPct val="0"/>
                </a:spcAft>
                <a:defRPr/>
              </a:pPr>
              <a:t>‹#›</a:t>
            </a:fld>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8482335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1027" name="Text Placeholder 2"/>
          <p:cNvSpPr>
            <a:spLocks noGrp="1"/>
          </p:cNvSpPr>
          <p:nvPr>
            <p:ph type="body" idx="1"/>
          </p:nvPr>
        </p:nvSpPr>
        <p:spPr bwMode="auto">
          <a:xfrm>
            <a:off x="609600" y="1600201"/>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eaLnBrk="1" hangingPunct="1">
              <a:defRPr sz="1200">
                <a:solidFill>
                  <a:schemeClr val="tx1">
                    <a:tint val="75000"/>
                  </a:schemeClr>
                </a:solidFill>
                <a:latin typeface="Arial" charset="0"/>
                <a:cs typeface="Arial" charset="0"/>
              </a:defRPr>
            </a:lvl1pPr>
          </a:lstStyle>
          <a:p>
            <a:pPr fontAlgn="base">
              <a:spcBef>
                <a:spcPct val="0"/>
              </a:spcBef>
              <a:spcAft>
                <a:spcPct val="0"/>
              </a:spcAft>
              <a:defRPr/>
            </a:pPr>
            <a:fld id="{3D3B85E8-1AA4-4744-8A29-6E92C0952F0E}" type="datetimeFigureOut">
              <a:rPr lang="en-US" smtClean="0">
                <a:solidFill>
                  <a:prstClr val="black">
                    <a:tint val="75000"/>
                  </a:prstClr>
                </a:solidFill>
              </a:rPr>
              <a:pPr fontAlgn="base">
                <a:spcBef>
                  <a:spcPct val="0"/>
                </a:spcBef>
                <a:spcAft>
                  <a:spcPct val="0"/>
                </a:spcAft>
                <a:defRPr/>
              </a:pPr>
              <a:t>2/13/2025</a:t>
            </a:fld>
            <a:endParaRPr lang="en-US">
              <a:solidFill>
                <a:prstClr val="black">
                  <a:tint val="75000"/>
                </a:prstClr>
              </a:solidFill>
            </a:endParaRPr>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eaLnBrk="1" hangingPunct="1">
              <a:defRPr sz="1200">
                <a:solidFill>
                  <a:schemeClr val="tx1">
                    <a:tint val="75000"/>
                  </a:schemeClr>
                </a:solidFill>
                <a:latin typeface="Arial" charset="0"/>
                <a:cs typeface="Arial" charset="0"/>
              </a:defRPr>
            </a:lvl1pPr>
          </a:lstStyle>
          <a:p>
            <a:pPr fontAlgn="base">
              <a:spcBef>
                <a:spcPct val="0"/>
              </a:spcBef>
              <a:spcAft>
                <a:spcPct val="0"/>
              </a:spcAft>
              <a:defRPr/>
            </a:pPr>
            <a:endParaRPr lang="en-US">
              <a:solidFill>
                <a:prstClr val="black">
                  <a:tint val="75000"/>
                </a:prstClr>
              </a:solidFill>
            </a:endParaRPr>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pPr fontAlgn="base">
              <a:spcBef>
                <a:spcPct val="0"/>
              </a:spcBef>
              <a:spcAft>
                <a:spcPct val="0"/>
              </a:spcAft>
              <a:defRPr/>
            </a:pPr>
            <a:fld id="{15598A15-7DE2-452B-9E8F-652B47E403C1}" type="slidenum">
              <a:rPr lang="en-US" altLang="en-US" smtClean="0">
                <a:latin typeface="Arial" panose="020B0604020202020204" pitchFamily="34" charset="0"/>
                <a:cs typeface="Arial" panose="020B0604020202020204" pitchFamily="34" charset="0"/>
              </a:rPr>
              <a:pPr fontAlgn="base">
                <a:spcBef>
                  <a:spcPct val="0"/>
                </a:spcBef>
                <a:spcAft>
                  <a:spcPct val="0"/>
                </a:spcAft>
                <a:defRPr/>
              </a:pPr>
              <a:t>‹#›</a:t>
            </a:fld>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032739533"/>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1027" name="Text Placeholder 2"/>
          <p:cNvSpPr>
            <a:spLocks noGrp="1"/>
          </p:cNvSpPr>
          <p:nvPr>
            <p:ph type="body" idx="1"/>
          </p:nvPr>
        </p:nvSpPr>
        <p:spPr bwMode="auto">
          <a:xfrm>
            <a:off x="609600" y="1600201"/>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eaLnBrk="1" hangingPunct="1">
              <a:defRPr sz="1200">
                <a:solidFill>
                  <a:schemeClr val="tx1">
                    <a:tint val="75000"/>
                  </a:schemeClr>
                </a:solidFill>
                <a:latin typeface="Arial" charset="0"/>
                <a:cs typeface="Arial" charset="0"/>
              </a:defRPr>
            </a:lvl1pPr>
          </a:lstStyle>
          <a:p>
            <a:pPr fontAlgn="base">
              <a:spcBef>
                <a:spcPct val="0"/>
              </a:spcBef>
              <a:spcAft>
                <a:spcPct val="0"/>
              </a:spcAft>
              <a:defRPr/>
            </a:pPr>
            <a:fld id="{3D3B85E8-1AA4-4744-8A29-6E92C0952F0E}" type="datetimeFigureOut">
              <a:rPr lang="en-US" smtClean="0">
                <a:solidFill>
                  <a:prstClr val="black">
                    <a:tint val="75000"/>
                  </a:prstClr>
                </a:solidFill>
              </a:rPr>
              <a:pPr fontAlgn="base">
                <a:spcBef>
                  <a:spcPct val="0"/>
                </a:spcBef>
                <a:spcAft>
                  <a:spcPct val="0"/>
                </a:spcAft>
                <a:defRPr/>
              </a:pPr>
              <a:t>2/13/2025</a:t>
            </a:fld>
            <a:endParaRPr lang="en-US">
              <a:solidFill>
                <a:prstClr val="black">
                  <a:tint val="75000"/>
                </a:prstClr>
              </a:solidFill>
            </a:endParaRPr>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eaLnBrk="1" hangingPunct="1">
              <a:defRPr sz="1200">
                <a:solidFill>
                  <a:schemeClr val="tx1">
                    <a:tint val="75000"/>
                  </a:schemeClr>
                </a:solidFill>
                <a:latin typeface="Arial" charset="0"/>
                <a:cs typeface="Arial" charset="0"/>
              </a:defRPr>
            </a:lvl1pPr>
          </a:lstStyle>
          <a:p>
            <a:pPr fontAlgn="base">
              <a:spcBef>
                <a:spcPct val="0"/>
              </a:spcBef>
              <a:spcAft>
                <a:spcPct val="0"/>
              </a:spcAft>
              <a:defRPr/>
            </a:pPr>
            <a:endParaRPr lang="en-US">
              <a:solidFill>
                <a:prstClr val="black">
                  <a:tint val="75000"/>
                </a:prstClr>
              </a:solidFill>
            </a:endParaRPr>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pPr fontAlgn="base">
              <a:spcBef>
                <a:spcPct val="0"/>
              </a:spcBef>
              <a:spcAft>
                <a:spcPct val="0"/>
              </a:spcAft>
              <a:defRPr/>
            </a:pPr>
            <a:fld id="{15598A15-7DE2-452B-9E8F-652B47E403C1}" type="slidenum">
              <a:rPr lang="en-US" altLang="en-US" smtClean="0">
                <a:latin typeface="Arial" panose="020B0604020202020204" pitchFamily="34" charset="0"/>
                <a:cs typeface="Arial" panose="020B0604020202020204" pitchFamily="34" charset="0"/>
              </a:rPr>
              <a:pPr fontAlgn="base">
                <a:spcBef>
                  <a:spcPct val="0"/>
                </a:spcBef>
                <a:spcAft>
                  <a:spcPct val="0"/>
                </a:spcAft>
                <a:defRPr/>
              </a:pPr>
              <a:t>‹#›</a:t>
            </a:fld>
            <a:endParaRPr lang="en-US" altLang="en-US">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68940687"/>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2.wmf"/><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28.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8.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9.xml"/></Relationships>
</file>

<file path=ppt/slides/_rels/slide41.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0.xml"/></Relationships>
</file>

<file path=ppt/slides/_rels/slide4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3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5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35.xml"/></Relationships>
</file>

<file path=ppt/slides/_rels/slide51.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3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6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5.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64.xml.rels><?xml version="1.0" encoding="UTF-8" standalone="yes"?>
<Relationships xmlns="http://schemas.openxmlformats.org/package/2006/relationships"><Relationship Id="rId2" Type="http://schemas.openxmlformats.org/officeDocument/2006/relationships/image" Target="../media/image18.wmf"/><Relationship Id="rId1" Type="http://schemas.openxmlformats.org/officeDocument/2006/relationships/slideLayout" Target="../slideLayouts/slideLayout46.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69.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46.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7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46.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7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5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endParaRPr lang="en-US"/>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3760227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p:cNvSpPr>
            <a:spLocks noGrp="1"/>
          </p:cNvSpPr>
          <p:nvPr>
            <p:ph type="title"/>
          </p:nvPr>
        </p:nvSpPr>
        <p:spPr/>
        <p:txBody>
          <a:bodyPr/>
          <a:lstStyle/>
          <a:p>
            <a:r>
              <a:rPr lang="en-US" altLang="en-US" smtClean="0">
                <a:latin typeface="Times New Roman" panose="02020603050405020304" pitchFamily="18" charset="0"/>
                <a:cs typeface="Times New Roman" panose="02020603050405020304" pitchFamily="18" charset="0"/>
              </a:rPr>
              <a:t/>
            </a:r>
            <a:br>
              <a:rPr lang="en-US" altLang="en-US" smtClean="0">
                <a:latin typeface="Times New Roman" panose="02020603050405020304" pitchFamily="18" charset="0"/>
                <a:cs typeface="Times New Roman" panose="02020603050405020304" pitchFamily="18" charset="0"/>
              </a:rPr>
            </a:br>
            <a:r>
              <a:rPr lang="en-US" altLang="en-US" smtClean="0">
                <a:latin typeface="Times New Roman" panose="02020603050405020304" pitchFamily="18" charset="0"/>
                <a:cs typeface="Times New Roman" panose="02020603050405020304" pitchFamily="18" charset="0"/>
              </a:rPr>
              <a:t>Micro operations</a:t>
            </a:r>
            <a:r>
              <a:rPr lang="en-US" altLang="en-US" smtClean="0"/>
              <a:t/>
            </a:r>
            <a:br>
              <a:rPr lang="en-US" altLang="en-US" smtClean="0"/>
            </a:br>
            <a:endParaRPr lang="en-US" altLang="en-US" smtClean="0"/>
          </a:p>
        </p:txBody>
      </p:sp>
      <p:sp>
        <p:nvSpPr>
          <p:cNvPr id="48131" name="Content Placeholder 2"/>
          <p:cNvSpPr>
            <a:spLocks noGrp="1"/>
          </p:cNvSpPr>
          <p:nvPr>
            <p:ph idx="1"/>
          </p:nvPr>
        </p:nvSpPr>
        <p:spPr/>
        <p:txBody>
          <a:bodyPr/>
          <a:lstStyle/>
          <a:p>
            <a:r>
              <a:rPr lang="en-US" altLang="en-US" sz="2400">
                <a:latin typeface="Times New Roman" panose="02020603050405020304" pitchFamily="18" charset="0"/>
                <a:cs typeface="Times New Roman" panose="02020603050405020304" pitchFamily="18" charset="0"/>
              </a:rPr>
              <a:t>Digital systems are modular in nature, with modules containing registers, decoders, arithmetic elements, control logic, etc.</a:t>
            </a:r>
          </a:p>
          <a:p>
            <a:pPr>
              <a:buFont typeface="Arial" panose="020B0604020202020204" pitchFamily="34" charset="0"/>
              <a:buNone/>
            </a:pPr>
            <a:endParaRPr lang="en-US" altLang="en-US" sz="2400">
              <a:latin typeface="Times New Roman" panose="02020603050405020304" pitchFamily="18" charset="0"/>
              <a:cs typeface="Times New Roman" panose="02020603050405020304" pitchFamily="18" charset="0"/>
            </a:endParaRPr>
          </a:p>
          <a:p>
            <a:r>
              <a:rPr lang="en-US" altLang="en-US" sz="2400">
                <a:latin typeface="Times New Roman" panose="02020603050405020304" pitchFamily="18" charset="0"/>
                <a:cs typeface="Times New Roman" panose="02020603050405020304" pitchFamily="18" charset="0"/>
              </a:rPr>
              <a:t>These digital components are defined by the registers that they contain and the operations performed on their data. These operations are called micro operations.</a:t>
            </a:r>
          </a:p>
          <a:p>
            <a:pPr>
              <a:buFont typeface="Arial" panose="020B0604020202020204" pitchFamily="34" charset="0"/>
              <a:buNone/>
            </a:pPr>
            <a:r>
              <a:rPr lang="en-US" altLang="en-US" sz="2400">
                <a:latin typeface="Times New Roman" panose="02020603050405020304" pitchFamily="18" charset="0"/>
                <a:cs typeface="Times New Roman" panose="02020603050405020304" pitchFamily="18" charset="0"/>
              </a:rPr>
              <a:t> </a:t>
            </a:r>
          </a:p>
          <a:p>
            <a:r>
              <a:rPr lang="en-US" altLang="en-US" sz="2400">
                <a:latin typeface="Times New Roman" panose="02020603050405020304" pitchFamily="18" charset="0"/>
                <a:cs typeface="Times New Roman" panose="02020603050405020304" pitchFamily="18" charset="0"/>
              </a:rPr>
              <a:t>Micro operations are elementary operations performed on the information stored in one or more registers.</a:t>
            </a:r>
          </a:p>
          <a:p>
            <a:endParaRPr lang="en-US" altLang="en-US" smtClean="0"/>
          </a:p>
        </p:txBody>
      </p:sp>
    </p:spTree>
    <p:extLst>
      <p:ext uri="{BB962C8B-B14F-4D97-AF65-F5344CB8AC3E}">
        <p14:creationId xmlns:p14="http://schemas.microsoft.com/office/powerpoint/2010/main" val="168583737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8131">
                                            <p:txEl>
                                              <p:pRg st="0" end="0"/>
                                            </p:txEl>
                                          </p:spTgt>
                                        </p:tgtEl>
                                        <p:attrNameLst>
                                          <p:attrName>style.visibility</p:attrName>
                                        </p:attrNameLst>
                                      </p:cBhvr>
                                      <p:to>
                                        <p:strVal val="visible"/>
                                      </p:to>
                                    </p:set>
                                    <p:anim calcmode="lin" valueType="num">
                                      <p:cBhvr additive="base">
                                        <p:cTn id="7" dur="500" fill="hold"/>
                                        <p:tgtEl>
                                          <p:spTgt spid="4813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813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8131">
                                            <p:txEl>
                                              <p:pRg st="2" end="2"/>
                                            </p:txEl>
                                          </p:spTgt>
                                        </p:tgtEl>
                                        <p:attrNameLst>
                                          <p:attrName>style.visibility</p:attrName>
                                        </p:attrNameLst>
                                      </p:cBhvr>
                                      <p:to>
                                        <p:strVal val="visible"/>
                                      </p:to>
                                    </p:set>
                                    <p:anim calcmode="lin" valueType="num">
                                      <p:cBhvr additive="base">
                                        <p:cTn id="13" dur="500" fill="hold"/>
                                        <p:tgtEl>
                                          <p:spTgt spid="48131">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813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8131">
                                            <p:txEl>
                                              <p:pRg st="3" end="3"/>
                                            </p:txEl>
                                          </p:spTgt>
                                        </p:tgtEl>
                                        <p:attrNameLst>
                                          <p:attrName>style.visibility</p:attrName>
                                        </p:attrNameLst>
                                      </p:cBhvr>
                                      <p:to>
                                        <p:strVal val="visible"/>
                                      </p:to>
                                    </p:set>
                                    <p:anim calcmode="lin" valueType="num">
                                      <p:cBhvr additive="base">
                                        <p:cTn id="19" dur="500" fill="hold"/>
                                        <p:tgtEl>
                                          <p:spTgt spid="48131">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813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8131">
                                            <p:txEl>
                                              <p:pRg st="4" end="4"/>
                                            </p:txEl>
                                          </p:spTgt>
                                        </p:tgtEl>
                                        <p:attrNameLst>
                                          <p:attrName>style.visibility</p:attrName>
                                        </p:attrNameLst>
                                      </p:cBhvr>
                                      <p:to>
                                        <p:strVal val="visible"/>
                                      </p:to>
                                    </p:set>
                                    <p:anim calcmode="lin" valueType="num">
                                      <p:cBhvr additive="base">
                                        <p:cTn id="25" dur="500" fill="hold"/>
                                        <p:tgtEl>
                                          <p:spTgt spid="48131">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8131">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1"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p:cNvSpPr>
            <a:spLocks noGrp="1"/>
          </p:cNvSpPr>
          <p:nvPr>
            <p:ph type="title"/>
          </p:nvPr>
        </p:nvSpPr>
        <p:spPr>
          <a:xfrm>
            <a:off x="1981200" y="274638"/>
            <a:ext cx="8229600" cy="1401762"/>
          </a:xfrm>
        </p:spPr>
        <p:txBody>
          <a:bodyPr/>
          <a:lstStyle/>
          <a:p>
            <a:r>
              <a:rPr lang="en-US" altLang="en-US" sz="3200">
                <a:latin typeface="Times New Roman" panose="02020603050405020304" pitchFamily="18" charset="0"/>
                <a:cs typeface="Times New Roman" panose="02020603050405020304" pitchFamily="18" charset="0"/>
              </a:rPr>
              <a:t/>
            </a:r>
            <a:br>
              <a:rPr lang="en-US" altLang="en-US" sz="3200">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Micro operations are classified into four categories:</a:t>
            </a:r>
            <a:r>
              <a:rPr lang="en-US" altLang="en-US" smtClean="0">
                <a:latin typeface="Times New Roman" panose="02020603050405020304" pitchFamily="18" charset="0"/>
                <a:cs typeface="Times New Roman" panose="02020603050405020304" pitchFamily="18" charset="0"/>
              </a:rPr>
              <a:t> </a:t>
            </a:r>
            <a:br>
              <a:rPr lang="en-US" altLang="en-US" smtClean="0">
                <a:latin typeface="Times New Roman" panose="02020603050405020304" pitchFamily="18" charset="0"/>
                <a:cs typeface="Times New Roman" panose="02020603050405020304" pitchFamily="18" charset="0"/>
              </a:rPr>
            </a:br>
            <a:endParaRPr lang="en-US" altLang="en-US" smtClean="0"/>
          </a:p>
        </p:txBody>
      </p:sp>
      <p:sp>
        <p:nvSpPr>
          <p:cNvPr id="49155" name="Content Placeholder 2"/>
          <p:cNvSpPr>
            <a:spLocks noGrp="1"/>
          </p:cNvSpPr>
          <p:nvPr>
            <p:ph idx="1"/>
          </p:nvPr>
        </p:nvSpPr>
        <p:spPr/>
        <p:txBody>
          <a:bodyPr/>
          <a:lstStyle/>
          <a:p>
            <a:r>
              <a:rPr lang="en-US" altLang="en-US" sz="2400">
                <a:latin typeface="Times New Roman" panose="02020603050405020304" pitchFamily="18" charset="0"/>
                <a:cs typeface="Times New Roman" panose="02020603050405020304" pitchFamily="18" charset="0"/>
              </a:rPr>
              <a:t>– Register transfer micro operations (data moves from register to register)</a:t>
            </a:r>
          </a:p>
          <a:p>
            <a:pPr>
              <a:buFont typeface="Arial" panose="020B0604020202020204" pitchFamily="34" charset="0"/>
              <a:buNone/>
            </a:pPr>
            <a:endParaRPr lang="en-US" altLang="en-US" sz="2400">
              <a:latin typeface="Times New Roman" panose="02020603050405020304" pitchFamily="18" charset="0"/>
              <a:cs typeface="Times New Roman" panose="02020603050405020304" pitchFamily="18" charset="0"/>
            </a:endParaRPr>
          </a:p>
          <a:p>
            <a:r>
              <a:rPr lang="en-US" altLang="en-US" sz="2400">
                <a:latin typeface="Times New Roman" panose="02020603050405020304" pitchFamily="18" charset="0"/>
                <a:cs typeface="Times New Roman" panose="02020603050405020304" pitchFamily="18" charset="0"/>
              </a:rPr>
              <a:t>– Arithmetic micro operations (perform arithmetic on data in registers)</a:t>
            </a:r>
          </a:p>
          <a:p>
            <a:pPr>
              <a:buFont typeface="Arial" panose="020B0604020202020204" pitchFamily="34" charset="0"/>
              <a:buNone/>
            </a:pPr>
            <a:endParaRPr lang="en-US" altLang="en-US" sz="2400">
              <a:latin typeface="Times New Roman" panose="02020603050405020304" pitchFamily="18" charset="0"/>
              <a:cs typeface="Times New Roman" panose="02020603050405020304" pitchFamily="18" charset="0"/>
            </a:endParaRPr>
          </a:p>
          <a:p>
            <a:r>
              <a:rPr lang="en-US" altLang="en-US" sz="2400">
                <a:latin typeface="Times New Roman" panose="02020603050405020304" pitchFamily="18" charset="0"/>
                <a:cs typeface="Times New Roman" panose="02020603050405020304" pitchFamily="18" charset="0"/>
              </a:rPr>
              <a:t>– Logic micro operations (perform bit manipulation on data in registers)</a:t>
            </a:r>
          </a:p>
          <a:p>
            <a:pPr>
              <a:buFont typeface="Arial" panose="020B0604020202020204" pitchFamily="34" charset="0"/>
              <a:buNone/>
            </a:pPr>
            <a:endParaRPr lang="en-US" altLang="en-US" sz="2400">
              <a:latin typeface="Times New Roman" panose="02020603050405020304" pitchFamily="18" charset="0"/>
              <a:cs typeface="Times New Roman" panose="02020603050405020304" pitchFamily="18" charset="0"/>
            </a:endParaRPr>
          </a:p>
          <a:p>
            <a:r>
              <a:rPr lang="en-US" altLang="en-US" sz="2400">
                <a:latin typeface="Times New Roman" panose="02020603050405020304" pitchFamily="18" charset="0"/>
                <a:cs typeface="Times New Roman" panose="02020603050405020304" pitchFamily="18" charset="0"/>
              </a:rPr>
              <a:t>– Shift micro operations (perform shift on data in registers)</a:t>
            </a:r>
          </a:p>
          <a:p>
            <a:pPr>
              <a:buFont typeface="Arial" panose="020B0604020202020204" pitchFamily="34" charset="0"/>
              <a:buNone/>
            </a:pPr>
            <a:endParaRPr lang="en-US" altLang="en-US" sz="2400">
              <a:latin typeface="Times New Roman" panose="02020603050405020304" pitchFamily="18" charset="0"/>
              <a:cs typeface="Times New Roman" panose="02020603050405020304" pitchFamily="18" charset="0"/>
            </a:endParaRPr>
          </a:p>
          <a:p>
            <a:endParaRPr lang="en-US" altLang="en-US" smtClean="0"/>
          </a:p>
        </p:txBody>
      </p:sp>
    </p:spTree>
    <p:extLst>
      <p:ext uri="{BB962C8B-B14F-4D97-AF65-F5344CB8AC3E}">
        <p14:creationId xmlns:p14="http://schemas.microsoft.com/office/powerpoint/2010/main" val="69755882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9155">
                                            <p:txEl>
                                              <p:pRg st="0" end="0"/>
                                            </p:txEl>
                                          </p:spTgt>
                                        </p:tgtEl>
                                        <p:attrNameLst>
                                          <p:attrName>style.visibility</p:attrName>
                                        </p:attrNameLst>
                                      </p:cBhvr>
                                      <p:to>
                                        <p:strVal val="visible"/>
                                      </p:to>
                                    </p:set>
                                    <p:anim calcmode="lin" valueType="num">
                                      <p:cBhvr additive="base">
                                        <p:cTn id="7" dur="500" fill="hold"/>
                                        <p:tgtEl>
                                          <p:spTgt spid="4915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915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9155">
                                            <p:txEl>
                                              <p:pRg st="2" end="2"/>
                                            </p:txEl>
                                          </p:spTgt>
                                        </p:tgtEl>
                                        <p:attrNameLst>
                                          <p:attrName>style.visibility</p:attrName>
                                        </p:attrNameLst>
                                      </p:cBhvr>
                                      <p:to>
                                        <p:strVal val="visible"/>
                                      </p:to>
                                    </p:set>
                                    <p:anim calcmode="lin" valueType="num">
                                      <p:cBhvr additive="base">
                                        <p:cTn id="13" dur="500" fill="hold"/>
                                        <p:tgtEl>
                                          <p:spTgt spid="49155">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915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9155">
                                            <p:txEl>
                                              <p:pRg st="4" end="4"/>
                                            </p:txEl>
                                          </p:spTgt>
                                        </p:tgtEl>
                                        <p:attrNameLst>
                                          <p:attrName>style.visibility</p:attrName>
                                        </p:attrNameLst>
                                      </p:cBhvr>
                                      <p:to>
                                        <p:strVal val="visible"/>
                                      </p:to>
                                    </p:set>
                                    <p:anim calcmode="lin" valueType="num">
                                      <p:cBhvr additive="base">
                                        <p:cTn id="19" dur="500" fill="hold"/>
                                        <p:tgtEl>
                                          <p:spTgt spid="49155">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9155">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49155">
                                            <p:txEl>
                                              <p:pRg st="6" end="6"/>
                                            </p:txEl>
                                          </p:spTgt>
                                        </p:tgtEl>
                                        <p:attrNameLst>
                                          <p:attrName>style.visibility</p:attrName>
                                        </p:attrNameLst>
                                      </p:cBhvr>
                                      <p:to>
                                        <p:strVal val="visible"/>
                                      </p:to>
                                    </p:set>
                                    <p:anim calcmode="lin" valueType="num">
                                      <p:cBhvr additive="base">
                                        <p:cTn id="25" dur="500" fill="hold"/>
                                        <p:tgtEl>
                                          <p:spTgt spid="49155">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49155">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155"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1"/>
          <p:cNvSpPr>
            <a:spLocks noGrp="1"/>
          </p:cNvSpPr>
          <p:nvPr>
            <p:ph type="title"/>
          </p:nvPr>
        </p:nvSpPr>
        <p:spPr/>
        <p:txBody>
          <a:bodyPr/>
          <a:lstStyle/>
          <a:p>
            <a:r>
              <a:rPr lang="en-US" altLang="en-US" smtClean="0">
                <a:solidFill>
                  <a:srgbClr val="000000"/>
                </a:solidFill>
                <a:latin typeface="Times New Roman" panose="02020603050405020304" pitchFamily="18" charset="0"/>
                <a:cs typeface="Noto Sans SC Regular" charset="0"/>
              </a:rPr>
              <a:t/>
            </a:r>
            <a:br>
              <a:rPr lang="en-US" altLang="en-US" smtClean="0">
                <a:solidFill>
                  <a:srgbClr val="000000"/>
                </a:solidFill>
                <a:latin typeface="Times New Roman" panose="02020603050405020304" pitchFamily="18" charset="0"/>
                <a:cs typeface="Noto Sans SC Regular" charset="0"/>
              </a:rPr>
            </a:br>
            <a:r>
              <a:rPr lang="en-US" altLang="en-US" smtClean="0">
                <a:solidFill>
                  <a:srgbClr val="000000"/>
                </a:solidFill>
                <a:latin typeface="Times New Roman" panose="02020603050405020304" pitchFamily="18" charset="0"/>
                <a:cs typeface="Noto Sans SC Regular" charset="0"/>
              </a:rPr>
              <a:t>Arithmetic Microoperations</a:t>
            </a:r>
            <a:br>
              <a:rPr lang="en-US" altLang="en-US" smtClean="0">
                <a:solidFill>
                  <a:srgbClr val="000000"/>
                </a:solidFill>
                <a:latin typeface="Times New Roman" panose="02020603050405020304" pitchFamily="18" charset="0"/>
                <a:cs typeface="Noto Sans SC Regular" charset="0"/>
              </a:rPr>
            </a:br>
            <a:endParaRPr lang="en-US" altLang="en-US" smtClean="0"/>
          </a:p>
        </p:txBody>
      </p:sp>
      <p:sp>
        <p:nvSpPr>
          <p:cNvPr id="3" name="Content Placeholder 2"/>
          <p:cNvSpPr>
            <a:spLocks noGrp="1"/>
          </p:cNvSpPr>
          <p:nvPr>
            <p:ph idx="1"/>
          </p:nvPr>
        </p:nvSpPr>
        <p:spPr/>
        <p:txBody>
          <a:bodyPr/>
          <a:lstStyle/>
          <a:p>
            <a:pPr marL="552450" indent="-166688">
              <a:lnSpc>
                <a:spcPct val="91000"/>
              </a:lnSpc>
              <a:buFont typeface="Symbol" pitchFamily="18" charset="2"/>
              <a:buChar char=""/>
              <a:tabLst>
                <a:tab pos="457200" algn="l"/>
                <a:tab pos="914400" algn="l"/>
                <a:tab pos="1371600" algn="l"/>
                <a:tab pos="1828800" algn="l"/>
                <a:tab pos="2286000" algn="l"/>
                <a:tab pos="2743200" algn="l"/>
                <a:tab pos="3200400" algn="l"/>
                <a:tab pos="3657600" algn="l"/>
                <a:tab pos="4114800" algn="l"/>
              </a:tabLst>
              <a:defRPr/>
            </a:pPr>
            <a:r>
              <a:rPr lang="en-US" sz="2800" dirty="0">
                <a:solidFill>
                  <a:srgbClr val="000000"/>
                </a:solidFill>
                <a:latin typeface="Times New Roman" pitchFamily="18" charset="0"/>
                <a:ea typeface="Noto Sans SC Regular" charset="0"/>
                <a:cs typeface="Noto Sans SC Regular" charset="0"/>
              </a:rPr>
              <a:t>Unlike register transfer microoperations,  arithmetic microoperations change the information  content.</a:t>
            </a:r>
          </a:p>
          <a:p>
            <a:pPr marL="552450" indent="-166688">
              <a:lnSpc>
                <a:spcPct val="91000"/>
              </a:lnSpc>
              <a:buFont typeface="Arial" charset="0"/>
              <a:buChar char="•"/>
              <a:tabLst>
                <a:tab pos="457200" algn="l"/>
                <a:tab pos="914400" algn="l"/>
                <a:tab pos="1371600" algn="l"/>
                <a:tab pos="1828800" algn="l"/>
                <a:tab pos="2286000" algn="l"/>
                <a:tab pos="2743200" algn="l"/>
                <a:tab pos="3200400" algn="l"/>
                <a:tab pos="3657600" algn="l"/>
                <a:tab pos="4114800" algn="l"/>
              </a:tabLst>
              <a:defRPr/>
            </a:pPr>
            <a:endParaRPr lang="en-US" sz="2800" dirty="0">
              <a:solidFill>
                <a:srgbClr val="000000"/>
              </a:solidFill>
              <a:latin typeface="Times New Roman" pitchFamily="18" charset="0"/>
              <a:ea typeface="Noto Sans SC Regular" charset="0"/>
              <a:cs typeface="Noto Sans SC Regular" charset="0"/>
            </a:endParaRPr>
          </a:p>
          <a:p>
            <a:pPr marL="552450" indent="-166688">
              <a:spcBef>
                <a:spcPts val="313"/>
              </a:spcBef>
              <a:buFont typeface="Symbol" pitchFamily="18" charset="2"/>
              <a:buChar char=""/>
              <a:tabLst>
                <a:tab pos="457200" algn="l"/>
                <a:tab pos="914400" algn="l"/>
                <a:tab pos="1371600" algn="l"/>
                <a:tab pos="1828800" algn="l"/>
                <a:tab pos="2286000" algn="l"/>
                <a:tab pos="2743200" algn="l"/>
                <a:tab pos="3200400" algn="l"/>
                <a:tab pos="3657600" algn="l"/>
                <a:tab pos="4114800" algn="l"/>
              </a:tabLst>
              <a:defRPr/>
            </a:pPr>
            <a:r>
              <a:rPr lang="en-US" sz="2800" dirty="0">
                <a:solidFill>
                  <a:srgbClr val="000000"/>
                </a:solidFill>
                <a:latin typeface="Times New Roman" pitchFamily="18" charset="0"/>
                <a:ea typeface="Noto Sans SC Regular" charset="0"/>
                <a:cs typeface="Noto Sans SC Regular" charset="0"/>
              </a:rPr>
              <a:t>The basic arithmetic microoperations are:</a:t>
            </a:r>
          </a:p>
          <a:p>
            <a:pPr marL="771525" lvl="1" indent="-155575">
              <a:spcBef>
                <a:spcPts val="300"/>
              </a:spcBef>
              <a:buFont typeface="Symbol" pitchFamily="18" charset="2"/>
              <a:buChar char=""/>
              <a:tabLst>
                <a:tab pos="457200" algn="l"/>
                <a:tab pos="914400" algn="l"/>
                <a:tab pos="1371600" algn="l"/>
                <a:tab pos="1828800" algn="l"/>
                <a:tab pos="2286000" algn="l"/>
                <a:tab pos="2743200" algn="l"/>
                <a:tab pos="3200400" algn="l"/>
                <a:tab pos="3657600" algn="l"/>
                <a:tab pos="4114800" algn="l"/>
              </a:tabLst>
              <a:defRPr/>
            </a:pPr>
            <a:r>
              <a:rPr lang="en-US" dirty="0" smtClean="0">
                <a:solidFill>
                  <a:srgbClr val="000000"/>
                </a:solidFill>
                <a:latin typeface="Times New Roman" pitchFamily="18" charset="0"/>
                <a:ea typeface="Noto Sans SC Regular" charset="0"/>
                <a:cs typeface="Noto Sans SC Regular" charset="0"/>
              </a:rPr>
              <a:t>addition</a:t>
            </a:r>
          </a:p>
          <a:p>
            <a:pPr marL="771525" lvl="1" indent="-155575">
              <a:spcBef>
                <a:spcPts val="288"/>
              </a:spcBef>
              <a:buFont typeface="Symbol" pitchFamily="18" charset="2"/>
              <a:buChar char=""/>
              <a:tabLst>
                <a:tab pos="457200" algn="l"/>
                <a:tab pos="914400" algn="l"/>
                <a:tab pos="1371600" algn="l"/>
                <a:tab pos="1828800" algn="l"/>
                <a:tab pos="2286000" algn="l"/>
                <a:tab pos="2743200" algn="l"/>
                <a:tab pos="3200400" algn="l"/>
                <a:tab pos="3657600" algn="l"/>
                <a:tab pos="4114800" algn="l"/>
              </a:tabLst>
              <a:defRPr/>
            </a:pPr>
            <a:r>
              <a:rPr lang="en-US" dirty="0" smtClean="0">
                <a:solidFill>
                  <a:srgbClr val="000000"/>
                </a:solidFill>
                <a:latin typeface="Times New Roman" pitchFamily="18" charset="0"/>
                <a:ea typeface="Noto Sans SC Regular" charset="0"/>
                <a:cs typeface="Noto Sans SC Regular" charset="0"/>
              </a:rPr>
              <a:t>subtraction</a:t>
            </a:r>
          </a:p>
          <a:p>
            <a:pPr marL="771525" lvl="1" indent="-155575">
              <a:spcBef>
                <a:spcPts val="288"/>
              </a:spcBef>
              <a:buFont typeface="Symbol" pitchFamily="18" charset="2"/>
              <a:buChar char=""/>
              <a:tabLst>
                <a:tab pos="457200" algn="l"/>
                <a:tab pos="914400" algn="l"/>
                <a:tab pos="1371600" algn="l"/>
                <a:tab pos="1828800" algn="l"/>
                <a:tab pos="2286000" algn="l"/>
                <a:tab pos="2743200" algn="l"/>
                <a:tab pos="3200400" algn="l"/>
                <a:tab pos="3657600" algn="l"/>
                <a:tab pos="4114800" algn="l"/>
              </a:tabLst>
              <a:defRPr/>
            </a:pPr>
            <a:r>
              <a:rPr lang="en-US" dirty="0" smtClean="0">
                <a:solidFill>
                  <a:srgbClr val="000000"/>
                </a:solidFill>
                <a:latin typeface="Times New Roman" pitchFamily="18" charset="0"/>
                <a:ea typeface="Noto Sans SC Regular" charset="0"/>
                <a:cs typeface="Noto Sans SC Regular" charset="0"/>
              </a:rPr>
              <a:t>increment</a:t>
            </a:r>
          </a:p>
          <a:p>
            <a:pPr marL="771525" lvl="1" indent="-155575">
              <a:spcBef>
                <a:spcPts val="288"/>
              </a:spcBef>
              <a:buFont typeface="Symbol" pitchFamily="18" charset="2"/>
              <a:buChar char=""/>
              <a:tabLst>
                <a:tab pos="457200" algn="l"/>
                <a:tab pos="914400" algn="l"/>
                <a:tab pos="1371600" algn="l"/>
                <a:tab pos="1828800" algn="l"/>
                <a:tab pos="2286000" algn="l"/>
                <a:tab pos="2743200" algn="l"/>
                <a:tab pos="3200400" algn="l"/>
                <a:tab pos="3657600" algn="l"/>
                <a:tab pos="4114800" algn="l"/>
              </a:tabLst>
              <a:defRPr/>
            </a:pPr>
            <a:r>
              <a:rPr lang="en-US" dirty="0" smtClean="0">
                <a:solidFill>
                  <a:srgbClr val="000000"/>
                </a:solidFill>
                <a:latin typeface="Times New Roman" pitchFamily="18" charset="0"/>
                <a:ea typeface="Noto Sans SC Regular" charset="0"/>
                <a:cs typeface="Noto Sans SC Regular" charset="0"/>
              </a:rPr>
              <a:t>decrem</a:t>
            </a:r>
            <a:r>
              <a:rPr lang="en-US" sz="2400" dirty="0">
                <a:solidFill>
                  <a:srgbClr val="000000"/>
                </a:solidFill>
                <a:latin typeface="Times New Roman" pitchFamily="18" charset="0"/>
                <a:ea typeface="Noto Sans SC Regular" charset="0"/>
                <a:cs typeface="Noto Sans SC Regular" charset="0"/>
              </a:rPr>
              <a:t>ent</a:t>
            </a:r>
          </a:p>
          <a:p>
            <a:pPr marL="771525" lvl="1" indent="-155575">
              <a:spcBef>
                <a:spcPts val="288"/>
              </a:spcBef>
              <a:buFont typeface="Symbol" pitchFamily="18" charset="2"/>
              <a:buChar char=""/>
              <a:tabLst>
                <a:tab pos="457200" algn="l"/>
                <a:tab pos="914400" algn="l"/>
                <a:tab pos="1371600" algn="l"/>
                <a:tab pos="1828800" algn="l"/>
                <a:tab pos="2286000" algn="l"/>
                <a:tab pos="2743200" algn="l"/>
                <a:tab pos="3200400" algn="l"/>
                <a:tab pos="3657600" algn="l"/>
                <a:tab pos="4114800" algn="l"/>
              </a:tabLst>
              <a:defRPr/>
            </a:pPr>
            <a:r>
              <a:rPr lang="en-US" sz="2400" dirty="0">
                <a:solidFill>
                  <a:srgbClr val="000000"/>
                </a:solidFill>
                <a:latin typeface="Times New Roman" pitchFamily="18" charset="0"/>
                <a:ea typeface="Noto Sans SC Regular" charset="0"/>
                <a:cs typeface="Noto Sans SC Regular" charset="0"/>
              </a:rPr>
              <a:t>shift</a:t>
            </a:r>
          </a:p>
          <a:p>
            <a:pPr>
              <a:buFont typeface="Arial" charset="0"/>
              <a:buChar char="•"/>
              <a:defRPr/>
            </a:pPr>
            <a:endParaRPr lang="en-US" dirty="0"/>
          </a:p>
        </p:txBody>
      </p:sp>
    </p:spTree>
    <p:extLst>
      <p:ext uri="{BB962C8B-B14F-4D97-AF65-F5344CB8AC3E}">
        <p14:creationId xmlns:p14="http://schemas.microsoft.com/office/powerpoint/2010/main" val="307889008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 calcmode="lin" valueType="num">
                                      <p:cBhvr additive="base">
                                        <p:cTn id="1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3" end="3"/>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 calcmode="lin" valueType="num">
                                      <p:cBhvr additive="base">
                                        <p:cTn id="2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3" presetID="2" presetClass="entr" presetSubtype="4" fill="hold" grpId="0" nodeType="with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 calcmode="lin" valueType="num">
                                      <p:cBhvr additive="base">
                                        <p:cTn id="2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5" end="5"/>
                                            </p:txEl>
                                          </p:spTgt>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anim calcmode="lin" valueType="num">
                                      <p:cBhvr additive="base">
                                        <p:cTn id="29"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anim calcmode="lin" valueType="num">
                                      <p:cBhvr additive="base">
                                        <p:cTn id="33"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Title 1"/>
          <p:cNvSpPr>
            <a:spLocks noGrp="1"/>
          </p:cNvSpPr>
          <p:nvPr>
            <p:ph type="title"/>
          </p:nvPr>
        </p:nvSpPr>
        <p:spPr/>
        <p:txBody>
          <a:bodyPr/>
          <a:lstStyle/>
          <a:p>
            <a:r>
              <a:rPr lang="en-US" altLang="en-US" smtClean="0">
                <a:solidFill>
                  <a:srgbClr val="000000"/>
                </a:solidFill>
                <a:latin typeface="Times New Roman" panose="02020603050405020304" pitchFamily="18" charset="0"/>
                <a:cs typeface="Noto Sans SC Regular" charset="0"/>
              </a:rPr>
              <a:t/>
            </a:r>
            <a:br>
              <a:rPr lang="en-US" altLang="en-US" smtClean="0">
                <a:solidFill>
                  <a:srgbClr val="000000"/>
                </a:solidFill>
                <a:latin typeface="Times New Roman" panose="02020603050405020304" pitchFamily="18" charset="0"/>
                <a:cs typeface="Noto Sans SC Regular" charset="0"/>
              </a:rPr>
            </a:br>
            <a:r>
              <a:rPr lang="en-US" altLang="en-US" smtClean="0">
                <a:solidFill>
                  <a:srgbClr val="000000"/>
                </a:solidFill>
                <a:latin typeface="Times New Roman" panose="02020603050405020304" pitchFamily="18" charset="0"/>
                <a:cs typeface="Noto Sans SC Regular" charset="0"/>
              </a:rPr>
              <a:t>Arithmetic Microoperations (continued)</a:t>
            </a:r>
            <a:br>
              <a:rPr lang="en-US" altLang="en-US" smtClean="0">
                <a:solidFill>
                  <a:srgbClr val="000000"/>
                </a:solidFill>
                <a:latin typeface="Times New Roman" panose="02020603050405020304" pitchFamily="18" charset="0"/>
                <a:cs typeface="Noto Sans SC Regular" charset="0"/>
              </a:rPr>
            </a:br>
            <a:endParaRPr lang="en-US" altLang="en-US" smtClean="0"/>
          </a:p>
        </p:txBody>
      </p:sp>
      <p:sp>
        <p:nvSpPr>
          <p:cNvPr id="51203" name="Content Placeholder 2"/>
          <p:cNvSpPr>
            <a:spLocks noGrp="1"/>
          </p:cNvSpPr>
          <p:nvPr>
            <p:ph idx="1"/>
          </p:nvPr>
        </p:nvSpPr>
        <p:spPr/>
        <p:txBody>
          <a:bodyPr/>
          <a:lstStyle/>
          <a:p>
            <a:pPr>
              <a:buFont typeface="Arial" panose="020B0604020202020204" pitchFamily="34" charset="0"/>
              <a:buNone/>
            </a:pPr>
            <a:r>
              <a:rPr lang="en-US" altLang="en-US" sz="2800">
                <a:latin typeface="Times New Roman" panose="02020603050405020304" pitchFamily="18" charset="0"/>
                <a:cs typeface="Times New Roman" panose="02020603050405020304" pitchFamily="18" charset="0"/>
              </a:rPr>
              <a:t>•	</a:t>
            </a:r>
            <a:r>
              <a:rPr lang="en-US" altLang="en-US" sz="2400">
                <a:latin typeface="Times New Roman" panose="02020603050405020304" pitchFamily="18" charset="0"/>
                <a:cs typeface="Times New Roman" panose="02020603050405020304" pitchFamily="18" charset="0"/>
              </a:rPr>
              <a:t>The RTL statement:</a:t>
            </a:r>
          </a:p>
          <a:p>
            <a:r>
              <a:rPr lang="en-US" altLang="en-US" sz="2400">
                <a:latin typeface="Times New Roman" panose="02020603050405020304" pitchFamily="18" charset="0"/>
                <a:cs typeface="Times New Roman" panose="02020603050405020304" pitchFamily="18" charset="0"/>
              </a:rPr>
              <a:t>R3←R1+R2 </a:t>
            </a:r>
          </a:p>
          <a:p>
            <a:r>
              <a:rPr lang="en-US" altLang="en-US" sz="2400">
                <a:latin typeface="Times New Roman" panose="02020603050405020304" pitchFamily="18" charset="0"/>
                <a:cs typeface="Times New Roman" panose="02020603050405020304" pitchFamily="18" charset="0"/>
              </a:rPr>
              <a:t>indicates an add microoperation. We can similarly specify the other arithmetic microoperations.</a:t>
            </a:r>
          </a:p>
          <a:p>
            <a:r>
              <a:rPr lang="en-US" altLang="en-US" sz="2400">
                <a:latin typeface="Times New Roman" panose="02020603050405020304" pitchFamily="18" charset="0"/>
                <a:cs typeface="Times New Roman" panose="02020603050405020304" pitchFamily="18" charset="0"/>
              </a:rPr>
              <a:t>Multiplication and division are not considered microoperations.</a:t>
            </a:r>
          </a:p>
          <a:p>
            <a:pPr>
              <a:buFont typeface="Arial" panose="020B0604020202020204" pitchFamily="34" charset="0"/>
              <a:buNone/>
            </a:pPr>
            <a:r>
              <a:rPr lang="en-US" altLang="en-US" sz="2400">
                <a:latin typeface="Times New Roman" panose="02020603050405020304" pitchFamily="18" charset="0"/>
                <a:cs typeface="Times New Roman" panose="02020603050405020304" pitchFamily="18" charset="0"/>
              </a:rPr>
              <a:t>– Multiplication is implemented by a sequence of adds and shifts.</a:t>
            </a:r>
          </a:p>
          <a:p>
            <a:r>
              <a:rPr lang="en-US" altLang="en-US" sz="2400">
                <a:latin typeface="Times New Roman" panose="02020603050405020304" pitchFamily="18" charset="0"/>
                <a:cs typeface="Times New Roman" panose="02020603050405020304" pitchFamily="18" charset="0"/>
              </a:rPr>
              <a:t>– Division is implemented by a sequence of subtracts and shifts</a:t>
            </a:r>
            <a:r>
              <a:rPr lang="en-US" altLang="en-US" sz="2400"/>
              <a:t>.</a:t>
            </a:r>
          </a:p>
          <a:p>
            <a:endParaRPr lang="en-US" altLang="en-US" smtClean="0"/>
          </a:p>
        </p:txBody>
      </p:sp>
    </p:spTree>
    <p:extLst>
      <p:ext uri="{BB962C8B-B14F-4D97-AF65-F5344CB8AC3E}">
        <p14:creationId xmlns:p14="http://schemas.microsoft.com/office/powerpoint/2010/main" val="389815541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1203">
                                            <p:txEl>
                                              <p:pRg st="0" end="0"/>
                                            </p:txEl>
                                          </p:spTgt>
                                        </p:tgtEl>
                                        <p:attrNameLst>
                                          <p:attrName>style.visibility</p:attrName>
                                        </p:attrNameLst>
                                      </p:cBhvr>
                                      <p:to>
                                        <p:strVal val="visible"/>
                                      </p:to>
                                    </p:set>
                                    <p:anim calcmode="lin" valueType="num">
                                      <p:cBhvr additive="base">
                                        <p:cTn id="7" dur="500" fill="hold"/>
                                        <p:tgtEl>
                                          <p:spTgt spid="5120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120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1203">
                                            <p:txEl>
                                              <p:pRg st="1" end="1"/>
                                            </p:txEl>
                                          </p:spTgt>
                                        </p:tgtEl>
                                        <p:attrNameLst>
                                          <p:attrName>style.visibility</p:attrName>
                                        </p:attrNameLst>
                                      </p:cBhvr>
                                      <p:to>
                                        <p:strVal val="visible"/>
                                      </p:to>
                                    </p:set>
                                    <p:anim calcmode="lin" valueType="num">
                                      <p:cBhvr additive="base">
                                        <p:cTn id="13" dur="500" fill="hold"/>
                                        <p:tgtEl>
                                          <p:spTgt spid="5120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120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1203">
                                            <p:txEl>
                                              <p:pRg st="2" end="2"/>
                                            </p:txEl>
                                          </p:spTgt>
                                        </p:tgtEl>
                                        <p:attrNameLst>
                                          <p:attrName>style.visibility</p:attrName>
                                        </p:attrNameLst>
                                      </p:cBhvr>
                                      <p:to>
                                        <p:strVal val="visible"/>
                                      </p:to>
                                    </p:set>
                                    <p:anim calcmode="lin" valueType="num">
                                      <p:cBhvr additive="base">
                                        <p:cTn id="19" dur="500" fill="hold"/>
                                        <p:tgtEl>
                                          <p:spTgt spid="5120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120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1203">
                                            <p:txEl>
                                              <p:pRg st="3" end="3"/>
                                            </p:txEl>
                                          </p:spTgt>
                                        </p:tgtEl>
                                        <p:attrNameLst>
                                          <p:attrName>style.visibility</p:attrName>
                                        </p:attrNameLst>
                                      </p:cBhvr>
                                      <p:to>
                                        <p:strVal val="visible"/>
                                      </p:to>
                                    </p:set>
                                    <p:anim calcmode="lin" valueType="num">
                                      <p:cBhvr additive="base">
                                        <p:cTn id="25" dur="500" fill="hold"/>
                                        <p:tgtEl>
                                          <p:spTgt spid="5120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120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51203">
                                            <p:txEl>
                                              <p:pRg st="4" end="4"/>
                                            </p:txEl>
                                          </p:spTgt>
                                        </p:tgtEl>
                                        <p:attrNameLst>
                                          <p:attrName>style.visibility</p:attrName>
                                        </p:attrNameLst>
                                      </p:cBhvr>
                                      <p:to>
                                        <p:strVal val="visible"/>
                                      </p:to>
                                    </p:set>
                                    <p:anim calcmode="lin" valueType="num">
                                      <p:cBhvr additive="base">
                                        <p:cTn id="31" dur="500" fill="hold"/>
                                        <p:tgtEl>
                                          <p:spTgt spid="5120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120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51203">
                                            <p:txEl>
                                              <p:pRg st="5" end="5"/>
                                            </p:txEl>
                                          </p:spTgt>
                                        </p:tgtEl>
                                        <p:attrNameLst>
                                          <p:attrName>style.visibility</p:attrName>
                                        </p:attrNameLst>
                                      </p:cBhvr>
                                      <p:to>
                                        <p:strVal val="visible"/>
                                      </p:to>
                                    </p:set>
                                    <p:anim calcmode="lin" valueType="num">
                                      <p:cBhvr additive="base">
                                        <p:cTn id="37" dur="500" fill="hold"/>
                                        <p:tgtEl>
                                          <p:spTgt spid="5120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5120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itle 1"/>
          <p:cNvSpPr>
            <a:spLocks noGrp="1"/>
          </p:cNvSpPr>
          <p:nvPr>
            <p:ph type="title" idx="4294967295"/>
          </p:nvPr>
        </p:nvSpPr>
        <p:spPr>
          <a:xfrm>
            <a:off x="1524000" y="274638"/>
            <a:ext cx="8229600" cy="1143000"/>
          </a:xfrm>
        </p:spPr>
        <p:txBody>
          <a:bodyPr/>
          <a:lstStyle/>
          <a:p>
            <a:r>
              <a:rPr lang="en-US" altLang="en-US" smtClean="0"/>
              <a:t/>
            </a:r>
            <a:br>
              <a:rPr lang="en-US" altLang="en-US" smtClean="0"/>
            </a:br>
            <a:r>
              <a:rPr lang="en-US" altLang="en-US" smtClean="0">
                <a:latin typeface="Times New Roman" panose="02020603050405020304" pitchFamily="18" charset="0"/>
                <a:cs typeface="Times New Roman" panose="02020603050405020304" pitchFamily="18" charset="0"/>
              </a:rPr>
              <a:t>Arithmetic Microoperations</a:t>
            </a:r>
            <a:r>
              <a:rPr lang="en-US" altLang="en-US" smtClean="0"/>
              <a:t/>
            </a:r>
            <a:br>
              <a:rPr lang="en-US" altLang="en-US" smtClean="0"/>
            </a:br>
            <a:endParaRPr lang="en-US" altLang="en-US" smtClean="0"/>
          </a:p>
        </p:txBody>
      </p:sp>
      <p:graphicFrame>
        <p:nvGraphicFramePr>
          <p:cNvPr id="4" name="Group 7"/>
          <p:cNvGraphicFramePr>
            <a:graphicFrameLocks noGrp="1"/>
          </p:cNvGraphicFramePr>
          <p:nvPr/>
        </p:nvGraphicFramePr>
        <p:xfrm>
          <a:off x="2133600" y="1371601"/>
          <a:ext cx="7696200" cy="4724399"/>
        </p:xfrm>
        <a:graphic>
          <a:graphicData uri="http://schemas.openxmlformats.org/drawingml/2006/table">
            <a:tbl>
              <a:tblPr/>
              <a:tblGrid>
                <a:gridCol w="2359554">
                  <a:extLst>
                    <a:ext uri="{9D8B030D-6E8A-4147-A177-3AD203B41FA5}">
                      <a16:colId xmlns:a16="http://schemas.microsoft.com/office/drawing/2014/main" val="20000"/>
                    </a:ext>
                  </a:extLst>
                </a:gridCol>
                <a:gridCol w="5336646">
                  <a:extLst>
                    <a:ext uri="{9D8B030D-6E8A-4147-A177-3AD203B41FA5}">
                      <a16:colId xmlns:a16="http://schemas.microsoft.com/office/drawing/2014/main" val="20001"/>
                    </a:ext>
                  </a:extLst>
                </a:gridCol>
              </a:tblGrid>
              <a:tr h="968766">
                <a:tc>
                  <a:txBody>
                    <a:bodyPr/>
                    <a:lstStyle/>
                    <a:p>
                      <a:pPr marL="47625" marR="0" lvl="0" indent="0" algn="l" defTabSz="457200" rtl="0" eaLnBrk="1" fontAlgn="base" latinLnBrk="0" hangingPunct="0">
                        <a:lnSpc>
                          <a:spcPct val="93000"/>
                        </a:lnSpc>
                        <a:spcBef>
                          <a:spcPts val="100"/>
                        </a:spcBef>
                        <a:spcAft>
                          <a:spcPct val="0"/>
                        </a:spcAft>
                        <a:buClr>
                          <a:srgbClr val="000000"/>
                        </a:buClr>
                        <a:buSzPct val="100000"/>
                        <a:buFont typeface="Times New Roman" pitchFamily="18" charset="0"/>
                        <a:buNone/>
                        <a:tabLst>
                          <a:tab pos="457200" algn="l"/>
                          <a:tab pos="914400" algn="l"/>
                          <a:tab pos="1371600" algn="l"/>
                          <a:tab pos="1828800" algn="l"/>
                          <a:tab pos="2286000" algn="l"/>
                          <a:tab pos="2743200" algn="l"/>
                          <a:tab pos="3200400" algn="l"/>
                          <a:tab pos="3657600" algn="l"/>
                        </a:tabLst>
                      </a:pPr>
                      <a:r>
                        <a:rPr kumimoji="0" lang="en-US" sz="2400" b="1" i="0" u="sng" strike="noStrike" cap="none" normalizeH="0" baseline="0" dirty="0" smtClean="0">
                          <a:ln>
                            <a:noFill/>
                          </a:ln>
                          <a:solidFill>
                            <a:srgbClr val="000000"/>
                          </a:solidFill>
                          <a:effectLst/>
                          <a:latin typeface="Times New Roman" pitchFamily="18" charset="0"/>
                          <a:ea typeface="Noto Sans SC Regular" charset="0"/>
                          <a:cs typeface="Times New Roman" pitchFamily="18" charset="0"/>
                        </a:rPr>
                        <a:t>Symbolic</a:t>
                      </a:r>
                    </a:p>
                    <a:p>
                      <a:pPr marL="47625" marR="0" lvl="0" indent="0" algn="l" defTabSz="457200" rtl="0" eaLnBrk="1" fontAlgn="base" latinLnBrk="0" hangingPunct="0">
                        <a:lnSpc>
                          <a:spcPct val="93000"/>
                        </a:lnSpc>
                        <a:spcBef>
                          <a:spcPts val="288"/>
                        </a:spcBef>
                        <a:spcAft>
                          <a:spcPct val="0"/>
                        </a:spcAft>
                        <a:buClr>
                          <a:srgbClr val="000000"/>
                        </a:buClr>
                        <a:buSzPct val="100000"/>
                        <a:buFont typeface="Times New Roman" pitchFamily="18" charset="0"/>
                        <a:buNone/>
                        <a:tabLst>
                          <a:tab pos="457200" algn="l"/>
                          <a:tab pos="914400" algn="l"/>
                          <a:tab pos="1371600" algn="l"/>
                          <a:tab pos="1828800" algn="l"/>
                          <a:tab pos="2286000" algn="l"/>
                          <a:tab pos="2743200" algn="l"/>
                          <a:tab pos="3200400" algn="l"/>
                          <a:tab pos="3657600" algn="l"/>
                        </a:tabLst>
                      </a:pPr>
                      <a:r>
                        <a:rPr kumimoji="0" lang="en-US" sz="2400" b="1" i="0" u="sng" strike="noStrike" cap="none" normalizeH="0" baseline="0" dirty="0" smtClean="0">
                          <a:ln>
                            <a:noFill/>
                          </a:ln>
                          <a:solidFill>
                            <a:srgbClr val="000000"/>
                          </a:solidFill>
                          <a:effectLst/>
                          <a:latin typeface="Times New Roman" pitchFamily="18" charset="0"/>
                          <a:ea typeface="Noto Sans SC Regular" charset="0"/>
                          <a:cs typeface="Times New Roman" pitchFamily="18" charset="0"/>
                        </a:rPr>
                        <a:t>Designatio</a:t>
                      </a:r>
                      <a:r>
                        <a:rPr kumimoji="0" lang="en-US" sz="2400" b="1" i="0" u="none" strike="noStrike" cap="none" normalizeH="0" baseline="0" dirty="0" smtClean="0">
                          <a:ln>
                            <a:noFill/>
                          </a:ln>
                          <a:solidFill>
                            <a:srgbClr val="000000"/>
                          </a:solidFill>
                          <a:effectLst/>
                          <a:latin typeface="Times New Roman" pitchFamily="18" charset="0"/>
                          <a:ea typeface="Noto Sans SC Regular" charset="0"/>
                          <a:cs typeface="Times New Roman" pitchFamily="18" charset="0"/>
                        </a:rPr>
                        <a:t>n</a:t>
                      </a:r>
                    </a:p>
                  </a:txBody>
                  <a:tcPr marL="0" marR="0" marT="11880" marB="0" horzOverflow="overflow">
                    <a:lnL w="12240" cap="flat" cmpd="sng" algn="ctr">
                      <a:solidFill>
                        <a:srgbClr val="000000"/>
                      </a:solidFill>
                      <a:prstDash val="solid"/>
                      <a:round/>
                      <a:headEnd type="none" w="med" len="med"/>
                      <a:tailEnd type="none" w="med" len="med"/>
                    </a:lnL>
                    <a:lnR w="12240" cap="flat" cmpd="sng" algn="ctr">
                      <a:solidFill>
                        <a:srgbClr val="000000"/>
                      </a:solidFill>
                      <a:prstDash val="solid"/>
                      <a:round/>
                      <a:headEnd type="none" w="med" len="med"/>
                      <a:tailEnd type="none" w="med" len="med"/>
                    </a:lnR>
                    <a:lnT w="12240" cap="flat" cmpd="sng" algn="ctr">
                      <a:solidFill>
                        <a:srgbClr val="000000"/>
                      </a:solidFill>
                      <a:prstDash val="solid"/>
                      <a:round/>
                      <a:headEnd type="none" w="med" len="med"/>
                      <a:tailEnd type="none" w="med" len="med"/>
                    </a:lnT>
                    <a:lnB w="12240" cap="flat" cmpd="sng" algn="ctr">
                      <a:solidFill>
                        <a:srgbClr val="000000"/>
                      </a:solidFill>
                      <a:prstDash val="solid"/>
                      <a:round/>
                      <a:headEnd type="none" w="med" len="med"/>
                      <a:tailEnd type="none" w="med" len="med"/>
                    </a:lnB>
                    <a:lnTlToBr>
                      <a:noFill/>
                    </a:lnTlToBr>
                    <a:lnBlToTr>
                      <a:noFill/>
                    </a:lnBlToTr>
                    <a:noFill/>
                  </a:tcPr>
                </a:tc>
                <a:tc>
                  <a:txBody>
                    <a:bodyPr/>
                    <a:lstStyle/>
                    <a:p>
                      <a:pPr marL="23813" marR="0" lvl="0" indent="0" algn="l" defTabSz="457200" rtl="0" eaLnBrk="1" fontAlgn="base" latinLnBrk="0" hangingPunct="0">
                        <a:lnSpc>
                          <a:spcPct val="93000"/>
                        </a:lnSpc>
                        <a:spcBef>
                          <a:spcPts val="100"/>
                        </a:spcBef>
                        <a:spcAft>
                          <a:spcPct val="0"/>
                        </a:spcAft>
                        <a:buClr>
                          <a:srgbClr val="000000"/>
                        </a:buClr>
                        <a:buSzPct val="100000"/>
                        <a:buFont typeface="Times New Roman" pitchFamily="18" charset="0"/>
                        <a:buNone/>
                        <a:tabLst>
                          <a:tab pos="457200" algn="l"/>
                          <a:tab pos="914400" algn="l"/>
                          <a:tab pos="1371600" algn="l"/>
                          <a:tab pos="1828800" algn="l"/>
                          <a:tab pos="2286000" algn="l"/>
                          <a:tab pos="2743200" algn="l"/>
                          <a:tab pos="3200400" algn="l"/>
                          <a:tab pos="3657600" algn="l"/>
                        </a:tabLst>
                      </a:pPr>
                      <a:r>
                        <a:rPr kumimoji="0" lang="en-US" sz="2400" b="1" i="0" u="sng" strike="noStrike" cap="none" normalizeH="0" baseline="0" smtClean="0">
                          <a:ln>
                            <a:noFill/>
                          </a:ln>
                          <a:solidFill>
                            <a:srgbClr val="000000"/>
                          </a:solidFill>
                          <a:effectLst/>
                          <a:latin typeface="Times New Roman" pitchFamily="18" charset="0"/>
                          <a:ea typeface="Noto Sans SC Regular" charset="0"/>
                          <a:cs typeface="Times New Roman" pitchFamily="18" charset="0"/>
                        </a:rPr>
                        <a:t>Description</a:t>
                      </a:r>
                    </a:p>
                  </a:txBody>
                  <a:tcPr marL="0" marR="0" marT="11880" marB="0" horzOverflow="overflow">
                    <a:lnL w="12240" cap="flat" cmpd="sng" algn="ctr">
                      <a:solidFill>
                        <a:srgbClr val="000000"/>
                      </a:solidFill>
                      <a:prstDash val="solid"/>
                      <a:round/>
                      <a:headEnd type="none" w="med" len="med"/>
                      <a:tailEnd type="none" w="med" len="med"/>
                    </a:lnL>
                    <a:lnR w="12240" cap="flat" cmpd="sng" algn="ctr">
                      <a:solidFill>
                        <a:srgbClr val="000000"/>
                      </a:solidFill>
                      <a:prstDash val="solid"/>
                      <a:round/>
                      <a:headEnd type="none" w="med" len="med"/>
                      <a:tailEnd type="none" w="med" len="med"/>
                    </a:lnR>
                    <a:lnT w="12240" cap="flat" cmpd="sng" algn="ctr">
                      <a:solidFill>
                        <a:srgbClr val="000000"/>
                      </a:solidFill>
                      <a:prstDash val="solid"/>
                      <a:round/>
                      <a:headEnd type="none" w="med" len="med"/>
                      <a:tailEnd type="none" w="med" len="med"/>
                    </a:lnT>
                    <a:lnB w="1224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534149">
                <a:tc>
                  <a:txBody>
                    <a:bodyPr/>
                    <a:lstStyle/>
                    <a:p>
                      <a:pPr marL="47625" marR="0" lvl="0" indent="0" algn="l" defTabSz="457200" rtl="0" eaLnBrk="1" fontAlgn="base" latinLnBrk="0" hangingPunct="0">
                        <a:lnSpc>
                          <a:spcPct val="93000"/>
                        </a:lnSpc>
                        <a:spcBef>
                          <a:spcPts val="75"/>
                        </a:spcBef>
                        <a:spcAft>
                          <a:spcPct val="0"/>
                        </a:spcAft>
                        <a:buClr>
                          <a:srgbClr val="000000"/>
                        </a:buClr>
                        <a:buSzPct val="100000"/>
                        <a:buFont typeface="Times New Roman" pitchFamily="18" charset="0"/>
                        <a:buNone/>
                        <a:tabLst>
                          <a:tab pos="457200" algn="l"/>
                          <a:tab pos="914400" algn="l"/>
                          <a:tab pos="1371600" algn="l"/>
                          <a:tab pos="1828800" algn="l"/>
                          <a:tab pos="2286000" algn="l"/>
                          <a:tab pos="2743200" algn="l"/>
                          <a:tab pos="3200400" algn="l"/>
                          <a:tab pos="3657600" algn="l"/>
                        </a:tabLst>
                      </a:pPr>
                      <a:r>
                        <a:rPr kumimoji="0" lang="en-US" sz="2400" b="0" i="0" u="none" strike="noStrike" cap="none" normalizeH="0" baseline="0" dirty="0" smtClean="0">
                          <a:ln>
                            <a:noFill/>
                          </a:ln>
                          <a:solidFill>
                            <a:srgbClr val="000000"/>
                          </a:solidFill>
                          <a:effectLst/>
                          <a:latin typeface="Times New Roman" pitchFamily="18" charset="0"/>
                          <a:ea typeface="Noto Sans SC Regular" charset="0"/>
                          <a:cs typeface="Times New Roman" pitchFamily="18" charset="0"/>
                        </a:rPr>
                        <a:t>R3 ←R1+R2</a:t>
                      </a:r>
                    </a:p>
                  </a:txBody>
                  <a:tcPr marL="0" marR="0" marT="8640" marB="0" horzOverflow="overflow">
                    <a:lnL w="12240" cap="flat" cmpd="sng" algn="ctr">
                      <a:solidFill>
                        <a:srgbClr val="000000"/>
                      </a:solidFill>
                      <a:prstDash val="solid"/>
                      <a:round/>
                      <a:headEnd type="none" w="med" len="med"/>
                      <a:tailEnd type="none" w="med" len="med"/>
                    </a:lnL>
                    <a:lnR w="12240" cap="flat" cmpd="sng" algn="ctr">
                      <a:solidFill>
                        <a:srgbClr val="000000"/>
                      </a:solidFill>
                      <a:prstDash val="solid"/>
                      <a:round/>
                      <a:headEnd type="none" w="med" len="med"/>
                      <a:tailEnd type="none" w="med" len="med"/>
                    </a:lnR>
                    <a:lnT w="12240" cap="flat" cmpd="sng" algn="ctr">
                      <a:solidFill>
                        <a:srgbClr val="000000"/>
                      </a:solidFill>
                      <a:prstDash val="solid"/>
                      <a:round/>
                      <a:headEnd type="none" w="med" len="med"/>
                      <a:tailEnd type="none" w="med" len="med"/>
                    </a:lnT>
                    <a:lnB w="12240" cap="flat" cmpd="sng" algn="ctr">
                      <a:solidFill>
                        <a:srgbClr val="000000"/>
                      </a:solidFill>
                      <a:prstDash val="solid"/>
                      <a:round/>
                      <a:headEnd type="none" w="med" len="med"/>
                      <a:tailEnd type="none" w="med" len="med"/>
                    </a:lnB>
                    <a:lnTlToBr>
                      <a:noFill/>
                    </a:lnTlToBr>
                    <a:lnBlToTr>
                      <a:noFill/>
                    </a:lnBlToTr>
                    <a:noFill/>
                  </a:tcPr>
                </a:tc>
                <a:tc>
                  <a:txBody>
                    <a:bodyPr/>
                    <a:lstStyle/>
                    <a:p>
                      <a:pPr marL="23813" marR="0" lvl="0" indent="0" algn="l" defTabSz="457200" rtl="0" eaLnBrk="1" fontAlgn="base" latinLnBrk="0" hangingPunct="0">
                        <a:lnSpc>
                          <a:spcPct val="93000"/>
                        </a:lnSpc>
                        <a:spcBef>
                          <a:spcPts val="75"/>
                        </a:spcBef>
                        <a:spcAft>
                          <a:spcPct val="0"/>
                        </a:spcAft>
                        <a:buClr>
                          <a:srgbClr val="000000"/>
                        </a:buClr>
                        <a:buSzPct val="100000"/>
                        <a:buFont typeface="Times New Roman" pitchFamily="18" charset="0"/>
                        <a:buNone/>
                        <a:tabLst>
                          <a:tab pos="457200" algn="l"/>
                          <a:tab pos="914400" algn="l"/>
                          <a:tab pos="1371600" algn="l"/>
                          <a:tab pos="1828800" algn="l"/>
                          <a:tab pos="2286000" algn="l"/>
                          <a:tab pos="2743200" algn="l"/>
                          <a:tab pos="3200400" algn="l"/>
                          <a:tab pos="3657600" algn="l"/>
                        </a:tabLst>
                      </a:pPr>
                      <a:r>
                        <a:rPr kumimoji="0" lang="en-US" sz="2400" b="0" i="0" u="none" strike="noStrike" cap="none" normalizeH="0" baseline="0" smtClean="0">
                          <a:ln>
                            <a:noFill/>
                          </a:ln>
                          <a:solidFill>
                            <a:srgbClr val="000000"/>
                          </a:solidFill>
                          <a:effectLst/>
                          <a:latin typeface="Times New Roman" pitchFamily="18" charset="0"/>
                          <a:ea typeface="Noto Sans SC Regular" charset="0"/>
                          <a:cs typeface="Times New Roman" pitchFamily="18" charset="0"/>
                        </a:rPr>
                        <a:t>Contents of R1 plus R2 transferred to R3</a:t>
                      </a:r>
                    </a:p>
                  </a:txBody>
                  <a:tcPr marL="0" marR="0" marT="8640" marB="0" horzOverflow="overflow">
                    <a:lnL w="12240" cap="flat" cmpd="sng" algn="ctr">
                      <a:solidFill>
                        <a:srgbClr val="000000"/>
                      </a:solidFill>
                      <a:prstDash val="solid"/>
                      <a:round/>
                      <a:headEnd type="none" w="med" len="med"/>
                      <a:tailEnd type="none" w="med" len="med"/>
                    </a:lnL>
                    <a:lnR w="12240" cap="flat" cmpd="sng" algn="ctr">
                      <a:solidFill>
                        <a:srgbClr val="000000"/>
                      </a:solidFill>
                      <a:prstDash val="solid"/>
                      <a:round/>
                      <a:headEnd type="none" w="med" len="med"/>
                      <a:tailEnd type="none" w="med" len="med"/>
                    </a:lnR>
                    <a:lnT w="12240" cap="flat" cmpd="sng" algn="ctr">
                      <a:solidFill>
                        <a:srgbClr val="000000"/>
                      </a:solidFill>
                      <a:prstDash val="solid"/>
                      <a:round/>
                      <a:headEnd type="none" w="med" len="med"/>
                      <a:tailEnd type="none" w="med" len="med"/>
                    </a:lnT>
                    <a:lnB w="1224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540785">
                <a:tc>
                  <a:txBody>
                    <a:bodyPr/>
                    <a:lstStyle/>
                    <a:p>
                      <a:pPr marL="47625" marR="0" lvl="0" indent="0" algn="l" defTabSz="457200" rtl="0" eaLnBrk="1" fontAlgn="base" latinLnBrk="0" hangingPunct="0">
                        <a:lnSpc>
                          <a:spcPct val="93000"/>
                        </a:lnSpc>
                        <a:spcBef>
                          <a:spcPts val="75"/>
                        </a:spcBef>
                        <a:spcAft>
                          <a:spcPct val="0"/>
                        </a:spcAft>
                        <a:buClr>
                          <a:srgbClr val="000000"/>
                        </a:buClr>
                        <a:buSzPct val="100000"/>
                        <a:buFont typeface="Times New Roman" pitchFamily="18" charset="0"/>
                        <a:buNone/>
                        <a:tabLst>
                          <a:tab pos="457200" algn="l"/>
                          <a:tab pos="914400" algn="l"/>
                          <a:tab pos="1371600" algn="l"/>
                          <a:tab pos="1828800" algn="l"/>
                          <a:tab pos="2286000" algn="l"/>
                          <a:tab pos="2743200" algn="l"/>
                          <a:tab pos="3200400" algn="l"/>
                          <a:tab pos="3657600" algn="l"/>
                        </a:tabLst>
                      </a:pPr>
                      <a:r>
                        <a:rPr kumimoji="0" lang="en-US" sz="2400" b="0" i="0" u="none" strike="noStrike" cap="none" normalizeH="0" baseline="0" dirty="0" smtClean="0">
                          <a:ln>
                            <a:noFill/>
                          </a:ln>
                          <a:solidFill>
                            <a:srgbClr val="000000"/>
                          </a:solidFill>
                          <a:effectLst/>
                          <a:latin typeface="Times New Roman" pitchFamily="18" charset="0"/>
                          <a:ea typeface="Noto Sans SC Regular" charset="0"/>
                          <a:cs typeface="Times New Roman" pitchFamily="18" charset="0"/>
                        </a:rPr>
                        <a:t>R3 ←R1–R2</a:t>
                      </a:r>
                    </a:p>
                  </a:txBody>
                  <a:tcPr marL="0" marR="0" marT="9360" marB="0" horzOverflow="overflow">
                    <a:lnL w="12240" cap="flat" cmpd="sng" algn="ctr">
                      <a:solidFill>
                        <a:srgbClr val="000000"/>
                      </a:solidFill>
                      <a:prstDash val="solid"/>
                      <a:round/>
                      <a:headEnd type="none" w="med" len="med"/>
                      <a:tailEnd type="none" w="med" len="med"/>
                    </a:lnL>
                    <a:lnR w="12240" cap="flat" cmpd="sng" algn="ctr">
                      <a:solidFill>
                        <a:srgbClr val="000000"/>
                      </a:solidFill>
                      <a:prstDash val="solid"/>
                      <a:round/>
                      <a:headEnd type="none" w="med" len="med"/>
                      <a:tailEnd type="none" w="med" len="med"/>
                    </a:lnR>
                    <a:lnT w="12240" cap="flat" cmpd="sng" algn="ctr">
                      <a:solidFill>
                        <a:srgbClr val="000000"/>
                      </a:solidFill>
                      <a:prstDash val="solid"/>
                      <a:round/>
                      <a:headEnd type="none" w="med" len="med"/>
                      <a:tailEnd type="none" w="med" len="med"/>
                    </a:lnT>
                    <a:lnB w="12240" cap="flat" cmpd="sng" algn="ctr">
                      <a:solidFill>
                        <a:srgbClr val="000000"/>
                      </a:solidFill>
                      <a:prstDash val="solid"/>
                      <a:round/>
                      <a:headEnd type="none" w="med" len="med"/>
                      <a:tailEnd type="none" w="med" len="med"/>
                    </a:lnB>
                    <a:lnTlToBr>
                      <a:noFill/>
                    </a:lnTlToBr>
                    <a:lnBlToTr>
                      <a:noFill/>
                    </a:lnBlToTr>
                    <a:noFill/>
                  </a:tcPr>
                </a:tc>
                <a:tc>
                  <a:txBody>
                    <a:bodyPr/>
                    <a:lstStyle/>
                    <a:p>
                      <a:pPr marL="23813" marR="0" lvl="0" indent="0" algn="l" defTabSz="457200" rtl="0" eaLnBrk="1" fontAlgn="base" latinLnBrk="0" hangingPunct="0">
                        <a:lnSpc>
                          <a:spcPct val="93000"/>
                        </a:lnSpc>
                        <a:spcBef>
                          <a:spcPts val="75"/>
                        </a:spcBef>
                        <a:spcAft>
                          <a:spcPct val="0"/>
                        </a:spcAft>
                        <a:buClr>
                          <a:srgbClr val="000000"/>
                        </a:buClr>
                        <a:buSzPct val="100000"/>
                        <a:buFont typeface="Times New Roman" pitchFamily="18" charset="0"/>
                        <a:buNone/>
                        <a:tabLst>
                          <a:tab pos="457200" algn="l"/>
                          <a:tab pos="914400" algn="l"/>
                          <a:tab pos="1371600" algn="l"/>
                          <a:tab pos="1828800" algn="l"/>
                          <a:tab pos="2286000" algn="l"/>
                          <a:tab pos="2743200" algn="l"/>
                          <a:tab pos="3200400" algn="l"/>
                          <a:tab pos="3657600" algn="l"/>
                        </a:tabLst>
                      </a:pPr>
                      <a:r>
                        <a:rPr kumimoji="0" lang="en-US" sz="2400" b="0" i="0" u="none" strike="noStrike" cap="none" normalizeH="0" baseline="0" dirty="0" smtClean="0">
                          <a:ln>
                            <a:noFill/>
                          </a:ln>
                          <a:solidFill>
                            <a:srgbClr val="000000"/>
                          </a:solidFill>
                          <a:effectLst/>
                          <a:latin typeface="Times New Roman" pitchFamily="18" charset="0"/>
                          <a:ea typeface="Noto Sans SC Regular" charset="0"/>
                          <a:cs typeface="Times New Roman" pitchFamily="18" charset="0"/>
                        </a:rPr>
                        <a:t>Contents of R1 minus R2 transferred to R3</a:t>
                      </a:r>
                    </a:p>
                  </a:txBody>
                  <a:tcPr marL="0" marR="0" marT="9360" marB="0" horzOverflow="overflow">
                    <a:lnL w="12240" cap="flat" cmpd="sng" algn="ctr">
                      <a:solidFill>
                        <a:srgbClr val="000000"/>
                      </a:solidFill>
                      <a:prstDash val="solid"/>
                      <a:round/>
                      <a:headEnd type="none" w="med" len="med"/>
                      <a:tailEnd type="none" w="med" len="med"/>
                    </a:lnL>
                    <a:lnR w="12240" cap="flat" cmpd="sng" algn="ctr">
                      <a:solidFill>
                        <a:srgbClr val="000000"/>
                      </a:solidFill>
                      <a:prstDash val="solid"/>
                      <a:round/>
                      <a:headEnd type="none" w="med" len="med"/>
                      <a:tailEnd type="none" w="med" len="med"/>
                    </a:lnR>
                    <a:lnT w="12240" cap="flat" cmpd="sng" algn="ctr">
                      <a:solidFill>
                        <a:srgbClr val="000000"/>
                      </a:solidFill>
                      <a:prstDash val="solid"/>
                      <a:round/>
                      <a:headEnd type="none" w="med" len="med"/>
                      <a:tailEnd type="none" w="med" len="med"/>
                    </a:lnT>
                    <a:lnB w="1224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34149">
                <a:tc>
                  <a:txBody>
                    <a:bodyPr/>
                    <a:lstStyle/>
                    <a:p>
                      <a:pPr marL="47625" marR="0" lvl="0" indent="0" algn="l" defTabSz="457200" rtl="0" eaLnBrk="1" fontAlgn="base" latinLnBrk="0" hangingPunct="0">
                        <a:lnSpc>
                          <a:spcPct val="93000"/>
                        </a:lnSpc>
                        <a:spcBef>
                          <a:spcPts val="100"/>
                        </a:spcBef>
                        <a:spcAft>
                          <a:spcPct val="0"/>
                        </a:spcAft>
                        <a:buClr>
                          <a:srgbClr val="000000"/>
                        </a:buClr>
                        <a:buSzPct val="100000"/>
                        <a:buFont typeface="Times New Roman" pitchFamily="18" charset="0"/>
                        <a:buNone/>
                        <a:tabLst>
                          <a:tab pos="457200" algn="l"/>
                          <a:tab pos="914400" algn="l"/>
                          <a:tab pos="1371600" algn="l"/>
                          <a:tab pos="1828800" algn="l"/>
                          <a:tab pos="2286000" algn="l"/>
                          <a:tab pos="2743200" algn="l"/>
                          <a:tab pos="3200400" algn="l"/>
                          <a:tab pos="3657600" algn="l"/>
                        </a:tabLst>
                      </a:pPr>
                      <a:r>
                        <a:rPr kumimoji="0" lang="en-US" sz="2400" b="0" i="0" u="none" strike="noStrike" cap="none" normalizeH="0" baseline="0" dirty="0" smtClean="0">
                          <a:ln>
                            <a:noFill/>
                          </a:ln>
                          <a:solidFill>
                            <a:srgbClr val="000000"/>
                          </a:solidFill>
                          <a:effectLst/>
                          <a:latin typeface="Times New Roman" pitchFamily="18" charset="0"/>
                          <a:ea typeface="Noto Sans SC Regular" charset="0"/>
                          <a:cs typeface="Times New Roman" pitchFamily="18" charset="0"/>
                        </a:rPr>
                        <a:t>R2 ← R2’</a:t>
                      </a:r>
                    </a:p>
                  </a:txBody>
                  <a:tcPr marL="0" marR="0" marT="11880" marB="0" horzOverflow="overflow">
                    <a:lnL w="12240" cap="flat" cmpd="sng" algn="ctr">
                      <a:solidFill>
                        <a:srgbClr val="000000"/>
                      </a:solidFill>
                      <a:prstDash val="solid"/>
                      <a:round/>
                      <a:headEnd type="none" w="med" len="med"/>
                      <a:tailEnd type="none" w="med" len="med"/>
                    </a:lnL>
                    <a:lnR w="12240" cap="flat" cmpd="sng" algn="ctr">
                      <a:solidFill>
                        <a:srgbClr val="000000"/>
                      </a:solidFill>
                      <a:prstDash val="solid"/>
                      <a:round/>
                      <a:headEnd type="none" w="med" len="med"/>
                      <a:tailEnd type="none" w="med" len="med"/>
                    </a:lnR>
                    <a:lnT w="12240" cap="flat" cmpd="sng" algn="ctr">
                      <a:solidFill>
                        <a:srgbClr val="000000"/>
                      </a:solidFill>
                      <a:prstDash val="solid"/>
                      <a:round/>
                      <a:headEnd type="none" w="med" len="med"/>
                      <a:tailEnd type="none" w="med" len="med"/>
                    </a:lnT>
                    <a:lnB w="12240" cap="flat" cmpd="sng" algn="ctr">
                      <a:solidFill>
                        <a:srgbClr val="000000"/>
                      </a:solidFill>
                      <a:prstDash val="solid"/>
                      <a:round/>
                      <a:headEnd type="none" w="med" len="med"/>
                      <a:tailEnd type="none" w="med" len="med"/>
                    </a:lnB>
                    <a:lnTlToBr>
                      <a:noFill/>
                    </a:lnTlToBr>
                    <a:lnBlToTr>
                      <a:noFill/>
                    </a:lnBlToTr>
                    <a:noFill/>
                  </a:tcPr>
                </a:tc>
                <a:tc>
                  <a:txBody>
                    <a:bodyPr/>
                    <a:lstStyle/>
                    <a:p>
                      <a:pPr marL="23813" marR="0" lvl="0" indent="0" algn="l" defTabSz="457200" rtl="0" eaLnBrk="1" fontAlgn="base" latinLnBrk="0" hangingPunct="0">
                        <a:lnSpc>
                          <a:spcPct val="93000"/>
                        </a:lnSpc>
                        <a:spcBef>
                          <a:spcPts val="100"/>
                        </a:spcBef>
                        <a:spcAft>
                          <a:spcPct val="0"/>
                        </a:spcAft>
                        <a:buClr>
                          <a:srgbClr val="000000"/>
                        </a:buClr>
                        <a:buSzPct val="100000"/>
                        <a:buFont typeface="Times New Roman" pitchFamily="18" charset="0"/>
                        <a:buNone/>
                        <a:tabLst>
                          <a:tab pos="457200" algn="l"/>
                          <a:tab pos="914400" algn="l"/>
                          <a:tab pos="1371600" algn="l"/>
                          <a:tab pos="1828800" algn="l"/>
                          <a:tab pos="2286000" algn="l"/>
                          <a:tab pos="2743200" algn="l"/>
                          <a:tab pos="3200400" algn="l"/>
                          <a:tab pos="3657600" algn="l"/>
                        </a:tabLst>
                      </a:pPr>
                      <a:r>
                        <a:rPr kumimoji="0" lang="en-US" sz="2400" b="0" i="0" u="none" strike="noStrike" cap="none" normalizeH="0" baseline="0" dirty="0" smtClean="0">
                          <a:ln>
                            <a:noFill/>
                          </a:ln>
                          <a:solidFill>
                            <a:srgbClr val="000000"/>
                          </a:solidFill>
                          <a:effectLst/>
                          <a:latin typeface="Times New Roman" pitchFamily="18" charset="0"/>
                          <a:ea typeface="Noto Sans SC Regular" charset="0"/>
                          <a:cs typeface="Times New Roman" pitchFamily="18" charset="0"/>
                        </a:rPr>
                        <a:t>Complement contents of R2 (1’s comp.)</a:t>
                      </a:r>
                    </a:p>
                  </a:txBody>
                  <a:tcPr marL="0" marR="0" marT="11880" marB="0" horzOverflow="overflow">
                    <a:lnL w="12240" cap="flat" cmpd="sng" algn="ctr">
                      <a:solidFill>
                        <a:srgbClr val="000000"/>
                      </a:solidFill>
                      <a:prstDash val="solid"/>
                      <a:round/>
                      <a:headEnd type="none" w="med" len="med"/>
                      <a:tailEnd type="none" w="med" len="med"/>
                    </a:lnL>
                    <a:lnR w="12240" cap="flat" cmpd="sng" algn="ctr">
                      <a:solidFill>
                        <a:srgbClr val="000000"/>
                      </a:solidFill>
                      <a:prstDash val="solid"/>
                      <a:round/>
                      <a:headEnd type="none" w="med" len="med"/>
                      <a:tailEnd type="none" w="med" len="med"/>
                    </a:lnR>
                    <a:lnT w="12240" cap="flat" cmpd="sng" algn="ctr">
                      <a:solidFill>
                        <a:srgbClr val="000000"/>
                      </a:solidFill>
                      <a:prstDash val="solid"/>
                      <a:round/>
                      <a:headEnd type="none" w="med" len="med"/>
                      <a:tailEnd type="none" w="med" len="med"/>
                    </a:lnT>
                    <a:lnB w="1224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540785">
                <a:tc>
                  <a:txBody>
                    <a:bodyPr/>
                    <a:lstStyle/>
                    <a:p>
                      <a:pPr marL="47625" marR="0" lvl="0" indent="0" algn="l" defTabSz="457200" rtl="0" eaLnBrk="1" fontAlgn="base" latinLnBrk="0" hangingPunct="0">
                        <a:lnSpc>
                          <a:spcPct val="93000"/>
                        </a:lnSpc>
                        <a:spcBef>
                          <a:spcPts val="125"/>
                        </a:spcBef>
                        <a:spcAft>
                          <a:spcPct val="0"/>
                        </a:spcAft>
                        <a:buClr>
                          <a:srgbClr val="000000"/>
                        </a:buClr>
                        <a:buSzPct val="100000"/>
                        <a:buFont typeface="Times New Roman" pitchFamily="18" charset="0"/>
                        <a:buNone/>
                        <a:tabLst>
                          <a:tab pos="457200" algn="l"/>
                          <a:tab pos="914400" algn="l"/>
                          <a:tab pos="1371600" algn="l"/>
                          <a:tab pos="1828800" algn="l"/>
                          <a:tab pos="2286000" algn="l"/>
                          <a:tab pos="2743200" algn="l"/>
                          <a:tab pos="3200400" algn="l"/>
                          <a:tab pos="3657600" algn="l"/>
                        </a:tabLst>
                      </a:pPr>
                      <a:r>
                        <a:rPr kumimoji="0" lang="en-US" sz="2400" b="0" i="0" u="none" strike="noStrike" cap="none" normalizeH="0" baseline="0" dirty="0" smtClean="0">
                          <a:ln>
                            <a:noFill/>
                          </a:ln>
                          <a:solidFill>
                            <a:srgbClr val="000000"/>
                          </a:solidFill>
                          <a:effectLst/>
                          <a:latin typeface="Times New Roman" pitchFamily="18" charset="0"/>
                          <a:ea typeface="Noto Sans SC Regular" charset="0"/>
                          <a:cs typeface="Times New Roman" pitchFamily="18" charset="0"/>
                        </a:rPr>
                        <a:t>R2 ← R2’ + 1</a:t>
                      </a:r>
                    </a:p>
                  </a:txBody>
                  <a:tcPr marL="0" marR="0" marT="15120" marB="0" horzOverflow="overflow">
                    <a:lnL w="12240" cap="flat" cmpd="sng" algn="ctr">
                      <a:solidFill>
                        <a:srgbClr val="000000"/>
                      </a:solidFill>
                      <a:prstDash val="solid"/>
                      <a:round/>
                      <a:headEnd type="none" w="med" len="med"/>
                      <a:tailEnd type="none" w="med" len="med"/>
                    </a:lnL>
                    <a:lnR w="12240" cap="flat" cmpd="sng" algn="ctr">
                      <a:solidFill>
                        <a:srgbClr val="000000"/>
                      </a:solidFill>
                      <a:prstDash val="solid"/>
                      <a:round/>
                      <a:headEnd type="none" w="med" len="med"/>
                      <a:tailEnd type="none" w="med" len="med"/>
                    </a:lnR>
                    <a:lnT w="12240" cap="flat" cmpd="sng" algn="ctr">
                      <a:solidFill>
                        <a:srgbClr val="000000"/>
                      </a:solidFill>
                      <a:prstDash val="solid"/>
                      <a:round/>
                      <a:headEnd type="none" w="med" len="med"/>
                      <a:tailEnd type="none" w="med" len="med"/>
                    </a:lnT>
                    <a:lnB w="12240" cap="flat" cmpd="sng" algn="ctr">
                      <a:solidFill>
                        <a:srgbClr val="000000"/>
                      </a:solidFill>
                      <a:prstDash val="solid"/>
                      <a:round/>
                      <a:headEnd type="none" w="med" len="med"/>
                      <a:tailEnd type="none" w="med" len="med"/>
                    </a:lnB>
                    <a:lnTlToBr>
                      <a:noFill/>
                    </a:lnTlToBr>
                    <a:lnBlToTr>
                      <a:noFill/>
                    </a:lnBlToTr>
                    <a:noFill/>
                  </a:tcPr>
                </a:tc>
                <a:tc>
                  <a:txBody>
                    <a:bodyPr/>
                    <a:lstStyle/>
                    <a:p>
                      <a:pPr marL="23813" marR="0" lvl="0" indent="0" algn="l" defTabSz="457200" rtl="0" eaLnBrk="1" fontAlgn="base" latinLnBrk="0" hangingPunct="0">
                        <a:lnSpc>
                          <a:spcPct val="93000"/>
                        </a:lnSpc>
                        <a:spcBef>
                          <a:spcPts val="125"/>
                        </a:spcBef>
                        <a:spcAft>
                          <a:spcPct val="0"/>
                        </a:spcAft>
                        <a:buClr>
                          <a:srgbClr val="000000"/>
                        </a:buClr>
                        <a:buSzPct val="100000"/>
                        <a:buFont typeface="Times New Roman" pitchFamily="18" charset="0"/>
                        <a:buNone/>
                        <a:tabLst>
                          <a:tab pos="457200" algn="l"/>
                          <a:tab pos="914400" algn="l"/>
                          <a:tab pos="1371600" algn="l"/>
                          <a:tab pos="1828800" algn="l"/>
                          <a:tab pos="2286000" algn="l"/>
                          <a:tab pos="2743200" algn="l"/>
                          <a:tab pos="3200400" algn="l"/>
                          <a:tab pos="3657600" algn="l"/>
                        </a:tabLst>
                      </a:pPr>
                      <a:r>
                        <a:rPr kumimoji="0" lang="en-US" sz="2400" b="0" i="0" u="none" strike="noStrike" cap="none" normalizeH="0" baseline="0" smtClean="0">
                          <a:ln>
                            <a:noFill/>
                          </a:ln>
                          <a:solidFill>
                            <a:srgbClr val="000000"/>
                          </a:solidFill>
                          <a:effectLst/>
                          <a:latin typeface="Times New Roman" pitchFamily="18" charset="0"/>
                          <a:ea typeface="Noto Sans SC Regular" charset="0"/>
                          <a:cs typeface="Times New Roman" pitchFamily="18" charset="0"/>
                        </a:rPr>
                        <a:t>2’s complment contens of R2 (negate)</a:t>
                      </a:r>
                    </a:p>
                  </a:txBody>
                  <a:tcPr marL="0" marR="0" marT="15120" marB="0" horzOverflow="overflow">
                    <a:lnL w="12240" cap="flat" cmpd="sng" algn="ctr">
                      <a:solidFill>
                        <a:srgbClr val="000000"/>
                      </a:solidFill>
                      <a:prstDash val="solid"/>
                      <a:round/>
                      <a:headEnd type="none" w="med" len="med"/>
                      <a:tailEnd type="none" w="med" len="med"/>
                    </a:lnL>
                    <a:lnR w="12240" cap="flat" cmpd="sng" algn="ctr">
                      <a:solidFill>
                        <a:srgbClr val="000000"/>
                      </a:solidFill>
                      <a:prstDash val="solid"/>
                      <a:round/>
                      <a:headEnd type="none" w="med" len="med"/>
                      <a:tailEnd type="none" w="med" len="med"/>
                    </a:lnR>
                    <a:lnT w="12240" cap="flat" cmpd="sng" algn="ctr">
                      <a:solidFill>
                        <a:srgbClr val="000000"/>
                      </a:solidFill>
                      <a:prstDash val="solid"/>
                      <a:round/>
                      <a:headEnd type="none" w="med" len="med"/>
                      <a:tailEnd type="none" w="med" len="med"/>
                    </a:lnT>
                    <a:lnB w="1224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527514">
                <a:tc>
                  <a:txBody>
                    <a:bodyPr/>
                    <a:lstStyle/>
                    <a:p>
                      <a:pPr marL="47625" marR="0" lvl="0" indent="0" algn="l" defTabSz="457200" rtl="0" eaLnBrk="1" fontAlgn="base" latinLnBrk="0" hangingPunct="0">
                        <a:lnSpc>
                          <a:spcPct val="93000"/>
                        </a:lnSpc>
                        <a:spcBef>
                          <a:spcPts val="125"/>
                        </a:spcBef>
                        <a:spcAft>
                          <a:spcPct val="0"/>
                        </a:spcAft>
                        <a:buClr>
                          <a:srgbClr val="000000"/>
                        </a:buClr>
                        <a:buSzPct val="100000"/>
                        <a:buFont typeface="Times New Roman" pitchFamily="18" charset="0"/>
                        <a:buNone/>
                        <a:tabLst>
                          <a:tab pos="457200" algn="l"/>
                          <a:tab pos="914400" algn="l"/>
                          <a:tab pos="1371600" algn="l"/>
                          <a:tab pos="1828800" algn="l"/>
                          <a:tab pos="2286000" algn="l"/>
                          <a:tab pos="2743200" algn="l"/>
                          <a:tab pos="3200400" algn="l"/>
                          <a:tab pos="3657600" algn="l"/>
                        </a:tabLst>
                      </a:pPr>
                      <a:r>
                        <a:rPr kumimoji="0" lang="en-US" sz="2400" b="0" i="0" u="none" strike="noStrike" cap="none" normalizeH="0" baseline="0" dirty="0" smtClean="0">
                          <a:ln>
                            <a:noFill/>
                          </a:ln>
                          <a:solidFill>
                            <a:srgbClr val="000000"/>
                          </a:solidFill>
                          <a:effectLst/>
                          <a:latin typeface="Times New Roman" pitchFamily="18" charset="0"/>
                          <a:ea typeface="Noto Sans SC Regular" charset="0"/>
                          <a:cs typeface="Times New Roman" pitchFamily="18" charset="0"/>
                        </a:rPr>
                        <a:t>R3 ← R1+R2’ + 1</a:t>
                      </a:r>
                    </a:p>
                  </a:txBody>
                  <a:tcPr marL="0" marR="0" marT="15120" marB="0" horzOverflow="overflow">
                    <a:lnL w="12240" cap="flat" cmpd="sng" algn="ctr">
                      <a:solidFill>
                        <a:srgbClr val="000000"/>
                      </a:solidFill>
                      <a:prstDash val="solid"/>
                      <a:round/>
                      <a:headEnd type="none" w="med" len="med"/>
                      <a:tailEnd type="none" w="med" len="med"/>
                    </a:lnL>
                    <a:lnR w="12240" cap="flat" cmpd="sng" algn="ctr">
                      <a:solidFill>
                        <a:srgbClr val="000000"/>
                      </a:solidFill>
                      <a:prstDash val="solid"/>
                      <a:round/>
                      <a:headEnd type="none" w="med" len="med"/>
                      <a:tailEnd type="none" w="med" len="med"/>
                    </a:lnR>
                    <a:lnT w="12240" cap="flat" cmpd="sng" algn="ctr">
                      <a:solidFill>
                        <a:srgbClr val="000000"/>
                      </a:solidFill>
                      <a:prstDash val="solid"/>
                      <a:round/>
                      <a:headEnd type="none" w="med" len="med"/>
                      <a:tailEnd type="none" w="med" len="med"/>
                    </a:lnT>
                    <a:lnB w="12240" cap="flat" cmpd="sng" algn="ctr">
                      <a:solidFill>
                        <a:srgbClr val="000000"/>
                      </a:solidFill>
                      <a:prstDash val="solid"/>
                      <a:round/>
                      <a:headEnd type="none" w="med" len="med"/>
                      <a:tailEnd type="none" w="med" len="med"/>
                    </a:lnB>
                    <a:lnTlToBr>
                      <a:noFill/>
                    </a:lnTlToBr>
                    <a:lnBlToTr>
                      <a:noFill/>
                    </a:lnBlToTr>
                    <a:noFill/>
                  </a:tcPr>
                </a:tc>
                <a:tc>
                  <a:txBody>
                    <a:bodyPr/>
                    <a:lstStyle/>
                    <a:p>
                      <a:pPr marL="23813" marR="0" lvl="0" indent="0" algn="l" defTabSz="457200" rtl="0" eaLnBrk="1" fontAlgn="base" latinLnBrk="0" hangingPunct="0">
                        <a:lnSpc>
                          <a:spcPct val="93000"/>
                        </a:lnSpc>
                        <a:spcBef>
                          <a:spcPts val="125"/>
                        </a:spcBef>
                        <a:spcAft>
                          <a:spcPct val="0"/>
                        </a:spcAft>
                        <a:buClr>
                          <a:srgbClr val="000000"/>
                        </a:buClr>
                        <a:buSzPct val="100000"/>
                        <a:buFont typeface="Times New Roman" pitchFamily="18" charset="0"/>
                        <a:buNone/>
                        <a:tabLst>
                          <a:tab pos="457200" algn="l"/>
                          <a:tab pos="914400" algn="l"/>
                          <a:tab pos="1371600" algn="l"/>
                          <a:tab pos="1828800" algn="l"/>
                          <a:tab pos="2286000" algn="l"/>
                          <a:tab pos="2743200" algn="l"/>
                          <a:tab pos="3200400" algn="l"/>
                          <a:tab pos="3657600" algn="l"/>
                        </a:tabLst>
                      </a:pPr>
                      <a:r>
                        <a:rPr kumimoji="0" lang="en-US" sz="2400" b="0" i="0" u="none" strike="noStrike" cap="none" normalizeH="0" baseline="0" smtClean="0">
                          <a:ln>
                            <a:noFill/>
                          </a:ln>
                          <a:solidFill>
                            <a:srgbClr val="000000"/>
                          </a:solidFill>
                          <a:effectLst/>
                          <a:latin typeface="Times New Roman" pitchFamily="18" charset="0"/>
                          <a:ea typeface="Noto Sans SC Regular" charset="0"/>
                          <a:cs typeface="Times New Roman" pitchFamily="18" charset="0"/>
                        </a:rPr>
                        <a:t>R1 plus 2’s comp. of R2</a:t>
                      </a:r>
                    </a:p>
                  </a:txBody>
                  <a:tcPr marL="0" marR="0" marT="15120" marB="0" horzOverflow="overflow">
                    <a:lnL w="12240" cap="flat" cmpd="sng" algn="ctr">
                      <a:solidFill>
                        <a:srgbClr val="000000"/>
                      </a:solidFill>
                      <a:prstDash val="solid"/>
                      <a:round/>
                      <a:headEnd type="none" w="med" len="med"/>
                      <a:tailEnd type="none" w="med" len="med"/>
                    </a:lnL>
                    <a:lnR w="12240" cap="flat" cmpd="sng" algn="ctr">
                      <a:solidFill>
                        <a:srgbClr val="000000"/>
                      </a:solidFill>
                      <a:prstDash val="solid"/>
                      <a:round/>
                      <a:headEnd type="none" w="med" len="med"/>
                      <a:tailEnd type="none" w="med" len="med"/>
                    </a:lnR>
                    <a:lnT w="12240" cap="flat" cmpd="sng" algn="ctr">
                      <a:solidFill>
                        <a:srgbClr val="000000"/>
                      </a:solidFill>
                      <a:prstDash val="solid"/>
                      <a:round/>
                      <a:headEnd type="none" w="med" len="med"/>
                      <a:tailEnd type="none" w="med" len="med"/>
                    </a:lnT>
                    <a:lnB w="1224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540785">
                <a:tc>
                  <a:txBody>
                    <a:bodyPr/>
                    <a:lstStyle/>
                    <a:p>
                      <a:pPr marL="47625" marR="0" lvl="0" indent="0" algn="l" defTabSz="457200" rtl="0" eaLnBrk="1" fontAlgn="base" latinLnBrk="0" hangingPunct="0">
                        <a:lnSpc>
                          <a:spcPct val="93000"/>
                        </a:lnSpc>
                        <a:spcBef>
                          <a:spcPts val="100"/>
                        </a:spcBef>
                        <a:spcAft>
                          <a:spcPct val="0"/>
                        </a:spcAft>
                        <a:buClr>
                          <a:srgbClr val="000000"/>
                        </a:buClr>
                        <a:buSzPct val="100000"/>
                        <a:buFont typeface="Times New Roman" pitchFamily="18" charset="0"/>
                        <a:buNone/>
                        <a:tabLst>
                          <a:tab pos="457200" algn="l"/>
                          <a:tab pos="914400" algn="l"/>
                          <a:tab pos="1371600" algn="l"/>
                          <a:tab pos="1828800" algn="l"/>
                          <a:tab pos="2286000" algn="l"/>
                          <a:tab pos="2743200" algn="l"/>
                          <a:tab pos="3200400" algn="l"/>
                          <a:tab pos="3657600" algn="l"/>
                        </a:tabLst>
                      </a:pPr>
                      <a:r>
                        <a:rPr kumimoji="0" lang="en-US" sz="2400" b="0" i="0" u="none" strike="noStrike" cap="none" normalizeH="0" baseline="0" smtClean="0">
                          <a:ln>
                            <a:noFill/>
                          </a:ln>
                          <a:solidFill>
                            <a:srgbClr val="000000"/>
                          </a:solidFill>
                          <a:effectLst/>
                          <a:latin typeface="Times New Roman" pitchFamily="18" charset="0"/>
                          <a:ea typeface="Noto Sans SC Regular" charset="0"/>
                          <a:cs typeface="Times New Roman" pitchFamily="18" charset="0"/>
                        </a:rPr>
                        <a:t>R1 ← R1 + 1</a:t>
                      </a:r>
                    </a:p>
                  </a:txBody>
                  <a:tcPr marL="0" marR="0" marT="11880" marB="0" horzOverflow="overflow">
                    <a:lnL w="12240" cap="flat" cmpd="sng" algn="ctr">
                      <a:solidFill>
                        <a:srgbClr val="000000"/>
                      </a:solidFill>
                      <a:prstDash val="solid"/>
                      <a:round/>
                      <a:headEnd type="none" w="med" len="med"/>
                      <a:tailEnd type="none" w="med" len="med"/>
                    </a:lnL>
                    <a:lnR w="12240" cap="flat" cmpd="sng" algn="ctr">
                      <a:solidFill>
                        <a:srgbClr val="000000"/>
                      </a:solidFill>
                      <a:prstDash val="solid"/>
                      <a:round/>
                      <a:headEnd type="none" w="med" len="med"/>
                      <a:tailEnd type="none" w="med" len="med"/>
                    </a:lnR>
                    <a:lnT w="12240" cap="flat" cmpd="sng" algn="ctr">
                      <a:solidFill>
                        <a:srgbClr val="000000"/>
                      </a:solidFill>
                      <a:prstDash val="solid"/>
                      <a:round/>
                      <a:headEnd type="none" w="med" len="med"/>
                      <a:tailEnd type="none" w="med" len="med"/>
                    </a:lnT>
                    <a:lnB w="12240" cap="flat" cmpd="sng" algn="ctr">
                      <a:solidFill>
                        <a:srgbClr val="000000"/>
                      </a:solidFill>
                      <a:prstDash val="solid"/>
                      <a:round/>
                      <a:headEnd type="none" w="med" len="med"/>
                      <a:tailEnd type="none" w="med" len="med"/>
                    </a:lnB>
                    <a:lnTlToBr>
                      <a:noFill/>
                    </a:lnTlToBr>
                    <a:lnBlToTr>
                      <a:noFill/>
                    </a:lnBlToTr>
                    <a:noFill/>
                  </a:tcPr>
                </a:tc>
                <a:tc>
                  <a:txBody>
                    <a:bodyPr/>
                    <a:lstStyle/>
                    <a:p>
                      <a:pPr marL="23813" marR="0" lvl="0" indent="0" algn="l" defTabSz="457200" rtl="0" eaLnBrk="1" fontAlgn="base" latinLnBrk="0" hangingPunct="0">
                        <a:lnSpc>
                          <a:spcPct val="93000"/>
                        </a:lnSpc>
                        <a:spcBef>
                          <a:spcPts val="100"/>
                        </a:spcBef>
                        <a:spcAft>
                          <a:spcPct val="0"/>
                        </a:spcAft>
                        <a:buClr>
                          <a:srgbClr val="000000"/>
                        </a:buClr>
                        <a:buSzPct val="100000"/>
                        <a:buFont typeface="Times New Roman" pitchFamily="18" charset="0"/>
                        <a:buNone/>
                        <a:tabLst>
                          <a:tab pos="457200" algn="l"/>
                          <a:tab pos="914400" algn="l"/>
                          <a:tab pos="1371600" algn="l"/>
                          <a:tab pos="1828800" algn="l"/>
                          <a:tab pos="2286000" algn="l"/>
                          <a:tab pos="2743200" algn="l"/>
                          <a:tab pos="3200400" algn="l"/>
                          <a:tab pos="3657600" algn="l"/>
                        </a:tabLst>
                      </a:pPr>
                      <a:r>
                        <a:rPr kumimoji="0" lang="en-US" sz="2400" b="0" i="0" u="none" strike="noStrike" cap="none" normalizeH="0" baseline="0" smtClean="0">
                          <a:ln>
                            <a:noFill/>
                          </a:ln>
                          <a:solidFill>
                            <a:srgbClr val="000000"/>
                          </a:solidFill>
                          <a:effectLst/>
                          <a:latin typeface="Times New Roman" pitchFamily="18" charset="0"/>
                          <a:ea typeface="Noto Sans SC Regular" charset="0"/>
                          <a:cs typeface="Times New Roman" pitchFamily="18" charset="0"/>
                        </a:rPr>
                        <a:t>Increment content of R1 by 1</a:t>
                      </a:r>
                    </a:p>
                  </a:txBody>
                  <a:tcPr marL="0" marR="0" marT="11880" marB="0" horzOverflow="overflow">
                    <a:lnL w="12240" cap="flat" cmpd="sng" algn="ctr">
                      <a:solidFill>
                        <a:srgbClr val="000000"/>
                      </a:solidFill>
                      <a:prstDash val="solid"/>
                      <a:round/>
                      <a:headEnd type="none" w="med" len="med"/>
                      <a:tailEnd type="none" w="med" len="med"/>
                    </a:lnL>
                    <a:lnR w="12240" cap="flat" cmpd="sng" algn="ctr">
                      <a:solidFill>
                        <a:srgbClr val="000000"/>
                      </a:solidFill>
                      <a:prstDash val="solid"/>
                      <a:round/>
                      <a:headEnd type="none" w="med" len="med"/>
                      <a:tailEnd type="none" w="med" len="med"/>
                    </a:lnR>
                    <a:lnT w="12240" cap="flat" cmpd="sng" algn="ctr">
                      <a:solidFill>
                        <a:srgbClr val="000000"/>
                      </a:solidFill>
                      <a:prstDash val="solid"/>
                      <a:round/>
                      <a:headEnd type="none" w="med" len="med"/>
                      <a:tailEnd type="none" w="med" len="med"/>
                    </a:lnT>
                    <a:lnB w="1224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537466">
                <a:tc>
                  <a:txBody>
                    <a:bodyPr/>
                    <a:lstStyle/>
                    <a:p>
                      <a:pPr marL="47625" marR="0" lvl="0" indent="0" algn="l" defTabSz="457200" rtl="0" eaLnBrk="1" fontAlgn="base" latinLnBrk="0" hangingPunct="0">
                        <a:lnSpc>
                          <a:spcPct val="93000"/>
                        </a:lnSpc>
                        <a:spcBef>
                          <a:spcPts val="75"/>
                        </a:spcBef>
                        <a:spcAft>
                          <a:spcPct val="0"/>
                        </a:spcAft>
                        <a:buClr>
                          <a:srgbClr val="000000"/>
                        </a:buClr>
                        <a:buSzPct val="100000"/>
                        <a:buFont typeface="Times New Roman" pitchFamily="18" charset="0"/>
                        <a:buNone/>
                        <a:tabLst>
                          <a:tab pos="457200" algn="l"/>
                          <a:tab pos="914400" algn="l"/>
                          <a:tab pos="1371600" algn="l"/>
                          <a:tab pos="1828800" algn="l"/>
                          <a:tab pos="2286000" algn="l"/>
                          <a:tab pos="2743200" algn="l"/>
                          <a:tab pos="3200400" algn="l"/>
                          <a:tab pos="3657600" algn="l"/>
                        </a:tabLst>
                      </a:pPr>
                      <a:r>
                        <a:rPr kumimoji="0" lang="en-US" sz="2400" b="0" i="0" u="none" strike="noStrike" cap="none" normalizeH="0" baseline="0" dirty="0" smtClean="0">
                          <a:ln>
                            <a:noFill/>
                          </a:ln>
                          <a:solidFill>
                            <a:srgbClr val="000000"/>
                          </a:solidFill>
                          <a:effectLst/>
                          <a:latin typeface="Times New Roman" pitchFamily="18" charset="0"/>
                          <a:ea typeface="Noto Sans SC Regular" charset="0"/>
                          <a:cs typeface="Times New Roman" pitchFamily="18" charset="0"/>
                        </a:rPr>
                        <a:t>R1 ← R1 - 1</a:t>
                      </a:r>
                    </a:p>
                  </a:txBody>
                  <a:tcPr marL="0" marR="0" marT="8640" marB="0" horzOverflow="overflow">
                    <a:lnL w="12240" cap="flat" cmpd="sng" algn="ctr">
                      <a:solidFill>
                        <a:srgbClr val="000000"/>
                      </a:solidFill>
                      <a:prstDash val="solid"/>
                      <a:round/>
                      <a:headEnd type="none" w="med" len="med"/>
                      <a:tailEnd type="none" w="med" len="med"/>
                    </a:lnL>
                    <a:lnR w="12240" cap="flat" cmpd="sng" algn="ctr">
                      <a:solidFill>
                        <a:srgbClr val="000000"/>
                      </a:solidFill>
                      <a:prstDash val="solid"/>
                      <a:round/>
                      <a:headEnd type="none" w="med" len="med"/>
                      <a:tailEnd type="none" w="med" len="med"/>
                    </a:lnR>
                    <a:lnT w="12240" cap="flat" cmpd="sng" algn="ctr">
                      <a:solidFill>
                        <a:srgbClr val="000000"/>
                      </a:solidFill>
                      <a:prstDash val="solid"/>
                      <a:round/>
                      <a:headEnd type="none" w="med" len="med"/>
                      <a:tailEnd type="none" w="med" len="med"/>
                    </a:lnT>
                    <a:lnB w="12240" cap="flat" cmpd="sng" algn="ctr">
                      <a:solidFill>
                        <a:srgbClr val="000000"/>
                      </a:solidFill>
                      <a:prstDash val="solid"/>
                      <a:round/>
                      <a:headEnd type="none" w="med" len="med"/>
                      <a:tailEnd type="none" w="med" len="med"/>
                    </a:lnB>
                    <a:lnTlToBr>
                      <a:noFill/>
                    </a:lnTlToBr>
                    <a:lnBlToTr>
                      <a:noFill/>
                    </a:lnBlToTr>
                    <a:noFill/>
                  </a:tcPr>
                </a:tc>
                <a:tc>
                  <a:txBody>
                    <a:bodyPr/>
                    <a:lstStyle/>
                    <a:p>
                      <a:pPr marL="23813" marR="0" lvl="0" indent="0" algn="l" defTabSz="457200" rtl="0" eaLnBrk="1" fontAlgn="base" latinLnBrk="0" hangingPunct="0">
                        <a:lnSpc>
                          <a:spcPct val="93000"/>
                        </a:lnSpc>
                        <a:spcBef>
                          <a:spcPts val="75"/>
                        </a:spcBef>
                        <a:spcAft>
                          <a:spcPct val="0"/>
                        </a:spcAft>
                        <a:buClr>
                          <a:srgbClr val="000000"/>
                        </a:buClr>
                        <a:buSzPct val="100000"/>
                        <a:buFont typeface="Times New Roman" pitchFamily="18" charset="0"/>
                        <a:buNone/>
                        <a:tabLst>
                          <a:tab pos="457200" algn="l"/>
                          <a:tab pos="914400" algn="l"/>
                          <a:tab pos="1371600" algn="l"/>
                          <a:tab pos="1828800" algn="l"/>
                          <a:tab pos="2286000" algn="l"/>
                          <a:tab pos="2743200" algn="l"/>
                          <a:tab pos="3200400" algn="l"/>
                          <a:tab pos="3657600" algn="l"/>
                        </a:tabLst>
                      </a:pPr>
                      <a:r>
                        <a:rPr kumimoji="0" lang="en-US" sz="2400" b="0" i="0" u="none" strike="noStrike" cap="none" normalizeH="0" baseline="0" dirty="0" smtClean="0">
                          <a:ln>
                            <a:noFill/>
                          </a:ln>
                          <a:solidFill>
                            <a:srgbClr val="000000"/>
                          </a:solidFill>
                          <a:effectLst/>
                          <a:latin typeface="Times New Roman" pitchFamily="18" charset="0"/>
                          <a:ea typeface="Noto Sans SC Regular" charset="0"/>
                          <a:cs typeface="Times New Roman" pitchFamily="18" charset="0"/>
                        </a:rPr>
                        <a:t>Decrement content of R1 by 1</a:t>
                      </a:r>
                    </a:p>
                  </a:txBody>
                  <a:tcPr marL="0" marR="0" marT="8640" marB="0" horzOverflow="overflow">
                    <a:lnL w="12240" cap="flat" cmpd="sng" algn="ctr">
                      <a:solidFill>
                        <a:srgbClr val="000000"/>
                      </a:solidFill>
                      <a:prstDash val="solid"/>
                      <a:round/>
                      <a:headEnd type="none" w="med" len="med"/>
                      <a:tailEnd type="none" w="med" len="med"/>
                    </a:lnL>
                    <a:lnR w="12240" cap="flat" cmpd="sng" algn="ctr">
                      <a:solidFill>
                        <a:srgbClr val="000000"/>
                      </a:solidFill>
                      <a:prstDash val="solid"/>
                      <a:round/>
                      <a:headEnd type="none" w="med" len="med"/>
                      <a:tailEnd type="none" w="med" len="med"/>
                    </a:lnR>
                    <a:lnT w="12240" cap="flat" cmpd="sng" algn="ctr">
                      <a:solidFill>
                        <a:srgbClr val="000000"/>
                      </a:solidFill>
                      <a:prstDash val="solid"/>
                      <a:round/>
                      <a:headEnd type="none" w="med" len="med"/>
                      <a:tailEnd type="none" w="med" len="med"/>
                    </a:lnT>
                    <a:lnB w="1224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345058076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le 1"/>
          <p:cNvSpPr>
            <a:spLocks noGrp="1"/>
          </p:cNvSpPr>
          <p:nvPr>
            <p:ph type="title"/>
          </p:nvPr>
        </p:nvSpPr>
        <p:spPr>
          <a:xfrm>
            <a:off x="2133600" y="228600"/>
            <a:ext cx="8229600" cy="1143000"/>
          </a:xfrm>
        </p:spPr>
        <p:txBody>
          <a:bodyPr/>
          <a:lstStyle/>
          <a:p>
            <a:r>
              <a:rPr lang="en-US" altLang="en-US" smtClean="0"/>
              <a:t/>
            </a:r>
            <a:br>
              <a:rPr lang="en-US" altLang="en-US" smtClean="0"/>
            </a:br>
            <a:r>
              <a:rPr lang="en-US" altLang="en-US" smtClean="0">
                <a:latin typeface="Times New Roman" panose="02020603050405020304" pitchFamily="18" charset="0"/>
                <a:cs typeface="Times New Roman" panose="02020603050405020304" pitchFamily="18" charset="0"/>
              </a:rPr>
              <a:t>Binary Adder</a:t>
            </a:r>
            <a:r>
              <a:rPr lang="en-US" altLang="en-US" smtClean="0"/>
              <a:t/>
            </a:r>
            <a:br>
              <a:rPr lang="en-US" altLang="en-US" smtClean="0"/>
            </a:br>
            <a:endParaRPr lang="en-US" altLang="en-US" smtClean="0"/>
          </a:p>
        </p:txBody>
      </p:sp>
      <p:sp>
        <p:nvSpPr>
          <p:cNvPr id="53251" name="Content Placeholder 9"/>
          <p:cNvSpPr>
            <a:spLocks noGrp="1"/>
          </p:cNvSpPr>
          <p:nvPr>
            <p:ph idx="1"/>
          </p:nvPr>
        </p:nvSpPr>
        <p:spPr>
          <a:xfrm>
            <a:off x="1981200" y="1295401"/>
            <a:ext cx="8229600" cy="4830763"/>
          </a:xfrm>
        </p:spPr>
        <p:txBody>
          <a:bodyPr/>
          <a:lstStyle/>
          <a:p>
            <a:r>
              <a:rPr lang="en-US" altLang="en-US" sz="2400">
                <a:latin typeface="Times New Roman" panose="02020603050405020304" pitchFamily="18" charset="0"/>
                <a:cs typeface="Times New Roman" panose="02020603050405020304" pitchFamily="18" charset="0"/>
              </a:rPr>
              <a:t>We implement a binary adder with registers to hold the data and a digital circuit to perform the addition (called a </a:t>
            </a:r>
            <a:r>
              <a:rPr lang="en-US" altLang="en-US" sz="2400" b="1" u="sng">
                <a:latin typeface="Times New Roman" panose="02020603050405020304" pitchFamily="18" charset="0"/>
                <a:cs typeface="Times New Roman" panose="02020603050405020304" pitchFamily="18" charset="0"/>
              </a:rPr>
              <a:t>binary adder</a:t>
            </a:r>
            <a:r>
              <a:rPr lang="en-US" altLang="en-US" sz="2400">
                <a:latin typeface="Times New Roman" panose="02020603050405020304" pitchFamily="18" charset="0"/>
                <a:cs typeface="Times New Roman" panose="02020603050405020304" pitchFamily="18" charset="0"/>
              </a:rPr>
              <a:t>).</a:t>
            </a:r>
          </a:p>
          <a:p>
            <a:pPr>
              <a:buFont typeface="Arial" panose="020B0604020202020204" pitchFamily="34" charset="0"/>
              <a:buNone/>
            </a:pPr>
            <a:endParaRPr lang="en-US" altLang="en-US" sz="2400">
              <a:latin typeface="Times New Roman" panose="02020603050405020304" pitchFamily="18" charset="0"/>
              <a:cs typeface="Times New Roman" panose="02020603050405020304" pitchFamily="18" charset="0"/>
            </a:endParaRPr>
          </a:p>
          <a:p>
            <a:r>
              <a:rPr lang="en-US" altLang="en-US" sz="2400">
                <a:latin typeface="Times New Roman" panose="02020603050405020304" pitchFamily="18" charset="0"/>
                <a:cs typeface="Times New Roman" panose="02020603050405020304" pitchFamily="18" charset="0"/>
              </a:rPr>
              <a:t>The binary adders is constructed using full adders connected in cascade so that the carry produced by one full adder becomes an input for the next.</a:t>
            </a:r>
          </a:p>
          <a:p>
            <a:pPr>
              <a:buFont typeface="Arial" panose="020B0604020202020204" pitchFamily="34" charset="0"/>
              <a:buNone/>
            </a:pPr>
            <a:r>
              <a:rPr lang="en-US" altLang="en-US" sz="2400">
                <a:latin typeface="Times New Roman" panose="02020603050405020304" pitchFamily="18" charset="0"/>
                <a:cs typeface="Times New Roman" panose="02020603050405020304" pitchFamily="18" charset="0"/>
              </a:rPr>
              <a:t> </a:t>
            </a:r>
          </a:p>
          <a:p>
            <a:r>
              <a:rPr lang="en-US" altLang="en-US" sz="2400">
                <a:latin typeface="Times New Roman" panose="02020603050405020304" pitchFamily="18" charset="0"/>
                <a:cs typeface="Times New Roman" panose="02020603050405020304" pitchFamily="18" charset="0"/>
              </a:rPr>
              <a:t>Adding two n-bit numbers requires n full adders.</a:t>
            </a:r>
          </a:p>
          <a:p>
            <a:pPr>
              <a:buFont typeface="Arial" panose="020B0604020202020204" pitchFamily="34" charset="0"/>
              <a:buNone/>
            </a:pPr>
            <a:r>
              <a:rPr lang="en-US" altLang="en-US" sz="2400">
                <a:latin typeface="Times New Roman" panose="02020603050405020304" pitchFamily="18" charset="0"/>
                <a:cs typeface="Times New Roman" panose="02020603050405020304" pitchFamily="18" charset="0"/>
              </a:rPr>
              <a:t> </a:t>
            </a:r>
          </a:p>
          <a:p>
            <a:r>
              <a:rPr lang="en-US" altLang="en-US" sz="2400">
                <a:latin typeface="Times New Roman" panose="02020603050405020304" pitchFamily="18" charset="0"/>
                <a:cs typeface="Times New Roman" panose="02020603050405020304" pitchFamily="18" charset="0"/>
              </a:rPr>
              <a:t>The n data bits for </a:t>
            </a:r>
            <a:r>
              <a:rPr lang="en-US" altLang="en-US" sz="2400" b="1">
                <a:latin typeface="Times New Roman" panose="02020603050405020304" pitchFamily="18" charset="0"/>
                <a:cs typeface="Times New Roman" panose="02020603050405020304" pitchFamily="18" charset="0"/>
              </a:rPr>
              <a:t>A</a:t>
            </a:r>
            <a:r>
              <a:rPr lang="en-US" altLang="en-US" sz="2400">
                <a:latin typeface="Times New Roman" panose="02020603050405020304" pitchFamily="18" charset="0"/>
                <a:cs typeface="Times New Roman" panose="02020603050405020304" pitchFamily="18" charset="0"/>
              </a:rPr>
              <a:t> and </a:t>
            </a:r>
            <a:r>
              <a:rPr lang="en-US" altLang="en-US" sz="2400" b="1">
                <a:latin typeface="Times New Roman" panose="02020603050405020304" pitchFamily="18" charset="0"/>
                <a:cs typeface="Times New Roman" panose="02020603050405020304" pitchFamily="18" charset="0"/>
              </a:rPr>
              <a:t>B</a:t>
            </a:r>
            <a:r>
              <a:rPr lang="en-US" altLang="en-US" sz="2400">
                <a:latin typeface="Times New Roman" panose="02020603050405020304" pitchFamily="18" charset="0"/>
                <a:cs typeface="Times New Roman" panose="02020603050405020304" pitchFamily="18" charset="0"/>
              </a:rPr>
              <a:t> might come from </a:t>
            </a:r>
            <a:r>
              <a:rPr lang="en-US" altLang="en-US" sz="2400" b="1">
                <a:latin typeface="Times New Roman" panose="02020603050405020304" pitchFamily="18" charset="0"/>
                <a:cs typeface="Times New Roman" panose="02020603050405020304" pitchFamily="18" charset="0"/>
              </a:rPr>
              <a:t>R1</a:t>
            </a:r>
            <a:r>
              <a:rPr lang="en-US" altLang="en-US" sz="2400">
                <a:latin typeface="Times New Roman" panose="02020603050405020304" pitchFamily="18" charset="0"/>
                <a:cs typeface="Times New Roman" panose="02020603050405020304" pitchFamily="18" charset="0"/>
              </a:rPr>
              <a:t> and </a:t>
            </a:r>
            <a:r>
              <a:rPr lang="en-US" altLang="en-US" sz="2400" b="1">
                <a:latin typeface="Times New Roman" panose="02020603050405020304" pitchFamily="18" charset="0"/>
                <a:cs typeface="Times New Roman" panose="02020603050405020304" pitchFamily="18" charset="0"/>
              </a:rPr>
              <a:t>R2</a:t>
            </a:r>
            <a:r>
              <a:rPr lang="en-US" altLang="en-US" sz="2400">
                <a:latin typeface="Times New Roman" panose="02020603050405020304" pitchFamily="18" charset="0"/>
                <a:cs typeface="Times New Roman" panose="02020603050405020304" pitchFamily="18" charset="0"/>
              </a:rPr>
              <a:t> respectively</a:t>
            </a:r>
          </a:p>
          <a:p>
            <a:pPr>
              <a:buFont typeface="Arial" panose="020B0604020202020204" pitchFamily="34" charset="0"/>
              <a:buNone/>
            </a:pPr>
            <a:r>
              <a:rPr lang="en-US" altLang="en-US" smtClean="0"/>
              <a:t> </a:t>
            </a:r>
          </a:p>
          <a:p>
            <a:endParaRPr lang="en-US" altLang="en-US" smtClean="0"/>
          </a:p>
        </p:txBody>
      </p:sp>
    </p:spTree>
    <p:extLst>
      <p:ext uri="{BB962C8B-B14F-4D97-AF65-F5344CB8AC3E}">
        <p14:creationId xmlns:p14="http://schemas.microsoft.com/office/powerpoint/2010/main" val="315495634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3251">
                                            <p:txEl>
                                              <p:pRg st="0" end="0"/>
                                            </p:txEl>
                                          </p:spTgt>
                                        </p:tgtEl>
                                        <p:attrNameLst>
                                          <p:attrName>style.visibility</p:attrName>
                                        </p:attrNameLst>
                                      </p:cBhvr>
                                      <p:to>
                                        <p:strVal val="visible"/>
                                      </p:to>
                                    </p:set>
                                    <p:anim calcmode="lin" valueType="num">
                                      <p:cBhvr additive="base">
                                        <p:cTn id="7" dur="500" fill="hold"/>
                                        <p:tgtEl>
                                          <p:spTgt spid="5325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325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3251">
                                            <p:txEl>
                                              <p:pRg st="2" end="2"/>
                                            </p:txEl>
                                          </p:spTgt>
                                        </p:tgtEl>
                                        <p:attrNameLst>
                                          <p:attrName>style.visibility</p:attrName>
                                        </p:attrNameLst>
                                      </p:cBhvr>
                                      <p:to>
                                        <p:strVal val="visible"/>
                                      </p:to>
                                    </p:set>
                                    <p:anim calcmode="lin" valueType="num">
                                      <p:cBhvr additive="base">
                                        <p:cTn id="13" dur="500" fill="hold"/>
                                        <p:tgtEl>
                                          <p:spTgt spid="53251">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325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3251">
                                            <p:txEl>
                                              <p:pRg st="3" end="3"/>
                                            </p:txEl>
                                          </p:spTgt>
                                        </p:tgtEl>
                                        <p:attrNameLst>
                                          <p:attrName>style.visibility</p:attrName>
                                        </p:attrNameLst>
                                      </p:cBhvr>
                                      <p:to>
                                        <p:strVal val="visible"/>
                                      </p:to>
                                    </p:set>
                                    <p:anim calcmode="lin" valueType="num">
                                      <p:cBhvr additive="base">
                                        <p:cTn id="19" dur="500" fill="hold"/>
                                        <p:tgtEl>
                                          <p:spTgt spid="53251">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325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3251">
                                            <p:txEl>
                                              <p:pRg st="4" end="4"/>
                                            </p:txEl>
                                          </p:spTgt>
                                        </p:tgtEl>
                                        <p:attrNameLst>
                                          <p:attrName>style.visibility</p:attrName>
                                        </p:attrNameLst>
                                      </p:cBhvr>
                                      <p:to>
                                        <p:strVal val="visible"/>
                                      </p:to>
                                    </p:set>
                                    <p:anim calcmode="lin" valueType="num">
                                      <p:cBhvr additive="base">
                                        <p:cTn id="25" dur="500" fill="hold"/>
                                        <p:tgtEl>
                                          <p:spTgt spid="53251">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3251">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53251">
                                            <p:txEl>
                                              <p:pRg st="5" end="5"/>
                                            </p:txEl>
                                          </p:spTgt>
                                        </p:tgtEl>
                                        <p:attrNameLst>
                                          <p:attrName>style.visibility</p:attrName>
                                        </p:attrNameLst>
                                      </p:cBhvr>
                                      <p:to>
                                        <p:strVal val="visible"/>
                                      </p:to>
                                    </p:set>
                                    <p:anim calcmode="lin" valueType="num">
                                      <p:cBhvr additive="base">
                                        <p:cTn id="31" dur="500" fill="hold"/>
                                        <p:tgtEl>
                                          <p:spTgt spid="53251">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3251">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53251">
                                            <p:txEl>
                                              <p:pRg st="6" end="6"/>
                                            </p:txEl>
                                          </p:spTgt>
                                        </p:tgtEl>
                                        <p:attrNameLst>
                                          <p:attrName>style.visibility</p:attrName>
                                        </p:attrNameLst>
                                      </p:cBhvr>
                                      <p:to>
                                        <p:strVal val="visible"/>
                                      </p:to>
                                    </p:set>
                                    <p:anim calcmode="lin" valueType="num">
                                      <p:cBhvr additive="base">
                                        <p:cTn id="37" dur="500" fill="hold"/>
                                        <p:tgtEl>
                                          <p:spTgt spid="53251">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53251">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53251">
                                            <p:txEl>
                                              <p:pRg st="7" end="7"/>
                                            </p:txEl>
                                          </p:spTgt>
                                        </p:tgtEl>
                                        <p:attrNameLst>
                                          <p:attrName>style.visibility</p:attrName>
                                        </p:attrNameLst>
                                      </p:cBhvr>
                                      <p:to>
                                        <p:strVal val="visible"/>
                                      </p:to>
                                    </p:set>
                                    <p:anim calcmode="lin" valueType="num">
                                      <p:cBhvr additive="base">
                                        <p:cTn id="43" dur="500" fill="hold"/>
                                        <p:tgtEl>
                                          <p:spTgt spid="53251">
                                            <p:txEl>
                                              <p:pRg st="7" end="7"/>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53251">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1"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itle 1"/>
          <p:cNvSpPr>
            <a:spLocks noGrp="1"/>
          </p:cNvSpPr>
          <p:nvPr>
            <p:ph type="title" idx="4294967295"/>
          </p:nvPr>
        </p:nvSpPr>
        <p:spPr>
          <a:xfrm>
            <a:off x="1524000" y="274638"/>
            <a:ext cx="8229600" cy="1143000"/>
          </a:xfrm>
        </p:spPr>
        <p:txBody>
          <a:bodyPr/>
          <a:lstStyle/>
          <a:p>
            <a:r>
              <a:rPr lang="en-US" altLang="en-US" smtClean="0"/>
              <a:t/>
            </a:r>
            <a:br>
              <a:rPr lang="en-US" altLang="en-US" smtClean="0"/>
            </a:br>
            <a:r>
              <a:rPr lang="en-US" altLang="en-US" smtClean="0">
                <a:latin typeface="Times New Roman" panose="02020603050405020304" pitchFamily="18" charset="0"/>
                <a:cs typeface="Times New Roman" panose="02020603050405020304" pitchFamily="18" charset="0"/>
              </a:rPr>
              <a:t>4-Bit Binary Adder</a:t>
            </a:r>
            <a:r>
              <a:rPr lang="en-US" altLang="en-US" smtClean="0"/>
              <a:t/>
            </a:r>
            <a:br>
              <a:rPr lang="en-US" altLang="en-US" smtClean="0"/>
            </a:br>
            <a:endParaRPr lang="en-US" altLang="en-US" smtClean="0"/>
          </a:p>
        </p:txBody>
      </p:sp>
      <p:pic>
        <p:nvPicPr>
          <p:cNvPr id="54275" name="Picture 3" descr="C:\Documents and Settings\Administrator\My Documents\dia1234.bmp"/>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0" y="2133600"/>
            <a:ext cx="8305800" cy="4152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9608265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54275"/>
                                        </p:tgtEl>
                                        <p:attrNameLst>
                                          <p:attrName>style.visibility</p:attrName>
                                        </p:attrNameLst>
                                      </p:cBhvr>
                                      <p:to>
                                        <p:strVal val="visible"/>
                                      </p:to>
                                    </p:set>
                                    <p:anim calcmode="lin" valueType="num">
                                      <p:cBhvr additive="base">
                                        <p:cTn id="7" dur="500" fill="hold"/>
                                        <p:tgtEl>
                                          <p:spTgt spid="54275"/>
                                        </p:tgtEl>
                                        <p:attrNameLst>
                                          <p:attrName>ppt_x</p:attrName>
                                        </p:attrNameLst>
                                      </p:cBhvr>
                                      <p:tavLst>
                                        <p:tav tm="0">
                                          <p:val>
                                            <p:strVal val="#ppt_x"/>
                                          </p:val>
                                        </p:tav>
                                        <p:tav tm="100000">
                                          <p:val>
                                            <p:strVal val="#ppt_x"/>
                                          </p:val>
                                        </p:tav>
                                      </p:tavLst>
                                    </p:anim>
                                    <p:anim calcmode="lin" valueType="num">
                                      <p:cBhvr additive="base">
                                        <p:cTn id="8" dur="500" fill="hold"/>
                                        <p:tgtEl>
                                          <p:spTgt spid="5427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itle 1"/>
          <p:cNvSpPr>
            <a:spLocks noGrp="1"/>
          </p:cNvSpPr>
          <p:nvPr>
            <p:ph type="title"/>
          </p:nvPr>
        </p:nvSpPr>
        <p:spPr/>
        <p:txBody>
          <a:bodyPr/>
          <a:lstStyle/>
          <a:p>
            <a:r>
              <a:rPr lang="en-US" altLang="en-US" smtClean="0"/>
              <a:t/>
            </a:r>
            <a:br>
              <a:rPr lang="en-US" altLang="en-US" smtClean="0"/>
            </a:br>
            <a:r>
              <a:rPr lang="en-US" altLang="en-US" smtClean="0"/>
              <a:t>Adder-Subtracter</a:t>
            </a:r>
            <a:br>
              <a:rPr lang="en-US" altLang="en-US" smtClean="0"/>
            </a:br>
            <a:endParaRPr lang="en-US" altLang="en-US" smtClean="0"/>
          </a:p>
        </p:txBody>
      </p:sp>
      <p:sp>
        <p:nvSpPr>
          <p:cNvPr id="55299" name="Content Placeholder 2"/>
          <p:cNvSpPr>
            <a:spLocks noGrp="1"/>
          </p:cNvSpPr>
          <p:nvPr>
            <p:ph idx="1"/>
          </p:nvPr>
        </p:nvSpPr>
        <p:spPr>
          <a:xfrm>
            <a:off x="2057400" y="1295401"/>
            <a:ext cx="8153400" cy="4830763"/>
          </a:xfrm>
        </p:spPr>
        <p:txBody>
          <a:bodyPr/>
          <a:lstStyle/>
          <a:p>
            <a:r>
              <a:rPr lang="en-US" altLang="en-US" sz="2400">
                <a:latin typeface="Times New Roman" panose="02020603050405020304" pitchFamily="18" charset="0"/>
                <a:cs typeface="Times New Roman" panose="02020603050405020304" pitchFamily="18" charset="0"/>
              </a:rPr>
              <a:t>Subtracting </a:t>
            </a:r>
            <a:r>
              <a:rPr lang="en-US" altLang="en-US" sz="2400" b="1" i="1">
                <a:latin typeface="Times New Roman" panose="02020603050405020304" pitchFamily="18" charset="0"/>
                <a:cs typeface="Times New Roman" panose="02020603050405020304" pitchFamily="18" charset="0"/>
              </a:rPr>
              <a:t>A – B</a:t>
            </a:r>
            <a:r>
              <a:rPr lang="en-US" altLang="en-US" sz="2400">
                <a:latin typeface="Times New Roman" panose="02020603050405020304" pitchFamily="18" charset="0"/>
                <a:cs typeface="Times New Roman" panose="02020603050405020304" pitchFamily="18" charset="0"/>
              </a:rPr>
              <a:t> is most easily done by adding </a:t>
            </a:r>
            <a:r>
              <a:rPr lang="en-US" altLang="en-US" sz="2400" b="1" i="1">
                <a:latin typeface="Times New Roman" panose="02020603050405020304" pitchFamily="18" charset="0"/>
                <a:cs typeface="Times New Roman" panose="02020603050405020304" pitchFamily="18" charset="0"/>
              </a:rPr>
              <a:t>B’ </a:t>
            </a:r>
            <a:r>
              <a:rPr lang="en-US" altLang="en-US" sz="2400">
                <a:latin typeface="Times New Roman" panose="02020603050405020304" pitchFamily="18" charset="0"/>
                <a:cs typeface="Times New Roman" panose="02020603050405020304" pitchFamily="18" charset="0"/>
              </a:rPr>
              <a:t>to</a:t>
            </a:r>
            <a:r>
              <a:rPr lang="en-US" altLang="en-US" sz="2400" b="1" i="1">
                <a:latin typeface="Times New Roman" panose="02020603050405020304" pitchFamily="18" charset="0"/>
                <a:cs typeface="Times New Roman" panose="02020603050405020304" pitchFamily="18" charset="0"/>
              </a:rPr>
              <a:t> A </a:t>
            </a:r>
            <a:r>
              <a:rPr lang="en-US" altLang="en-US" sz="2400">
                <a:latin typeface="Times New Roman" panose="02020603050405020304" pitchFamily="18" charset="0"/>
                <a:cs typeface="Times New Roman" panose="02020603050405020304" pitchFamily="18" charset="0"/>
              </a:rPr>
              <a:t>and then adding 1.</a:t>
            </a:r>
          </a:p>
          <a:p>
            <a:endParaRPr lang="en-US" altLang="en-US" sz="2400">
              <a:latin typeface="Times New Roman" panose="02020603050405020304" pitchFamily="18" charset="0"/>
              <a:cs typeface="Times New Roman" panose="02020603050405020304" pitchFamily="18" charset="0"/>
            </a:endParaRPr>
          </a:p>
          <a:p>
            <a:r>
              <a:rPr lang="en-US" altLang="en-US" sz="2400">
                <a:latin typeface="Times New Roman" panose="02020603050405020304" pitchFamily="18" charset="0"/>
                <a:cs typeface="Times New Roman" panose="02020603050405020304" pitchFamily="18" charset="0"/>
              </a:rPr>
              <a:t>This makes it convenient to combine both addition and subtraction into one circuit, called an adder-subtracter.</a:t>
            </a:r>
          </a:p>
          <a:p>
            <a:pPr>
              <a:buFont typeface="Arial" panose="020B0604020202020204" pitchFamily="34" charset="0"/>
              <a:buNone/>
            </a:pPr>
            <a:endParaRPr lang="en-US" altLang="en-US" sz="2400">
              <a:latin typeface="Times New Roman" panose="02020603050405020304" pitchFamily="18" charset="0"/>
              <a:cs typeface="Times New Roman" panose="02020603050405020304" pitchFamily="18" charset="0"/>
            </a:endParaRPr>
          </a:p>
          <a:p>
            <a:r>
              <a:rPr lang="en-US" altLang="en-US" sz="2400">
                <a:latin typeface="Times New Roman" panose="02020603050405020304" pitchFamily="18" charset="0"/>
                <a:cs typeface="Times New Roman" panose="02020603050405020304" pitchFamily="18" charset="0"/>
              </a:rPr>
              <a:t>M is the mode indicator</a:t>
            </a:r>
          </a:p>
          <a:p>
            <a:pPr>
              <a:buFont typeface="Arial" panose="020B0604020202020204" pitchFamily="34" charset="0"/>
              <a:buNone/>
            </a:pPr>
            <a:endParaRPr lang="en-US" altLang="en-US" sz="240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US" altLang="en-US" sz="2400">
                <a:latin typeface="Times New Roman" panose="02020603050405020304" pitchFamily="18" charset="0"/>
                <a:cs typeface="Times New Roman" panose="02020603050405020304" pitchFamily="18" charset="0"/>
              </a:rPr>
              <a:t>    –  M = 0 indicates addition (B is left alone and C</a:t>
            </a:r>
            <a:r>
              <a:rPr lang="en-US" altLang="en-US" sz="2400" baseline="-25000">
                <a:latin typeface="Times New Roman" panose="02020603050405020304" pitchFamily="18" charset="0"/>
                <a:cs typeface="Times New Roman" panose="02020603050405020304" pitchFamily="18" charset="0"/>
              </a:rPr>
              <a:t>0</a:t>
            </a:r>
            <a:r>
              <a:rPr lang="en-US" altLang="en-US" sz="2400">
                <a:latin typeface="Times New Roman" panose="02020603050405020304" pitchFamily="18" charset="0"/>
                <a:cs typeface="Times New Roman" panose="02020603050405020304" pitchFamily="18" charset="0"/>
              </a:rPr>
              <a:t> is 0)</a:t>
            </a:r>
          </a:p>
          <a:p>
            <a:pPr>
              <a:buFont typeface="Arial" panose="020B0604020202020204" pitchFamily="34" charset="0"/>
              <a:buNone/>
            </a:pPr>
            <a:r>
              <a:rPr lang="en-US" altLang="en-US" sz="2400">
                <a:latin typeface="Times New Roman" panose="02020603050405020304" pitchFamily="18" charset="0"/>
                <a:cs typeface="Times New Roman" panose="02020603050405020304" pitchFamily="18" charset="0"/>
              </a:rPr>
              <a:t>    – M = 1 indicates subtraction (B is complement and C</a:t>
            </a:r>
            <a:r>
              <a:rPr lang="en-US" altLang="en-US" sz="2400" baseline="-25000">
                <a:latin typeface="Times New Roman" panose="02020603050405020304" pitchFamily="18" charset="0"/>
                <a:cs typeface="Times New Roman" panose="02020603050405020304" pitchFamily="18" charset="0"/>
              </a:rPr>
              <a:t>0</a:t>
            </a:r>
            <a:r>
              <a:rPr lang="en-US" altLang="en-US" sz="2400">
                <a:latin typeface="Times New Roman" panose="02020603050405020304" pitchFamily="18" charset="0"/>
                <a:cs typeface="Times New Roman" panose="02020603050405020304" pitchFamily="18" charset="0"/>
              </a:rPr>
              <a:t> is 1).</a:t>
            </a:r>
          </a:p>
          <a:p>
            <a:endParaRPr lang="en-US" altLang="en-US" smtClean="0"/>
          </a:p>
        </p:txBody>
      </p:sp>
    </p:spTree>
    <p:extLst>
      <p:ext uri="{BB962C8B-B14F-4D97-AF65-F5344CB8AC3E}">
        <p14:creationId xmlns:p14="http://schemas.microsoft.com/office/powerpoint/2010/main" val="267087879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5299">
                                            <p:txEl>
                                              <p:pRg st="0" end="0"/>
                                            </p:txEl>
                                          </p:spTgt>
                                        </p:tgtEl>
                                        <p:attrNameLst>
                                          <p:attrName>style.visibility</p:attrName>
                                        </p:attrNameLst>
                                      </p:cBhvr>
                                      <p:to>
                                        <p:strVal val="visible"/>
                                      </p:to>
                                    </p:set>
                                    <p:anim calcmode="lin" valueType="num">
                                      <p:cBhvr additive="base">
                                        <p:cTn id="7" dur="500" fill="hold"/>
                                        <p:tgtEl>
                                          <p:spTgt spid="5529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529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5299">
                                            <p:txEl>
                                              <p:pRg st="2" end="2"/>
                                            </p:txEl>
                                          </p:spTgt>
                                        </p:tgtEl>
                                        <p:attrNameLst>
                                          <p:attrName>style.visibility</p:attrName>
                                        </p:attrNameLst>
                                      </p:cBhvr>
                                      <p:to>
                                        <p:strVal val="visible"/>
                                      </p:to>
                                    </p:set>
                                    <p:anim calcmode="lin" valueType="num">
                                      <p:cBhvr additive="base">
                                        <p:cTn id="13" dur="500" fill="hold"/>
                                        <p:tgtEl>
                                          <p:spTgt spid="55299">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529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5299">
                                            <p:txEl>
                                              <p:pRg st="4" end="4"/>
                                            </p:txEl>
                                          </p:spTgt>
                                        </p:tgtEl>
                                        <p:attrNameLst>
                                          <p:attrName>style.visibility</p:attrName>
                                        </p:attrNameLst>
                                      </p:cBhvr>
                                      <p:to>
                                        <p:strVal val="visible"/>
                                      </p:to>
                                    </p:set>
                                    <p:anim calcmode="lin" valueType="num">
                                      <p:cBhvr additive="base">
                                        <p:cTn id="19" dur="500" fill="hold"/>
                                        <p:tgtEl>
                                          <p:spTgt spid="55299">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5299">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5299">
                                            <p:txEl>
                                              <p:pRg st="6" end="6"/>
                                            </p:txEl>
                                          </p:spTgt>
                                        </p:tgtEl>
                                        <p:attrNameLst>
                                          <p:attrName>style.visibility</p:attrName>
                                        </p:attrNameLst>
                                      </p:cBhvr>
                                      <p:to>
                                        <p:strVal val="visible"/>
                                      </p:to>
                                    </p:set>
                                    <p:anim calcmode="lin" valueType="num">
                                      <p:cBhvr additive="base">
                                        <p:cTn id="25" dur="500" fill="hold"/>
                                        <p:tgtEl>
                                          <p:spTgt spid="55299">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5299">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55299">
                                            <p:txEl>
                                              <p:pRg st="7" end="7"/>
                                            </p:txEl>
                                          </p:spTgt>
                                        </p:tgtEl>
                                        <p:attrNameLst>
                                          <p:attrName>style.visibility</p:attrName>
                                        </p:attrNameLst>
                                      </p:cBhvr>
                                      <p:to>
                                        <p:strVal val="visible"/>
                                      </p:to>
                                    </p:set>
                                    <p:anim calcmode="lin" valueType="num">
                                      <p:cBhvr additive="base">
                                        <p:cTn id="31" dur="500" fill="hold"/>
                                        <p:tgtEl>
                                          <p:spTgt spid="55299">
                                            <p:txEl>
                                              <p:pRg st="7" end="7"/>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5299">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299"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6322" name="Content Placeholder 3"/>
          <p:cNvPicPr>
            <a:picLocks/>
          </p:cNvPicPr>
          <p:nvPr/>
        </p:nvPicPr>
        <p:blipFill>
          <a:blip r:embed="rId2">
            <a:extLst>
              <a:ext uri="{28A0092B-C50C-407E-A947-70E740481C1C}">
                <a14:useLocalDpi xmlns:a14="http://schemas.microsoft.com/office/drawing/2010/main" val="0"/>
              </a:ext>
            </a:extLst>
          </a:blip>
          <a:srcRect/>
          <a:stretch>
            <a:fillRect/>
          </a:stretch>
        </p:blipFill>
        <p:spPr bwMode="auto">
          <a:xfrm>
            <a:off x="1905000" y="2895600"/>
            <a:ext cx="8382000" cy="327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p:cNvSpPr>
            <a:spLocks noChangeArrowheads="1"/>
          </p:cNvSpPr>
          <p:nvPr/>
        </p:nvSpPr>
        <p:spPr bwMode="auto">
          <a:xfrm>
            <a:off x="1828800" y="381000"/>
            <a:ext cx="84582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fontAlgn="base">
              <a:spcBef>
                <a:spcPct val="0"/>
              </a:spcBef>
              <a:spcAft>
                <a:spcPct val="0"/>
              </a:spcAft>
              <a:buNone/>
            </a:pPr>
            <a:r>
              <a:rPr lang="en-US" altLang="en-US" sz="2400">
                <a:solidFill>
                  <a:prstClr val="black"/>
                </a:solidFill>
                <a:latin typeface="Times New Roman" panose="02020603050405020304" pitchFamily="18" charset="0"/>
                <a:cs typeface="Times New Roman" panose="02020603050405020304" pitchFamily="18" charset="0"/>
              </a:rPr>
              <a:t>each </a:t>
            </a:r>
            <a:r>
              <a:rPr lang="en-US" altLang="en-US" sz="2400" b="1">
                <a:solidFill>
                  <a:prstClr val="black"/>
                </a:solidFill>
                <a:latin typeface="Times New Roman" panose="02020603050405020304" pitchFamily="18" charset="0"/>
                <a:cs typeface="Times New Roman" panose="02020603050405020304" pitchFamily="18" charset="0"/>
              </a:rPr>
              <a:t>XOR </a:t>
            </a:r>
            <a:r>
              <a:rPr lang="en-US" altLang="en-US" sz="2400">
                <a:solidFill>
                  <a:prstClr val="black"/>
                </a:solidFill>
                <a:latin typeface="Times New Roman" panose="02020603050405020304" pitchFamily="18" charset="0"/>
                <a:cs typeface="Times New Roman" panose="02020603050405020304" pitchFamily="18" charset="0"/>
              </a:rPr>
              <a:t> gate receives input  M and one of the inputs B. When M=0 we have B XOR 0 = B. when M=1, we have B XOR 1 =B’ and C0=1.</a:t>
            </a:r>
          </a:p>
        </p:txBody>
      </p:sp>
    </p:spTree>
    <p:extLst>
      <p:ext uri="{BB962C8B-B14F-4D97-AF65-F5344CB8AC3E}">
        <p14:creationId xmlns:p14="http://schemas.microsoft.com/office/powerpoint/2010/main" val="108101646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56322"/>
                                        </p:tgtEl>
                                        <p:attrNameLst>
                                          <p:attrName>style.visibility</p:attrName>
                                        </p:attrNameLst>
                                      </p:cBhvr>
                                      <p:to>
                                        <p:strVal val="visible"/>
                                      </p:to>
                                    </p:set>
                                    <p:anim calcmode="lin" valueType="num">
                                      <p:cBhvr additive="base">
                                        <p:cTn id="7" dur="500" fill="hold"/>
                                        <p:tgtEl>
                                          <p:spTgt spid="56322"/>
                                        </p:tgtEl>
                                        <p:attrNameLst>
                                          <p:attrName>ppt_x</p:attrName>
                                        </p:attrNameLst>
                                      </p:cBhvr>
                                      <p:tavLst>
                                        <p:tav tm="0">
                                          <p:val>
                                            <p:strVal val="#ppt_x"/>
                                          </p:val>
                                        </p:tav>
                                        <p:tav tm="100000">
                                          <p:val>
                                            <p:strVal val="#ppt_x"/>
                                          </p:val>
                                        </p:tav>
                                      </p:tavLst>
                                    </p:anim>
                                    <p:anim calcmode="lin" valueType="num">
                                      <p:cBhvr additive="base">
                                        <p:cTn id="8" dur="500" fill="hold"/>
                                        <p:tgtEl>
                                          <p:spTgt spid="56322"/>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 calcmode="lin" valueType="num">
                                      <p:cBhvr additive="base">
                                        <p:cTn id="13"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itle 1"/>
          <p:cNvSpPr>
            <a:spLocks noGrp="1"/>
          </p:cNvSpPr>
          <p:nvPr>
            <p:ph type="title"/>
          </p:nvPr>
        </p:nvSpPr>
        <p:spPr/>
        <p:txBody>
          <a:bodyPr/>
          <a:lstStyle/>
          <a:p>
            <a:r>
              <a:rPr lang="en-US" altLang="en-US" b="1" u="sng" smtClean="0">
                <a:latin typeface="Times New Roman" panose="02020603050405020304" pitchFamily="18" charset="0"/>
                <a:cs typeface="Times New Roman" panose="02020603050405020304" pitchFamily="18" charset="0"/>
              </a:rPr>
              <a:t>Increment microoperation :</a:t>
            </a:r>
            <a:endParaRPr lang="en-US" altLang="en-US" smtClean="0">
              <a:latin typeface="Times New Roman" panose="02020603050405020304" pitchFamily="18" charset="0"/>
              <a:cs typeface="Times New Roman" panose="02020603050405020304" pitchFamily="18" charset="0"/>
            </a:endParaRPr>
          </a:p>
        </p:txBody>
      </p:sp>
      <p:sp>
        <p:nvSpPr>
          <p:cNvPr id="57347" name="Content Placeholder 2"/>
          <p:cNvSpPr>
            <a:spLocks noGrp="1"/>
          </p:cNvSpPr>
          <p:nvPr>
            <p:ph idx="1"/>
          </p:nvPr>
        </p:nvSpPr>
        <p:spPr>
          <a:xfrm>
            <a:off x="1828800" y="1447801"/>
            <a:ext cx="8382000" cy="4678363"/>
          </a:xfrm>
        </p:spPr>
        <p:txBody>
          <a:bodyPr/>
          <a:lstStyle/>
          <a:p>
            <a:pPr marL="274320" indent="-274320" eaLnBrk="1" fontAlgn="auto" hangingPunct="1">
              <a:spcAft>
                <a:spcPts val="0"/>
              </a:spcAft>
              <a:buNone/>
              <a:defRPr/>
            </a:pPr>
            <a:r>
              <a:rPr lang="en-US" sz="2400" dirty="0">
                <a:latin typeface="Times New Roman" pitchFamily="18" charset="0"/>
                <a:cs typeface="Times New Roman" pitchFamily="18" charset="0"/>
              </a:rPr>
              <a:t>This microoperation increments the one value of register. </a:t>
            </a:r>
          </a:p>
          <a:p>
            <a:pPr marL="274320" indent="-274320" eaLnBrk="1" fontAlgn="auto" hangingPunct="1">
              <a:spcAft>
                <a:spcPts val="0"/>
              </a:spcAft>
              <a:buFont typeface="Wingdings 2"/>
              <a:buChar char=""/>
              <a:defRPr/>
            </a:pPr>
            <a:r>
              <a:rPr lang="en-US" sz="2400" dirty="0">
                <a:latin typeface="Times New Roman" pitchFamily="18" charset="0"/>
                <a:cs typeface="Times New Roman" pitchFamily="18" charset="0"/>
              </a:rPr>
              <a:t>For example:- R1 &lt;- R1+1</a:t>
            </a:r>
            <a:r>
              <a:rPr lang="en-US" sz="2400" b="1" dirty="0">
                <a:latin typeface="Times New Roman" pitchFamily="18" charset="0"/>
                <a:cs typeface="Times New Roman" pitchFamily="18" charset="0"/>
              </a:rPr>
              <a:t> </a:t>
            </a:r>
          </a:p>
          <a:p>
            <a:pPr marL="274320" indent="-274320" eaLnBrk="1" fontAlgn="auto" hangingPunct="1">
              <a:spcAft>
                <a:spcPts val="0"/>
              </a:spcAft>
              <a:buNone/>
              <a:defRPr/>
            </a:pPr>
            <a:endParaRPr lang="en-US" sz="2400" b="1" dirty="0">
              <a:latin typeface="Times New Roman" pitchFamily="18" charset="0"/>
              <a:cs typeface="Times New Roman" pitchFamily="18" charset="0"/>
            </a:endParaRPr>
          </a:p>
          <a:p>
            <a:pPr>
              <a:buFont typeface="Arial" charset="0"/>
              <a:buChar char="•"/>
              <a:defRPr/>
            </a:pPr>
            <a:r>
              <a:rPr lang="en-US" sz="2400" b="1" u="sng" dirty="0">
                <a:latin typeface="Times New Roman" pitchFamily="18" charset="0"/>
                <a:cs typeface="Times New Roman" pitchFamily="18" charset="0"/>
              </a:rPr>
              <a:t>Binary incrementer</a:t>
            </a:r>
            <a:r>
              <a:rPr lang="en-US" sz="2400" u="sng" dirty="0">
                <a:latin typeface="Times New Roman" pitchFamily="18" charset="0"/>
                <a:cs typeface="Times New Roman" pitchFamily="18" charset="0"/>
              </a:rPr>
              <a:t> </a:t>
            </a:r>
          </a:p>
          <a:p>
            <a:pPr>
              <a:buFont typeface="Arial" charset="0"/>
              <a:buChar char="•"/>
              <a:defRPr/>
            </a:pPr>
            <a:endParaRPr lang="en-US" sz="2400" u="sng" dirty="0">
              <a:latin typeface="Times New Roman" pitchFamily="18" charset="0"/>
              <a:cs typeface="Times New Roman" pitchFamily="18" charset="0"/>
            </a:endParaRPr>
          </a:p>
          <a:p>
            <a:pPr>
              <a:buFont typeface="Arial" charset="0"/>
              <a:buChar char="•"/>
              <a:defRPr/>
            </a:pPr>
            <a:r>
              <a:rPr lang="en-US" sz="2400" dirty="0">
                <a:latin typeface="Times New Roman" pitchFamily="18" charset="0"/>
                <a:cs typeface="Times New Roman" pitchFamily="18" charset="0"/>
              </a:rPr>
              <a:t>The binary incrementer adds 1 to the contents of a register, e.g., a register storing 0101 would have 0110 in it after being incremented.</a:t>
            </a:r>
          </a:p>
          <a:p>
            <a:pPr>
              <a:buFont typeface="Arial" charset="0"/>
              <a:buNone/>
              <a:defRPr/>
            </a:pPr>
            <a:r>
              <a:rPr lang="en-US" sz="2400" dirty="0">
                <a:latin typeface="Times New Roman" pitchFamily="18" charset="0"/>
                <a:cs typeface="Times New Roman" pitchFamily="18" charset="0"/>
              </a:rPr>
              <a:t> </a:t>
            </a:r>
          </a:p>
          <a:p>
            <a:pPr>
              <a:buFont typeface="Arial" charset="0"/>
              <a:buChar char="•"/>
              <a:defRPr/>
            </a:pPr>
            <a:r>
              <a:rPr lang="en-US" sz="2400" dirty="0">
                <a:latin typeface="Times New Roman" pitchFamily="18" charset="0"/>
                <a:cs typeface="Times New Roman" pitchFamily="18" charset="0"/>
              </a:rPr>
              <a:t>There are times when we want incrementing done independent of a register. We can accomplish this with a series of cascading half-adders.</a:t>
            </a:r>
          </a:p>
          <a:p>
            <a:pPr marL="274320" indent="-274320" eaLnBrk="1" fontAlgn="auto" hangingPunct="1">
              <a:spcAft>
                <a:spcPts val="0"/>
              </a:spcAft>
              <a:buFont typeface="Wingdings 2"/>
              <a:buChar char=""/>
              <a:defRPr/>
            </a:pPr>
            <a:endParaRPr lang="en-US" dirty="0" smtClean="0"/>
          </a:p>
          <a:p>
            <a:pPr>
              <a:buFont typeface="Arial" charset="0"/>
              <a:buChar char="•"/>
              <a:defRPr/>
            </a:pPr>
            <a:endParaRPr lang="en-US" dirty="0" smtClean="0"/>
          </a:p>
        </p:txBody>
      </p:sp>
    </p:spTree>
    <p:extLst>
      <p:ext uri="{BB962C8B-B14F-4D97-AF65-F5344CB8AC3E}">
        <p14:creationId xmlns:p14="http://schemas.microsoft.com/office/powerpoint/2010/main" val="271225876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7347">
                                            <p:txEl>
                                              <p:pRg st="0" end="0"/>
                                            </p:txEl>
                                          </p:spTgt>
                                        </p:tgtEl>
                                        <p:attrNameLst>
                                          <p:attrName>style.visibility</p:attrName>
                                        </p:attrNameLst>
                                      </p:cBhvr>
                                      <p:to>
                                        <p:strVal val="visible"/>
                                      </p:to>
                                    </p:set>
                                    <p:anim calcmode="lin" valueType="num">
                                      <p:cBhvr additive="base">
                                        <p:cTn id="7" dur="500" fill="hold"/>
                                        <p:tgtEl>
                                          <p:spTgt spid="5734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734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7347">
                                            <p:txEl>
                                              <p:pRg st="1" end="1"/>
                                            </p:txEl>
                                          </p:spTgt>
                                        </p:tgtEl>
                                        <p:attrNameLst>
                                          <p:attrName>style.visibility</p:attrName>
                                        </p:attrNameLst>
                                      </p:cBhvr>
                                      <p:to>
                                        <p:strVal val="visible"/>
                                      </p:to>
                                    </p:set>
                                    <p:anim calcmode="lin" valueType="num">
                                      <p:cBhvr additive="base">
                                        <p:cTn id="13" dur="500" fill="hold"/>
                                        <p:tgtEl>
                                          <p:spTgt spid="5734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734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7347">
                                            <p:txEl>
                                              <p:pRg st="3" end="3"/>
                                            </p:txEl>
                                          </p:spTgt>
                                        </p:tgtEl>
                                        <p:attrNameLst>
                                          <p:attrName>style.visibility</p:attrName>
                                        </p:attrNameLst>
                                      </p:cBhvr>
                                      <p:to>
                                        <p:strVal val="visible"/>
                                      </p:to>
                                    </p:set>
                                    <p:anim calcmode="lin" valueType="num">
                                      <p:cBhvr additive="base">
                                        <p:cTn id="19" dur="500" fill="hold"/>
                                        <p:tgtEl>
                                          <p:spTgt spid="57347">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734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7347">
                                            <p:txEl>
                                              <p:pRg st="5" end="5"/>
                                            </p:txEl>
                                          </p:spTgt>
                                        </p:tgtEl>
                                        <p:attrNameLst>
                                          <p:attrName>style.visibility</p:attrName>
                                        </p:attrNameLst>
                                      </p:cBhvr>
                                      <p:to>
                                        <p:strVal val="visible"/>
                                      </p:to>
                                    </p:set>
                                    <p:anim calcmode="lin" valueType="num">
                                      <p:cBhvr additive="base">
                                        <p:cTn id="25" dur="500" fill="hold"/>
                                        <p:tgtEl>
                                          <p:spTgt spid="57347">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7347">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57347">
                                            <p:txEl>
                                              <p:pRg st="6" end="6"/>
                                            </p:txEl>
                                          </p:spTgt>
                                        </p:tgtEl>
                                        <p:attrNameLst>
                                          <p:attrName>style.visibility</p:attrName>
                                        </p:attrNameLst>
                                      </p:cBhvr>
                                      <p:to>
                                        <p:strVal val="visible"/>
                                      </p:to>
                                    </p:set>
                                    <p:anim calcmode="lin" valueType="num">
                                      <p:cBhvr additive="base">
                                        <p:cTn id="31" dur="500" fill="hold"/>
                                        <p:tgtEl>
                                          <p:spTgt spid="57347">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7347">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57347">
                                            <p:txEl>
                                              <p:pRg st="7" end="7"/>
                                            </p:txEl>
                                          </p:spTgt>
                                        </p:tgtEl>
                                        <p:attrNameLst>
                                          <p:attrName>style.visibility</p:attrName>
                                        </p:attrNameLst>
                                      </p:cBhvr>
                                      <p:to>
                                        <p:strVal val="visible"/>
                                      </p:to>
                                    </p:set>
                                    <p:anim calcmode="lin" valueType="num">
                                      <p:cBhvr additive="base">
                                        <p:cTn id="37" dur="500" fill="hold"/>
                                        <p:tgtEl>
                                          <p:spTgt spid="57347">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57347">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47"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itle 1"/>
          <p:cNvSpPr>
            <a:spLocks noGrp="1"/>
          </p:cNvSpPr>
          <p:nvPr>
            <p:ph type="title"/>
          </p:nvPr>
        </p:nvSpPr>
        <p:spPr/>
        <p:txBody>
          <a:bodyPr/>
          <a:lstStyle/>
          <a:p>
            <a:pPr algn="l"/>
            <a:r>
              <a:rPr lang="en-US" altLang="en-US" sz="2400">
                <a:latin typeface="Times New Roman" panose="02020603050405020304" pitchFamily="18" charset="0"/>
                <a:ea typeface="Calibri" panose="020F0502020204030204" pitchFamily="34" charset="0"/>
                <a:cs typeface="Times New Roman" panose="02020603050405020304" pitchFamily="18" charset="0"/>
              </a:rPr>
              <a:t/>
            </a:r>
            <a:br>
              <a:rPr lang="en-US" altLang="en-US" sz="2400">
                <a:latin typeface="Times New Roman" panose="02020603050405020304" pitchFamily="18" charset="0"/>
                <a:ea typeface="Calibri" panose="020F0502020204030204" pitchFamily="34" charset="0"/>
                <a:cs typeface="Times New Roman" panose="02020603050405020304" pitchFamily="18" charset="0"/>
              </a:rPr>
            </a:br>
            <a:r>
              <a:rPr lang="en-US" altLang="en-US" sz="2400">
                <a:latin typeface="Times New Roman" panose="02020603050405020304" pitchFamily="18" charset="0"/>
                <a:ea typeface="Calibri" panose="020F0502020204030204" pitchFamily="34" charset="0"/>
                <a:cs typeface="Times New Roman" panose="02020603050405020304" pitchFamily="18" charset="0"/>
              </a:rPr>
              <a:t/>
            </a:r>
            <a:br>
              <a:rPr lang="en-US" altLang="en-US" sz="2400">
                <a:latin typeface="Times New Roman" panose="02020603050405020304" pitchFamily="18" charset="0"/>
                <a:ea typeface="Calibri" panose="020F0502020204030204" pitchFamily="34" charset="0"/>
                <a:cs typeface="Times New Roman" panose="02020603050405020304" pitchFamily="18" charset="0"/>
              </a:rPr>
            </a:br>
            <a:r>
              <a:rPr lang="en-US" altLang="en-US" sz="2400">
                <a:latin typeface="Times New Roman" panose="02020603050405020304" pitchFamily="18" charset="0"/>
                <a:ea typeface="Calibri" panose="020F0502020204030204" pitchFamily="34" charset="0"/>
                <a:cs typeface="Times New Roman" panose="02020603050405020304" pitchFamily="18" charset="0"/>
              </a:rPr>
              <a:t>The circuit receives the four bits A0 to A3 adds one to it and generates the incremented output S0 through S3.</a:t>
            </a:r>
            <a:r>
              <a:rPr lang="en-US" altLang="en-US" smtClean="0">
                <a:ea typeface="Calibri" panose="020F0502020204030204" pitchFamily="34" charset="0"/>
                <a:cs typeface="Times New Roman" panose="02020603050405020304" pitchFamily="18" charset="0"/>
              </a:rPr>
              <a:t/>
            </a:r>
            <a:br>
              <a:rPr lang="en-US" altLang="en-US" smtClean="0">
                <a:ea typeface="Calibri" panose="020F0502020204030204" pitchFamily="34" charset="0"/>
                <a:cs typeface="Times New Roman" panose="02020603050405020304" pitchFamily="18" charset="0"/>
              </a:rPr>
            </a:br>
            <a:endParaRPr lang="en-US" altLang="en-US" smtClean="0">
              <a:ea typeface="Calibri" panose="020F0502020204030204" pitchFamily="34" charset="0"/>
              <a:cs typeface="Times New Roman" panose="02020603050405020304" pitchFamily="18" charset="0"/>
            </a:endParaRPr>
          </a:p>
        </p:txBody>
      </p:sp>
      <p:pic>
        <p:nvPicPr>
          <p:cNvPr id="59395" name="Content Placeholder 3"/>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a:xfrm>
            <a:off x="2133600" y="2743200"/>
            <a:ext cx="7924800" cy="3429000"/>
          </a:xfrm>
        </p:spPr>
      </p:pic>
    </p:spTree>
    <p:extLst>
      <p:ext uri="{BB962C8B-B14F-4D97-AF65-F5344CB8AC3E}">
        <p14:creationId xmlns:p14="http://schemas.microsoft.com/office/powerpoint/2010/main" val="101846058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9394"/>
                                        </p:tgtEl>
                                        <p:attrNameLst>
                                          <p:attrName>style.visibility</p:attrName>
                                        </p:attrNameLst>
                                      </p:cBhvr>
                                      <p:to>
                                        <p:strVal val="visible"/>
                                      </p:to>
                                    </p:set>
                                    <p:anim calcmode="lin" valueType="num">
                                      <p:cBhvr additive="base">
                                        <p:cTn id="7" dur="500" fill="hold"/>
                                        <p:tgtEl>
                                          <p:spTgt spid="59394"/>
                                        </p:tgtEl>
                                        <p:attrNameLst>
                                          <p:attrName>ppt_x</p:attrName>
                                        </p:attrNameLst>
                                      </p:cBhvr>
                                      <p:tavLst>
                                        <p:tav tm="0">
                                          <p:val>
                                            <p:strVal val="#ppt_x"/>
                                          </p:val>
                                        </p:tav>
                                        <p:tav tm="100000">
                                          <p:val>
                                            <p:strVal val="#ppt_x"/>
                                          </p:val>
                                        </p:tav>
                                      </p:tavLst>
                                    </p:anim>
                                    <p:anim calcmode="lin" valueType="num">
                                      <p:cBhvr additive="base">
                                        <p:cTn id="8" dur="500" fill="hold"/>
                                        <p:tgtEl>
                                          <p:spTgt spid="59394"/>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59395"/>
                                        </p:tgtEl>
                                        <p:attrNameLst>
                                          <p:attrName>style.visibility</p:attrName>
                                        </p:attrNameLst>
                                      </p:cBhvr>
                                      <p:to>
                                        <p:strVal val="visible"/>
                                      </p:to>
                                    </p:set>
                                    <p:anim calcmode="lin" valueType="num">
                                      <p:cBhvr additive="base">
                                        <p:cTn id="13" dur="500" fill="hold"/>
                                        <p:tgtEl>
                                          <p:spTgt spid="59395"/>
                                        </p:tgtEl>
                                        <p:attrNameLst>
                                          <p:attrName>ppt_x</p:attrName>
                                        </p:attrNameLst>
                                      </p:cBhvr>
                                      <p:tavLst>
                                        <p:tav tm="0">
                                          <p:val>
                                            <p:strVal val="#ppt_x"/>
                                          </p:val>
                                        </p:tav>
                                        <p:tav tm="100000">
                                          <p:val>
                                            <p:strVal val="#ppt_x"/>
                                          </p:val>
                                        </p:tav>
                                      </p:tavLst>
                                    </p:anim>
                                    <p:anim calcmode="lin" valueType="num">
                                      <p:cBhvr additive="base">
                                        <p:cTn id="14" dur="500" fill="hold"/>
                                        <p:tgtEl>
                                          <p:spTgt spid="5939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39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itle 1"/>
          <p:cNvSpPr>
            <a:spLocks noGrp="1"/>
          </p:cNvSpPr>
          <p:nvPr>
            <p:ph type="title"/>
          </p:nvPr>
        </p:nvSpPr>
        <p:spPr/>
        <p:txBody>
          <a:bodyPr/>
          <a:lstStyle/>
          <a:p>
            <a:endParaRPr lang="en-US" altLang="en-US" smtClean="0"/>
          </a:p>
        </p:txBody>
      </p:sp>
      <p:sp>
        <p:nvSpPr>
          <p:cNvPr id="60419" name="Content Placeholder 2"/>
          <p:cNvSpPr>
            <a:spLocks noGrp="1"/>
          </p:cNvSpPr>
          <p:nvPr>
            <p:ph idx="1"/>
          </p:nvPr>
        </p:nvSpPr>
        <p:spPr/>
        <p:txBody>
          <a:bodyPr/>
          <a:lstStyle/>
          <a:p>
            <a:pPr marL="274320" indent="-274320" eaLnBrk="1" fontAlgn="auto" hangingPunct="1">
              <a:spcAft>
                <a:spcPts val="0"/>
              </a:spcAft>
              <a:buNone/>
              <a:defRPr/>
            </a:pPr>
            <a:r>
              <a:rPr lang="en-US" b="1" dirty="0" smtClean="0"/>
              <a:t>  </a:t>
            </a:r>
            <a:r>
              <a:rPr lang="en-US" dirty="0" smtClean="0"/>
              <a:t> </a:t>
            </a:r>
            <a:r>
              <a:rPr lang="en-US" b="1" u="sng" dirty="0" smtClean="0">
                <a:latin typeface="Times New Roman" pitchFamily="18" charset="0"/>
                <a:cs typeface="Times New Roman" pitchFamily="18" charset="0"/>
              </a:rPr>
              <a:t>Decrement Microoperation:</a:t>
            </a:r>
            <a:r>
              <a:rPr lang="en-US" dirty="0" smtClean="0">
                <a:latin typeface="Times New Roman" pitchFamily="18" charset="0"/>
                <a:cs typeface="Times New Roman" pitchFamily="18" charset="0"/>
              </a:rPr>
              <a:t> This microoperation decrement one values from value of register.</a:t>
            </a:r>
          </a:p>
          <a:p>
            <a:pPr marL="274320" indent="-274320" eaLnBrk="1" fontAlgn="auto" hangingPunct="1">
              <a:spcAft>
                <a:spcPts val="0"/>
              </a:spcAft>
              <a:buNone/>
              <a:defRPr/>
            </a:pPr>
            <a:r>
              <a:rPr lang="en-US" b="1" dirty="0" smtClean="0">
                <a:latin typeface="Times New Roman" pitchFamily="18" charset="0"/>
                <a:cs typeface="Times New Roman" pitchFamily="18" charset="0"/>
              </a:rPr>
              <a:t>  For example:  R1 </a:t>
            </a:r>
            <a:r>
              <a:rPr lang="en-US" b="1" dirty="0" smtClean="0">
                <a:latin typeface="Times New Roman" pitchFamily="18" charset="0"/>
                <a:cs typeface="Times New Roman" pitchFamily="18" charset="0"/>
                <a:sym typeface="Wingdings"/>
              </a:rPr>
              <a:t></a:t>
            </a:r>
            <a:r>
              <a:rPr lang="en-US" b="1" dirty="0" smtClean="0">
                <a:latin typeface="Times New Roman" pitchFamily="18" charset="0"/>
                <a:cs typeface="Times New Roman" pitchFamily="18" charset="0"/>
              </a:rPr>
              <a:t> R1-1</a:t>
            </a:r>
            <a:endParaRPr lang="en-US" dirty="0" smtClean="0">
              <a:latin typeface="Times New Roman" pitchFamily="18" charset="0"/>
              <a:cs typeface="Times New Roman" pitchFamily="18" charset="0"/>
            </a:endParaRPr>
          </a:p>
          <a:p>
            <a:pPr>
              <a:buFont typeface="Arial" charset="0"/>
              <a:buChar char="•"/>
              <a:defRPr/>
            </a:pPr>
            <a:endParaRPr lang="en-US" dirty="0" smtClean="0"/>
          </a:p>
        </p:txBody>
      </p:sp>
    </p:spTree>
    <p:extLst>
      <p:ext uri="{BB962C8B-B14F-4D97-AF65-F5344CB8AC3E}">
        <p14:creationId xmlns:p14="http://schemas.microsoft.com/office/powerpoint/2010/main" val="189040020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0419">
                                            <p:txEl>
                                              <p:pRg st="0" end="0"/>
                                            </p:txEl>
                                          </p:spTgt>
                                        </p:tgtEl>
                                        <p:attrNameLst>
                                          <p:attrName>style.visibility</p:attrName>
                                        </p:attrNameLst>
                                      </p:cBhvr>
                                      <p:to>
                                        <p:strVal val="visible"/>
                                      </p:to>
                                    </p:set>
                                    <p:anim calcmode="lin" valueType="num">
                                      <p:cBhvr additive="base">
                                        <p:cTn id="7" dur="500" fill="hold"/>
                                        <p:tgtEl>
                                          <p:spTgt spid="6041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041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0419">
                                            <p:txEl>
                                              <p:pRg st="1" end="1"/>
                                            </p:txEl>
                                          </p:spTgt>
                                        </p:tgtEl>
                                        <p:attrNameLst>
                                          <p:attrName>style.visibility</p:attrName>
                                        </p:attrNameLst>
                                      </p:cBhvr>
                                      <p:to>
                                        <p:strVal val="visible"/>
                                      </p:to>
                                    </p:set>
                                    <p:anim calcmode="lin" valueType="num">
                                      <p:cBhvr additive="base">
                                        <p:cTn id="13" dur="500" fill="hold"/>
                                        <p:tgtEl>
                                          <p:spTgt spid="6041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0419">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419"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Title 1"/>
          <p:cNvSpPr>
            <a:spLocks noGrp="1"/>
          </p:cNvSpPr>
          <p:nvPr>
            <p:ph type="title"/>
          </p:nvPr>
        </p:nvSpPr>
        <p:spPr/>
        <p:txBody>
          <a:bodyPr/>
          <a:lstStyle/>
          <a:p>
            <a:r>
              <a:rPr lang="en-US" altLang="en-US" smtClean="0">
                <a:latin typeface="Times New Roman" panose="02020603050405020304" pitchFamily="18" charset="0"/>
                <a:cs typeface="Times New Roman" panose="02020603050405020304" pitchFamily="18" charset="0"/>
              </a:rPr>
              <a:t/>
            </a:r>
            <a:br>
              <a:rPr lang="en-US" altLang="en-US" smtClean="0">
                <a:latin typeface="Times New Roman" panose="02020603050405020304" pitchFamily="18" charset="0"/>
                <a:cs typeface="Times New Roman" panose="02020603050405020304" pitchFamily="18" charset="0"/>
              </a:rPr>
            </a:br>
            <a:r>
              <a:rPr lang="en-US" altLang="en-US" smtClean="0">
                <a:latin typeface="Times New Roman" panose="02020603050405020304" pitchFamily="18" charset="0"/>
                <a:cs typeface="Times New Roman" panose="02020603050405020304" pitchFamily="18" charset="0"/>
              </a:rPr>
              <a:t>Logic Microoperations</a:t>
            </a:r>
            <a:r>
              <a:rPr lang="en-US" altLang="en-US" smtClean="0"/>
              <a:t/>
            </a:r>
            <a:br>
              <a:rPr lang="en-US" altLang="en-US" smtClean="0"/>
            </a:br>
            <a:endParaRPr lang="en-US" altLang="en-US" smtClean="0"/>
          </a:p>
        </p:txBody>
      </p:sp>
      <p:sp>
        <p:nvSpPr>
          <p:cNvPr id="3" name="Content Placeholder 2"/>
          <p:cNvSpPr>
            <a:spLocks noGrp="1"/>
          </p:cNvSpPr>
          <p:nvPr>
            <p:ph idx="1"/>
          </p:nvPr>
        </p:nvSpPr>
        <p:spPr/>
        <p:txBody>
          <a:bodyPr/>
          <a:lstStyle/>
          <a:p>
            <a:r>
              <a:rPr lang="en-US" altLang="en-US" sz="2400">
                <a:latin typeface="Times New Roman" panose="02020603050405020304" pitchFamily="18" charset="0"/>
                <a:cs typeface="Times New Roman" panose="02020603050405020304" pitchFamily="18" charset="0"/>
              </a:rPr>
              <a:t>Logic microoperations are binary operations performed on corresponding bits of two bit strings. </a:t>
            </a:r>
          </a:p>
          <a:p>
            <a:pPr>
              <a:buFont typeface="Arial" panose="020B0604020202020204" pitchFamily="34" charset="0"/>
              <a:buNone/>
            </a:pPr>
            <a:endParaRPr lang="en-US" altLang="en-US" sz="2400">
              <a:latin typeface="Times New Roman" panose="02020603050405020304" pitchFamily="18" charset="0"/>
              <a:cs typeface="Times New Roman" panose="02020603050405020304" pitchFamily="18" charset="0"/>
            </a:endParaRPr>
          </a:p>
          <a:p>
            <a:r>
              <a:rPr lang="en-US" altLang="en-US" sz="2400">
                <a:latin typeface="Times New Roman" panose="02020603050405020304" pitchFamily="18" charset="0"/>
                <a:cs typeface="Times New Roman" panose="02020603050405020304" pitchFamily="18" charset="0"/>
              </a:rPr>
              <a:t>Example:  P: R1 ← R1 ⊕  R2 </a:t>
            </a:r>
          </a:p>
          <a:p>
            <a:pPr>
              <a:buFont typeface="Arial" panose="020B0604020202020204" pitchFamily="34" charset="0"/>
              <a:buNone/>
            </a:pPr>
            <a:r>
              <a:rPr lang="en-US" altLang="en-US" sz="2400">
                <a:latin typeface="Times New Roman" panose="02020603050405020304" pitchFamily="18" charset="0"/>
                <a:cs typeface="Times New Roman" panose="02020603050405020304" pitchFamily="18" charset="0"/>
              </a:rPr>
              <a:t>     1010	Content of R1</a:t>
            </a:r>
          </a:p>
          <a:p>
            <a:pPr>
              <a:buFont typeface="Arial" panose="020B0604020202020204" pitchFamily="34" charset="0"/>
              <a:buNone/>
            </a:pPr>
            <a:r>
              <a:rPr lang="en-US" altLang="en-US" sz="2400">
                <a:latin typeface="Times New Roman" panose="02020603050405020304" pitchFamily="18" charset="0"/>
                <a:cs typeface="Times New Roman" panose="02020603050405020304" pitchFamily="18" charset="0"/>
              </a:rPr>
              <a:t>     1100	Content of R2</a:t>
            </a:r>
          </a:p>
          <a:p>
            <a:pPr>
              <a:buFont typeface="Arial" panose="020B0604020202020204" pitchFamily="34" charset="0"/>
              <a:buNone/>
            </a:pPr>
            <a:r>
              <a:rPr lang="en-US" altLang="en-US" sz="2400">
                <a:latin typeface="Times New Roman" panose="02020603050405020304" pitchFamily="18" charset="0"/>
                <a:cs typeface="Times New Roman" panose="02020603050405020304" pitchFamily="18" charset="0"/>
              </a:rPr>
              <a:t>     0110	Content of R1 after P = 1</a:t>
            </a:r>
          </a:p>
          <a:p>
            <a:pPr>
              <a:buFont typeface="Arial" panose="020B0604020202020204" pitchFamily="34" charset="0"/>
              <a:buNone/>
            </a:pPr>
            <a:endParaRPr lang="en-US" altLang="en-US" sz="2400">
              <a:latin typeface="Times New Roman" panose="02020603050405020304" pitchFamily="18" charset="0"/>
              <a:cs typeface="Times New Roman" panose="02020603050405020304" pitchFamily="18" charset="0"/>
            </a:endParaRPr>
          </a:p>
          <a:p>
            <a:r>
              <a:rPr lang="en-US" altLang="en-US" sz="2400">
                <a:latin typeface="Times New Roman" panose="02020603050405020304" pitchFamily="18" charset="0"/>
                <a:cs typeface="Times New Roman" panose="02020603050405020304" pitchFamily="18" charset="0"/>
              </a:rPr>
              <a:t>Special Symbols used for logic operations: </a:t>
            </a:r>
          </a:p>
          <a:p>
            <a:pPr>
              <a:buFont typeface="Arial" panose="020B0604020202020204" pitchFamily="34" charset="0"/>
              <a:buNone/>
            </a:pPr>
            <a:r>
              <a:rPr lang="en-US" altLang="en-US" sz="2400">
                <a:latin typeface="Times New Roman" panose="02020603050405020304" pitchFamily="18" charset="0"/>
                <a:cs typeface="Times New Roman" panose="02020603050405020304" pitchFamily="18" charset="0"/>
              </a:rPr>
              <a:t>      ∧- AND	       ∨-	OR	     ⊕-	XOR</a:t>
            </a:r>
          </a:p>
          <a:p>
            <a:endParaRPr lang="en-US" altLang="en-US" sz="24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7542716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 calcmode="lin" valueType="num">
                                      <p:cBhvr additive="base">
                                        <p:cTn id="37"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8" end="8"/>
                                            </p:txEl>
                                          </p:spTgt>
                                        </p:tgtEl>
                                        <p:attrNameLst>
                                          <p:attrName>style.visibility</p:attrName>
                                        </p:attrNameLst>
                                      </p:cBhvr>
                                      <p:to>
                                        <p:strVal val="visible"/>
                                      </p:to>
                                    </p:set>
                                    <p:anim calcmode="lin" valueType="num">
                                      <p:cBhvr additive="base">
                                        <p:cTn id="43"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Title 1"/>
          <p:cNvSpPr>
            <a:spLocks noGrp="1"/>
          </p:cNvSpPr>
          <p:nvPr>
            <p:ph type="title"/>
          </p:nvPr>
        </p:nvSpPr>
        <p:spPr/>
        <p:txBody>
          <a:bodyPr/>
          <a:lstStyle/>
          <a:p>
            <a:endParaRPr lang="en-US" altLang="en-US" smtClean="0"/>
          </a:p>
        </p:txBody>
      </p:sp>
      <p:sp>
        <p:nvSpPr>
          <p:cNvPr id="68611" name="Content Placeholder 2"/>
          <p:cNvSpPr>
            <a:spLocks noGrp="1"/>
          </p:cNvSpPr>
          <p:nvPr>
            <p:ph idx="1"/>
          </p:nvPr>
        </p:nvSpPr>
        <p:spPr/>
        <p:txBody>
          <a:bodyPr/>
          <a:lstStyle/>
          <a:p>
            <a:pPr eaLnBrk="1" hangingPunct="1"/>
            <a:r>
              <a:rPr lang="en-US" altLang="en-US" sz="2400">
                <a:latin typeface="Times New Roman" panose="02020603050405020304" pitchFamily="18" charset="0"/>
                <a:cs typeface="Times New Roman" panose="02020603050405020304" pitchFamily="18" charset="0"/>
              </a:rPr>
              <a:t>Logic micro operations are bit-wise operations, i.e., they work on the individual bits of data.</a:t>
            </a:r>
          </a:p>
          <a:p>
            <a:pPr eaLnBrk="1" hangingPunct="1"/>
            <a:endParaRPr lang="en-US" altLang="en-US" sz="2400">
              <a:latin typeface="Times New Roman" panose="02020603050405020304" pitchFamily="18" charset="0"/>
              <a:cs typeface="Times New Roman" panose="02020603050405020304" pitchFamily="18" charset="0"/>
            </a:endParaRPr>
          </a:p>
          <a:p>
            <a:pPr eaLnBrk="1" hangingPunct="1"/>
            <a:r>
              <a:rPr lang="en-US" altLang="en-US" sz="2400">
                <a:latin typeface="Times New Roman" panose="02020603050405020304" pitchFamily="18" charset="0"/>
                <a:cs typeface="Times New Roman" panose="02020603050405020304" pitchFamily="18" charset="0"/>
              </a:rPr>
              <a:t>useful for bit manipulations on binary data.</a:t>
            </a:r>
          </a:p>
          <a:p>
            <a:pPr eaLnBrk="1" hangingPunct="1"/>
            <a:endParaRPr lang="en-US" altLang="en-US" sz="2400">
              <a:latin typeface="Times New Roman" panose="02020603050405020304" pitchFamily="18" charset="0"/>
              <a:cs typeface="Times New Roman" panose="02020603050405020304" pitchFamily="18" charset="0"/>
            </a:endParaRPr>
          </a:p>
          <a:p>
            <a:pPr eaLnBrk="1" hangingPunct="1"/>
            <a:r>
              <a:rPr lang="en-US" altLang="en-US" sz="2400">
                <a:latin typeface="Times New Roman" panose="02020603050405020304" pitchFamily="18" charset="0"/>
                <a:cs typeface="Times New Roman" panose="02020603050405020304" pitchFamily="18" charset="0"/>
              </a:rPr>
              <a:t>useful for making logical decisions based on the bit value</a:t>
            </a:r>
          </a:p>
          <a:p>
            <a:endParaRPr lang="en-US" altLang="en-US" smtClean="0"/>
          </a:p>
        </p:txBody>
      </p:sp>
    </p:spTree>
    <p:extLst>
      <p:ext uri="{BB962C8B-B14F-4D97-AF65-F5344CB8AC3E}">
        <p14:creationId xmlns:p14="http://schemas.microsoft.com/office/powerpoint/2010/main" val="12929168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Title 1"/>
          <p:cNvSpPr>
            <a:spLocks noGrp="1"/>
          </p:cNvSpPr>
          <p:nvPr>
            <p:ph type="title"/>
          </p:nvPr>
        </p:nvSpPr>
        <p:spPr/>
        <p:txBody>
          <a:bodyPr/>
          <a:lstStyle/>
          <a:p>
            <a:endParaRPr lang="en-US" altLang="en-US" smtClean="0"/>
          </a:p>
        </p:txBody>
      </p:sp>
      <p:sp>
        <p:nvSpPr>
          <p:cNvPr id="69635" name="Content Placeholder 2"/>
          <p:cNvSpPr>
            <a:spLocks noGrp="1"/>
          </p:cNvSpPr>
          <p:nvPr>
            <p:ph idx="1"/>
          </p:nvPr>
        </p:nvSpPr>
        <p:spPr/>
        <p:txBody>
          <a:bodyPr/>
          <a:lstStyle/>
          <a:p>
            <a:pPr eaLnBrk="1" hangingPunct="1"/>
            <a:r>
              <a:rPr lang="en-US" altLang="en-US" smtClean="0">
                <a:latin typeface="Times New Roman" panose="02020603050405020304" pitchFamily="18" charset="0"/>
                <a:cs typeface="Times New Roman" panose="02020603050405020304" pitchFamily="18" charset="0"/>
              </a:rPr>
              <a:t>16 different logic operations with 2 binary vars.</a:t>
            </a:r>
            <a:r>
              <a:rPr lang="en-US" altLang="en-US" b="1" smtClean="0">
                <a:latin typeface="Times New Roman" panose="02020603050405020304" pitchFamily="18" charset="0"/>
                <a:cs typeface="Times New Roman" panose="02020603050405020304" pitchFamily="18" charset="0"/>
              </a:rPr>
              <a:t> </a:t>
            </a:r>
            <a:endParaRPr lang="en-US" altLang="en-US" smtClean="0">
              <a:latin typeface="Times New Roman" panose="02020603050405020304" pitchFamily="18" charset="0"/>
              <a:cs typeface="Times New Roman" panose="02020603050405020304" pitchFamily="18" charset="0"/>
            </a:endParaRPr>
          </a:p>
          <a:p>
            <a:pPr eaLnBrk="1" hangingPunct="1"/>
            <a:r>
              <a:rPr lang="en-US" altLang="en-US" smtClean="0">
                <a:latin typeface="Times New Roman" panose="02020603050405020304" pitchFamily="18" charset="0"/>
                <a:cs typeface="Times New Roman" panose="02020603050405020304" pitchFamily="18" charset="0"/>
              </a:rPr>
              <a:t>Truth tables for 16 functions of 2 variables and the corresponding 16 logic micro-operations.</a:t>
            </a:r>
          </a:p>
          <a:p>
            <a:endParaRPr lang="en-US" altLang="en-US" smtClean="0"/>
          </a:p>
        </p:txBody>
      </p:sp>
    </p:spTree>
    <p:extLst>
      <p:ext uri="{BB962C8B-B14F-4D97-AF65-F5344CB8AC3E}">
        <p14:creationId xmlns:p14="http://schemas.microsoft.com/office/powerpoint/2010/main" val="21054134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0658" name="Content Placeholder 3" descr="C:\Documents and Settings\Administrator\Desktop\diagram1234.bmp"/>
          <p:cNvPicPr>
            <a:picLocks/>
          </p:cNvPicPr>
          <p:nvPr/>
        </p:nvPicPr>
        <p:blipFill>
          <a:blip r:embed="rId2">
            <a:extLst>
              <a:ext uri="{28A0092B-C50C-407E-A947-70E740481C1C}">
                <a14:useLocalDpi xmlns:a14="http://schemas.microsoft.com/office/drawing/2010/main" val="0"/>
              </a:ext>
            </a:extLst>
          </a:blip>
          <a:srcRect/>
          <a:stretch>
            <a:fillRect/>
          </a:stretch>
        </p:blipFill>
        <p:spPr bwMode="auto">
          <a:xfrm>
            <a:off x="1752600" y="304800"/>
            <a:ext cx="8915400" cy="640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562621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sz="3200">
                <a:latin typeface="Times New Roman" panose="02020603050405020304" pitchFamily="18" charset="0"/>
                <a:cs typeface="Times New Roman" panose="02020603050405020304" pitchFamily="18" charset="0"/>
              </a:rPr>
              <a:t/>
            </a:r>
            <a:br>
              <a:rPr lang="en-US" altLang="en-US" sz="3200">
                <a:latin typeface="Times New Roman" panose="02020603050405020304" pitchFamily="18" charset="0"/>
                <a:cs typeface="Times New Roman" panose="02020603050405020304" pitchFamily="18" charset="0"/>
              </a:rPr>
            </a:br>
            <a:r>
              <a:rPr lang="en-US" altLang="en-US" sz="3200">
                <a:latin typeface="Times New Roman" panose="02020603050405020304" pitchFamily="18" charset="0"/>
                <a:cs typeface="Times New Roman" panose="02020603050405020304" pitchFamily="18" charset="0"/>
              </a:rPr>
              <a:t>Draw a combinational circuit that perform four logical micro operations. </a:t>
            </a:r>
            <a:r>
              <a:rPr lang="en-US" altLang="en-US" smtClean="0"/>
              <a:t/>
            </a:r>
            <a:br>
              <a:rPr lang="en-US" altLang="en-US" smtClean="0"/>
            </a:br>
            <a:endParaRPr lang="en-US" altLang="en-US" smtClean="0"/>
          </a:p>
        </p:txBody>
      </p:sp>
      <p:pic>
        <p:nvPicPr>
          <p:cNvPr id="4" name="Content Placeholder 3" descr="C:\Documents and Settings\Administrator\My Documents\My Pictures\diag1221.bmp"/>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a:xfrm>
            <a:off x="2057400" y="1371600"/>
            <a:ext cx="8153400" cy="5105400"/>
          </a:xfrm>
        </p:spPr>
      </p:pic>
    </p:spTree>
    <p:extLst>
      <p:ext uri="{BB962C8B-B14F-4D97-AF65-F5344CB8AC3E}">
        <p14:creationId xmlns:p14="http://schemas.microsoft.com/office/powerpoint/2010/main" val="362468460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itle 1"/>
          <p:cNvSpPr>
            <a:spLocks noGrp="1"/>
          </p:cNvSpPr>
          <p:nvPr>
            <p:ph type="title"/>
          </p:nvPr>
        </p:nvSpPr>
        <p:spPr/>
        <p:txBody>
          <a:bodyPr/>
          <a:lstStyle/>
          <a:p>
            <a:pPr eaLnBrk="1" hangingPunct="1"/>
            <a:r>
              <a:rPr lang="en-IN" altLang="en-US" sz="4000">
                <a:latin typeface="Times New Roman" panose="02020603050405020304" pitchFamily="18" charset="0"/>
                <a:cs typeface="Times New Roman" panose="02020603050405020304" pitchFamily="18" charset="0"/>
              </a:rPr>
              <a:t>Shift micro operations</a:t>
            </a:r>
          </a:p>
        </p:txBody>
      </p:sp>
      <p:sp>
        <p:nvSpPr>
          <p:cNvPr id="76803" name="Content Placeholder 2"/>
          <p:cNvSpPr>
            <a:spLocks noGrp="1"/>
          </p:cNvSpPr>
          <p:nvPr>
            <p:ph sz="quarter" idx="1"/>
          </p:nvPr>
        </p:nvSpPr>
        <p:spPr>
          <a:xfrm>
            <a:off x="1825625" y="1527175"/>
            <a:ext cx="8504238" cy="4572000"/>
          </a:xfrm>
        </p:spPr>
        <p:txBody>
          <a:bodyPr/>
          <a:lstStyle/>
          <a:p>
            <a:pPr eaLnBrk="1" hangingPunct="1"/>
            <a:r>
              <a:rPr lang="en-IN" altLang="en-US" sz="2400">
                <a:latin typeface="Times New Roman" panose="02020603050405020304" pitchFamily="18" charset="0"/>
                <a:cs typeface="Times New Roman" panose="02020603050405020304" pitchFamily="18" charset="0"/>
              </a:rPr>
              <a:t>Shift micro operations are used for serial transfer of data.</a:t>
            </a:r>
          </a:p>
          <a:p>
            <a:pPr eaLnBrk="1" hangingPunct="1"/>
            <a:endParaRPr lang="en-IN" altLang="en-US" sz="2400">
              <a:latin typeface="Times New Roman" panose="02020603050405020304" pitchFamily="18" charset="0"/>
              <a:cs typeface="Times New Roman" panose="02020603050405020304" pitchFamily="18" charset="0"/>
            </a:endParaRPr>
          </a:p>
          <a:p>
            <a:pPr eaLnBrk="1" hangingPunct="1"/>
            <a:r>
              <a:rPr lang="en-IN" altLang="en-US" sz="2400">
                <a:latin typeface="Times New Roman" panose="02020603050405020304" pitchFamily="18" charset="0"/>
                <a:cs typeface="Times New Roman" panose="02020603050405020304" pitchFamily="18" charset="0"/>
              </a:rPr>
              <a:t>This operations shift contents of register in left or right direction.</a:t>
            </a:r>
          </a:p>
          <a:p>
            <a:pPr eaLnBrk="1" hangingPunct="1"/>
            <a:endParaRPr lang="en-IN" altLang="en-US" sz="2400">
              <a:latin typeface="Times New Roman" panose="02020603050405020304" pitchFamily="18" charset="0"/>
              <a:cs typeface="Times New Roman" panose="02020603050405020304" pitchFamily="18" charset="0"/>
            </a:endParaRPr>
          </a:p>
          <a:p>
            <a:pPr eaLnBrk="1" hangingPunct="1"/>
            <a:r>
              <a:rPr lang="en-IN" altLang="en-US" sz="2400">
                <a:latin typeface="Times New Roman" panose="02020603050405020304" pitchFamily="18" charset="0"/>
                <a:cs typeface="Times New Roman" panose="02020603050405020304" pitchFamily="18" charset="0"/>
              </a:rPr>
              <a:t>At the same time when the bits are shifted the last or flip-flop receives binary information from serial inputs.</a:t>
            </a:r>
          </a:p>
          <a:p>
            <a:pPr eaLnBrk="1" hangingPunct="1"/>
            <a:endParaRPr lang="en-IN" altLang="en-US" sz="2400">
              <a:latin typeface="Times New Roman" panose="02020603050405020304" pitchFamily="18" charset="0"/>
              <a:cs typeface="Times New Roman" panose="02020603050405020304" pitchFamily="18" charset="0"/>
            </a:endParaRPr>
          </a:p>
          <a:p>
            <a:pPr eaLnBrk="1" hangingPunct="1"/>
            <a:r>
              <a:rPr lang="en-US" altLang="en-US" sz="2400">
                <a:latin typeface="Times New Roman" panose="02020603050405020304" pitchFamily="18" charset="0"/>
                <a:cs typeface="Times New Roman" panose="02020603050405020304" pitchFamily="18" charset="0"/>
              </a:rPr>
              <a:t>There are three types of shift operations:</a:t>
            </a:r>
          </a:p>
          <a:p>
            <a:pPr eaLnBrk="1" hangingPunct="1"/>
            <a:r>
              <a:rPr lang="en-IN" altLang="en-US" sz="2400">
                <a:latin typeface="Times New Roman" panose="02020603050405020304" pitchFamily="18" charset="0"/>
                <a:cs typeface="Times New Roman" panose="02020603050405020304" pitchFamily="18" charset="0"/>
              </a:rPr>
              <a:t>Logical shift micro operation.</a:t>
            </a:r>
          </a:p>
          <a:p>
            <a:pPr eaLnBrk="1" hangingPunct="1"/>
            <a:r>
              <a:rPr lang="en-IN" altLang="en-US" sz="2400">
                <a:latin typeface="Times New Roman" panose="02020603050405020304" pitchFamily="18" charset="0"/>
                <a:cs typeface="Times New Roman" panose="02020603050405020304" pitchFamily="18" charset="0"/>
              </a:rPr>
              <a:t>Circular shift micro operation</a:t>
            </a:r>
          </a:p>
          <a:p>
            <a:pPr eaLnBrk="1" hangingPunct="1"/>
            <a:r>
              <a:rPr lang="en-IN" altLang="en-US" sz="2400">
                <a:latin typeface="Times New Roman" panose="02020603050405020304" pitchFamily="18" charset="0"/>
                <a:cs typeface="Times New Roman" panose="02020603050405020304" pitchFamily="18" charset="0"/>
              </a:rPr>
              <a:t>Arithmetic Shift micro operation</a:t>
            </a:r>
          </a:p>
          <a:p>
            <a:pPr eaLnBrk="1" hangingPunct="1"/>
            <a:endParaRPr lang="en-IN" altLang="en-US" sz="2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0569041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6803">
                                            <p:txEl>
                                              <p:pRg st="0" end="0"/>
                                            </p:txEl>
                                          </p:spTgt>
                                        </p:tgtEl>
                                        <p:attrNameLst>
                                          <p:attrName>style.visibility</p:attrName>
                                        </p:attrNameLst>
                                      </p:cBhvr>
                                      <p:to>
                                        <p:strVal val="visible"/>
                                      </p:to>
                                    </p:set>
                                    <p:anim calcmode="lin" valueType="num">
                                      <p:cBhvr additive="base">
                                        <p:cTn id="7" dur="500" fill="hold"/>
                                        <p:tgtEl>
                                          <p:spTgt spid="7680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680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6803">
                                            <p:txEl>
                                              <p:pRg st="2" end="2"/>
                                            </p:txEl>
                                          </p:spTgt>
                                        </p:tgtEl>
                                        <p:attrNameLst>
                                          <p:attrName>style.visibility</p:attrName>
                                        </p:attrNameLst>
                                      </p:cBhvr>
                                      <p:to>
                                        <p:strVal val="visible"/>
                                      </p:to>
                                    </p:set>
                                    <p:anim calcmode="lin" valueType="num">
                                      <p:cBhvr additive="base">
                                        <p:cTn id="13" dur="500" fill="hold"/>
                                        <p:tgtEl>
                                          <p:spTgt spid="7680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680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6803">
                                            <p:txEl>
                                              <p:pRg st="4" end="4"/>
                                            </p:txEl>
                                          </p:spTgt>
                                        </p:tgtEl>
                                        <p:attrNameLst>
                                          <p:attrName>style.visibility</p:attrName>
                                        </p:attrNameLst>
                                      </p:cBhvr>
                                      <p:to>
                                        <p:strVal val="visible"/>
                                      </p:to>
                                    </p:set>
                                    <p:anim calcmode="lin" valueType="num">
                                      <p:cBhvr additive="base">
                                        <p:cTn id="19" dur="500" fill="hold"/>
                                        <p:tgtEl>
                                          <p:spTgt spid="7680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680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6803">
                                            <p:txEl>
                                              <p:pRg st="6" end="6"/>
                                            </p:txEl>
                                          </p:spTgt>
                                        </p:tgtEl>
                                        <p:attrNameLst>
                                          <p:attrName>style.visibility</p:attrName>
                                        </p:attrNameLst>
                                      </p:cBhvr>
                                      <p:to>
                                        <p:strVal val="visible"/>
                                      </p:to>
                                    </p:set>
                                    <p:anim calcmode="lin" valueType="num">
                                      <p:cBhvr additive="base">
                                        <p:cTn id="25" dur="500" fill="hold"/>
                                        <p:tgtEl>
                                          <p:spTgt spid="76803">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7680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76803">
                                            <p:txEl>
                                              <p:pRg st="7" end="7"/>
                                            </p:txEl>
                                          </p:spTgt>
                                        </p:tgtEl>
                                        <p:attrNameLst>
                                          <p:attrName>style.visibility</p:attrName>
                                        </p:attrNameLst>
                                      </p:cBhvr>
                                      <p:to>
                                        <p:strVal val="visible"/>
                                      </p:to>
                                    </p:set>
                                    <p:anim calcmode="lin" valueType="num">
                                      <p:cBhvr additive="base">
                                        <p:cTn id="31" dur="500" fill="hold"/>
                                        <p:tgtEl>
                                          <p:spTgt spid="76803">
                                            <p:txEl>
                                              <p:pRg st="7" end="7"/>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7680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76803">
                                            <p:txEl>
                                              <p:pRg st="8" end="8"/>
                                            </p:txEl>
                                          </p:spTgt>
                                        </p:tgtEl>
                                        <p:attrNameLst>
                                          <p:attrName>style.visibility</p:attrName>
                                        </p:attrNameLst>
                                      </p:cBhvr>
                                      <p:to>
                                        <p:strVal val="visible"/>
                                      </p:to>
                                    </p:set>
                                    <p:anim calcmode="lin" valueType="num">
                                      <p:cBhvr additive="base">
                                        <p:cTn id="37" dur="500" fill="hold"/>
                                        <p:tgtEl>
                                          <p:spTgt spid="76803">
                                            <p:txEl>
                                              <p:pRg st="8" end="8"/>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7680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76803">
                                            <p:txEl>
                                              <p:pRg st="9" end="9"/>
                                            </p:txEl>
                                          </p:spTgt>
                                        </p:tgtEl>
                                        <p:attrNameLst>
                                          <p:attrName>style.visibility</p:attrName>
                                        </p:attrNameLst>
                                      </p:cBhvr>
                                      <p:to>
                                        <p:strVal val="visible"/>
                                      </p:to>
                                    </p:set>
                                    <p:anim calcmode="lin" valueType="num">
                                      <p:cBhvr additive="base">
                                        <p:cTn id="43" dur="500" fill="hold"/>
                                        <p:tgtEl>
                                          <p:spTgt spid="76803">
                                            <p:txEl>
                                              <p:pRg st="9" end="9"/>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76803">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80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Title 1"/>
          <p:cNvSpPr>
            <a:spLocks noGrp="1"/>
          </p:cNvSpPr>
          <p:nvPr>
            <p:ph type="title"/>
          </p:nvPr>
        </p:nvSpPr>
        <p:spPr/>
        <p:txBody>
          <a:bodyPr/>
          <a:lstStyle/>
          <a:p>
            <a:endParaRPr lang="en-US" altLang="en-US" smtClean="0"/>
          </a:p>
        </p:txBody>
      </p:sp>
      <p:graphicFrame>
        <p:nvGraphicFramePr>
          <p:cNvPr id="4" name="Content Placeholder 3"/>
          <p:cNvGraphicFramePr>
            <a:graphicFrameLocks noGrp="1"/>
          </p:cNvGraphicFramePr>
          <p:nvPr>
            <p:ph idx="1"/>
          </p:nvPr>
        </p:nvGraphicFramePr>
        <p:xfrm>
          <a:off x="2057400" y="1447800"/>
          <a:ext cx="8077200" cy="5105396"/>
        </p:xfrm>
        <a:graphic>
          <a:graphicData uri="http://schemas.openxmlformats.org/drawingml/2006/table">
            <a:tbl>
              <a:tblPr/>
              <a:tblGrid>
                <a:gridCol w="3341383">
                  <a:extLst>
                    <a:ext uri="{9D8B030D-6E8A-4147-A177-3AD203B41FA5}">
                      <a16:colId xmlns:a16="http://schemas.microsoft.com/office/drawing/2014/main" val="20000"/>
                    </a:ext>
                  </a:extLst>
                </a:gridCol>
                <a:gridCol w="4735817">
                  <a:extLst>
                    <a:ext uri="{9D8B030D-6E8A-4147-A177-3AD203B41FA5}">
                      <a16:colId xmlns:a16="http://schemas.microsoft.com/office/drawing/2014/main" val="20001"/>
                    </a:ext>
                  </a:extLst>
                </a:gridCol>
              </a:tblGrid>
              <a:tr h="423270">
                <a:tc>
                  <a:txBody>
                    <a:bodyPr/>
                    <a:lstStyle/>
                    <a:p>
                      <a:pPr marL="50800" marR="0">
                        <a:spcBef>
                          <a:spcPts val="0"/>
                        </a:spcBef>
                        <a:spcAft>
                          <a:spcPts val="0"/>
                        </a:spcAft>
                      </a:pPr>
                      <a:r>
                        <a:rPr lang="en-US" sz="2000" dirty="0">
                          <a:latin typeface="Times New Roman" pitchFamily="18" charset="0"/>
                          <a:ea typeface="Times New Roman"/>
                          <a:cs typeface="Times New Roman" pitchFamily="18" charset="0"/>
                        </a:rPr>
                        <a:t>Symbolic Designation</a:t>
                      </a:r>
                      <a:endParaRPr lang="en-US" sz="2000" dirty="0">
                        <a:latin typeface="Times New Roman" pitchFamily="18" charset="0"/>
                        <a:ea typeface="Calibri"/>
                        <a:cs typeface="Times New Roman" pitchFamily="18" charset="0"/>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marL="38100" marR="0">
                        <a:spcBef>
                          <a:spcPts val="0"/>
                        </a:spcBef>
                        <a:spcAft>
                          <a:spcPts val="0"/>
                        </a:spcAft>
                      </a:pPr>
                      <a:r>
                        <a:rPr lang="en-US" sz="2000">
                          <a:latin typeface="Times New Roman" pitchFamily="18" charset="0"/>
                          <a:ea typeface="Times New Roman"/>
                          <a:cs typeface="Times New Roman" pitchFamily="18" charset="0"/>
                        </a:rPr>
                        <a:t>Description</a:t>
                      </a:r>
                      <a:endParaRPr lang="en-US" sz="2000">
                        <a:latin typeface="Times New Roman" pitchFamily="18" charset="0"/>
                        <a:ea typeface="Calibri"/>
                        <a:cs typeface="Times New Roman" pitchFamily="18" charset="0"/>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0"/>
                  </a:ext>
                </a:extLst>
              </a:tr>
              <a:tr h="306293">
                <a:tc>
                  <a:txBody>
                    <a:bodyPr/>
                    <a:lstStyle/>
                    <a:p>
                      <a:pPr marL="0" marR="0">
                        <a:spcBef>
                          <a:spcPts val="0"/>
                        </a:spcBef>
                        <a:spcAft>
                          <a:spcPts val="0"/>
                        </a:spcAft>
                      </a:pPr>
                      <a:endParaRPr lang="en-US" sz="2000" dirty="0">
                        <a:latin typeface="Times New Roman" pitchFamily="18" charset="0"/>
                        <a:ea typeface="Times New Roman"/>
                        <a:cs typeface="Times New Roman" pitchFamily="18" charset="0"/>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endParaRPr lang="en-US" sz="2000">
                        <a:latin typeface="Times New Roman" pitchFamily="18" charset="0"/>
                        <a:ea typeface="Times New Roman"/>
                        <a:cs typeface="Times New Roman" pitchFamily="18" charset="0"/>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388638">
                <a:tc>
                  <a:txBody>
                    <a:bodyPr/>
                    <a:lstStyle/>
                    <a:p>
                      <a:pPr marL="50800" marR="0">
                        <a:spcBef>
                          <a:spcPts val="0"/>
                        </a:spcBef>
                        <a:spcAft>
                          <a:spcPts val="0"/>
                        </a:spcAft>
                      </a:pPr>
                      <a:r>
                        <a:rPr lang="en-US" sz="2000" dirty="0">
                          <a:latin typeface="Times New Roman" pitchFamily="18" charset="0"/>
                          <a:ea typeface="Times New Roman"/>
                          <a:cs typeface="Times New Roman" pitchFamily="18" charset="0"/>
                        </a:rPr>
                        <a:t>R </a:t>
                      </a:r>
                      <a:r>
                        <a:rPr lang="en-US" sz="2000" dirty="0">
                          <a:latin typeface="Times New Roman" pitchFamily="18" charset="0"/>
                          <a:ea typeface="Arial"/>
                          <a:cs typeface="Times New Roman" pitchFamily="18" charset="0"/>
                        </a:rPr>
                        <a:t>←</a:t>
                      </a:r>
                      <a:r>
                        <a:rPr lang="en-US" sz="2000" dirty="0">
                          <a:latin typeface="Times New Roman" pitchFamily="18" charset="0"/>
                          <a:ea typeface="Times New Roman"/>
                          <a:cs typeface="Times New Roman" pitchFamily="18" charset="0"/>
                        </a:rPr>
                        <a:t>  </a:t>
                      </a:r>
                      <a:r>
                        <a:rPr lang="en-US" sz="2000" dirty="0" err="1">
                          <a:latin typeface="Times New Roman" pitchFamily="18" charset="0"/>
                          <a:ea typeface="Times New Roman"/>
                          <a:cs typeface="Times New Roman" pitchFamily="18" charset="0"/>
                        </a:rPr>
                        <a:t>shl</a:t>
                      </a:r>
                      <a:r>
                        <a:rPr lang="en-US" sz="2000" dirty="0">
                          <a:latin typeface="Times New Roman" pitchFamily="18" charset="0"/>
                          <a:ea typeface="Times New Roman"/>
                          <a:cs typeface="Times New Roman" pitchFamily="18" charset="0"/>
                        </a:rPr>
                        <a:t> R</a:t>
                      </a:r>
                      <a:endParaRPr lang="en-US" sz="2000" dirty="0">
                        <a:latin typeface="Times New Roman" pitchFamily="18" charset="0"/>
                        <a:ea typeface="Calibri"/>
                        <a:cs typeface="Times New Roman" pitchFamily="18" charset="0"/>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marL="38100" marR="0">
                        <a:spcBef>
                          <a:spcPts val="0"/>
                        </a:spcBef>
                        <a:spcAft>
                          <a:spcPts val="0"/>
                        </a:spcAft>
                      </a:pPr>
                      <a:r>
                        <a:rPr lang="en-US" sz="2000">
                          <a:latin typeface="Times New Roman" pitchFamily="18" charset="0"/>
                          <a:ea typeface="Times New Roman"/>
                          <a:cs typeface="Times New Roman" pitchFamily="18" charset="0"/>
                        </a:rPr>
                        <a:t>Shift-left register R</a:t>
                      </a:r>
                      <a:endParaRPr lang="en-US" sz="2000">
                        <a:latin typeface="Times New Roman" pitchFamily="18" charset="0"/>
                        <a:ea typeface="Calibri"/>
                        <a:cs typeface="Times New Roman" pitchFamily="18" charset="0"/>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2"/>
                  </a:ext>
                </a:extLst>
              </a:tr>
              <a:tr h="306293">
                <a:tc>
                  <a:txBody>
                    <a:bodyPr/>
                    <a:lstStyle/>
                    <a:p>
                      <a:pPr marL="0" marR="0">
                        <a:spcBef>
                          <a:spcPts val="0"/>
                        </a:spcBef>
                        <a:spcAft>
                          <a:spcPts val="0"/>
                        </a:spcAft>
                      </a:pPr>
                      <a:endParaRPr lang="en-US" sz="2000" dirty="0">
                        <a:latin typeface="Times New Roman" pitchFamily="18" charset="0"/>
                        <a:ea typeface="Times New Roman"/>
                        <a:cs typeface="Times New Roman" pitchFamily="18" charset="0"/>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endParaRPr lang="en-US" sz="2000">
                        <a:latin typeface="Times New Roman" pitchFamily="18" charset="0"/>
                        <a:ea typeface="Times New Roman"/>
                        <a:cs typeface="Times New Roman" pitchFamily="18" charset="0"/>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388638">
                <a:tc>
                  <a:txBody>
                    <a:bodyPr/>
                    <a:lstStyle/>
                    <a:p>
                      <a:pPr marL="50800" marR="0">
                        <a:spcBef>
                          <a:spcPts val="0"/>
                        </a:spcBef>
                        <a:spcAft>
                          <a:spcPts val="0"/>
                        </a:spcAft>
                      </a:pPr>
                      <a:r>
                        <a:rPr lang="en-US" sz="2000" dirty="0">
                          <a:latin typeface="Times New Roman" pitchFamily="18" charset="0"/>
                          <a:ea typeface="Times New Roman"/>
                          <a:cs typeface="Times New Roman" pitchFamily="18" charset="0"/>
                        </a:rPr>
                        <a:t>R </a:t>
                      </a:r>
                      <a:r>
                        <a:rPr lang="en-US" sz="2000" dirty="0">
                          <a:latin typeface="Times New Roman" pitchFamily="18" charset="0"/>
                          <a:ea typeface="Arial"/>
                          <a:cs typeface="Times New Roman" pitchFamily="18" charset="0"/>
                        </a:rPr>
                        <a:t>←</a:t>
                      </a:r>
                      <a:r>
                        <a:rPr lang="en-US" sz="2000" dirty="0">
                          <a:latin typeface="Times New Roman" pitchFamily="18" charset="0"/>
                          <a:ea typeface="Times New Roman"/>
                          <a:cs typeface="Times New Roman" pitchFamily="18" charset="0"/>
                        </a:rPr>
                        <a:t>  </a:t>
                      </a:r>
                      <a:r>
                        <a:rPr lang="en-US" sz="2000" dirty="0" err="1">
                          <a:latin typeface="Times New Roman" pitchFamily="18" charset="0"/>
                          <a:ea typeface="Times New Roman"/>
                          <a:cs typeface="Times New Roman" pitchFamily="18" charset="0"/>
                        </a:rPr>
                        <a:t>shr</a:t>
                      </a:r>
                      <a:r>
                        <a:rPr lang="en-US" sz="2000" dirty="0">
                          <a:latin typeface="Times New Roman" pitchFamily="18" charset="0"/>
                          <a:ea typeface="Times New Roman"/>
                          <a:cs typeface="Times New Roman" pitchFamily="18" charset="0"/>
                        </a:rPr>
                        <a:t> R</a:t>
                      </a:r>
                      <a:endParaRPr lang="en-US" sz="2000" dirty="0">
                        <a:latin typeface="Times New Roman" pitchFamily="18" charset="0"/>
                        <a:ea typeface="Calibri"/>
                        <a:cs typeface="Times New Roman" pitchFamily="18" charset="0"/>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marL="38100" marR="0">
                        <a:spcBef>
                          <a:spcPts val="0"/>
                        </a:spcBef>
                        <a:spcAft>
                          <a:spcPts val="0"/>
                        </a:spcAft>
                      </a:pPr>
                      <a:r>
                        <a:rPr lang="en-US" sz="2000">
                          <a:latin typeface="Times New Roman" pitchFamily="18" charset="0"/>
                          <a:ea typeface="Times New Roman"/>
                          <a:cs typeface="Times New Roman" pitchFamily="18" charset="0"/>
                        </a:rPr>
                        <a:t>Shift-right register R</a:t>
                      </a:r>
                      <a:endParaRPr lang="en-US" sz="2000">
                        <a:latin typeface="Times New Roman" pitchFamily="18" charset="0"/>
                        <a:ea typeface="Calibri"/>
                        <a:cs typeface="Times New Roman" pitchFamily="18" charset="0"/>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4"/>
                  </a:ext>
                </a:extLst>
              </a:tr>
              <a:tr h="306293">
                <a:tc>
                  <a:txBody>
                    <a:bodyPr/>
                    <a:lstStyle/>
                    <a:p>
                      <a:pPr marL="0" marR="0">
                        <a:spcBef>
                          <a:spcPts val="0"/>
                        </a:spcBef>
                        <a:spcAft>
                          <a:spcPts val="0"/>
                        </a:spcAft>
                      </a:pPr>
                      <a:endParaRPr lang="en-US" sz="2000" dirty="0">
                        <a:latin typeface="Times New Roman" pitchFamily="18" charset="0"/>
                        <a:ea typeface="Times New Roman"/>
                        <a:cs typeface="Times New Roman" pitchFamily="18" charset="0"/>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endParaRPr lang="en-US" sz="2000">
                        <a:latin typeface="Times New Roman" pitchFamily="18" charset="0"/>
                        <a:ea typeface="Times New Roman"/>
                        <a:cs typeface="Times New Roman" pitchFamily="18" charset="0"/>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r h="388638">
                <a:tc>
                  <a:txBody>
                    <a:bodyPr/>
                    <a:lstStyle/>
                    <a:p>
                      <a:pPr marL="50800" marR="0">
                        <a:spcBef>
                          <a:spcPts val="0"/>
                        </a:spcBef>
                        <a:spcAft>
                          <a:spcPts val="0"/>
                        </a:spcAft>
                      </a:pPr>
                      <a:r>
                        <a:rPr lang="en-US" sz="2000" dirty="0">
                          <a:latin typeface="Times New Roman" pitchFamily="18" charset="0"/>
                          <a:ea typeface="Times New Roman"/>
                          <a:cs typeface="Times New Roman" pitchFamily="18" charset="0"/>
                        </a:rPr>
                        <a:t>R </a:t>
                      </a:r>
                      <a:r>
                        <a:rPr lang="en-US" sz="2000" dirty="0">
                          <a:latin typeface="Times New Roman" pitchFamily="18" charset="0"/>
                          <a:ea typeface="Arial"/>
                          <a:cs typeface="Times New Roman" pitchFamily="18" charset="0"/>
                        </a:rPr>
                        <a:t>←</a:t>
                      </a:r>
                      <a:r>
                        <a:rPr lang="en-US" sz="2000" dirty="0">
                          <a:latin typeface="Times New Roman" pitchFamily="18" charset="0"/>
                          <a:ea typeface="Times New Roman"/>
                          <a:cs typeface="Times New Roman" pitchFamily="18" charset="0"/>
                        </a:rPr>
                        <a:t>  </a:t>
                      </a:r>
                      <a:r>
                        <a:rPr lang="en-US" sz="2000" dirty="0" err="1">
                          <a:latin typeface="Times New Roman" pitchFamily="18" charset="0"/>
                          <a:ea typeface="Times New Roman"/>
                          <a:cs typeface="Times New Roman" pitchFamily="18" charset="0"/>
                        </a:rPr>
                        <a:t>cil</a:t>
                      </a:r>
                      <a:r>
                        <a:rPr lang="en-US" sz="2000" dirty="0">
                          <a:latin typeface="Times New Roman" pitchFamily="18" charset="0"/>
                          <a:ea typeface="Times New Roman"/>
                          <a:cs typeface="Times New Roman" pitchFamily="18" charset="0"/>
                        </a:rPr>
                        <a:t> R</a:t>
                      </a:r>
                      <a:endParaRPr lang="en-US" sz="2000" dirty="0">
                        <a:latin typeface="Times New Roman" pitchFamily="18" charset="0"/>
                        <a:ea typeface="Calibri"/>
                        <a:cs typeface="Times New Roman" pitchFamily="18" charset="0"/>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marL="38100" marR="0">
                        <a:spcBef>
                          <a:spcPts val="0"/>
                        </a:spcBef>
                        <a:spcAft>
                          <a:spcPts val="0"/>
                        </a:spcAft>
                      </a:pPr>
                      <a:r>
                        <a:rPr lang="en-US" sz="2000">
                          <a:latin typeface="Times New Roman" pitchFamily="18" charset="0"/>
                          <a:ea typeface="Times New Roman"/>
                          <a:cs typeface="Times New Roman" pitchFamily="18" charset="0"/>
                        </a:rPr>
                        <a:t>Circular shift-left register R</a:t>
                      </a:r>
                      <a:endParaRPr lang="en-US" sz="2000">
                        <a:latin typeface="Times New Roman" pitchFamily="18" charset="0"/>
                        <a:ea typeface="Calibri"/>
                        <a:cs typeface="Times New Roman" pitchFamily="18" charset="0"/>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6"/>
                  </a:ext>
                </a:extLst>
              </a:tr>
              <a:tr h="463030">
                <a:tc>
                  <a:txBody>
                    <a:bodyPr/>
                    <a:lstStyle/>
                    <a:p>
                      <a:pPr marL="0" marR="0">
                        <a:spcBef>
                          <a:spcPts val="0"/>
                        </a:spcBef>
                        <a:spcAft>
                          <a:spcPts val="0"/>
                        </a:spcAft>
                      </a:pPr>
                      <a:endParaRPr lang="en-US" sz="2000">
                        <a:latin typeface="Times New Roman" pitchFamily="18" charset="0"/>
                        <a:ea typeface="Times New Roman"/>
                        <a:cs typeface="Times New Roman" pitchFamily="18" charset="0"/>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endParaRPr lang="en-US" sz="2000" dirty="0">
                        <a:latin typeface="Times New Roman" pitchFamily="18" charset="0"/>
                        <a:ea typeface="Times New Roman"/>
                        <a:cs typeface="Times New Roman" pitchFamily="18" charset="0"/>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7"/>
                  </a:ext>
                </a:extLst>
              </a:tr>
              <a:tr h="388638">
                <a:tc>
                  <a:txBody>
                    <a:bodyPr/>
                    <a:lstStyle/>
                    <a:p>
                      <a:pPr marL="50800" marR="0">
                        <a:spcBef>
                          <a:spcPts val="0"/>
                        </a:spcBef>
                        <a:spcAft>
                          <a:spcPts val="0"/>
                        </a:spcAft>
                      </a:pPr>
                      <a:r>
                        <a:rPr lang="en-US" sz="2000">
                          <a:latin typeface="Times New Roman" pitchFamily="18" charset="0"/>
                          <a:ea typeface="Times New Roman"/>
                          <a:cs typeface="Times New Roman" pitchFamily="18" charset="0"/>
                        </a:rPr>
                        <a:t>R </a:t>
                      </a:r>
                      <a:r>
                        <a:rPr lang="en-US" sz="2000">
                          <a:latin typeface="Times New Roman" pitchFamily="18" charset="0"/>
                          <a:ea typeface="Arial"/>
                          <a:cs typeface="Times New Roman" pitchFamily="18" charset="0"/>
                        </a:rPr>
                        <a:t>←</a:t>
                      </a:r>
                      <a:r>
                        <a:rPr lang="en-US" sz="2000">
                          <a:latin typeface="Times New Roman" pitchFamily="18" charset="0"/>
                          <a:ea typeface="Times New Roman"/>
                          <a:cs typeface="Times New Roman" pitchFamily="18" charset="0"/>
                        </a:rPr>
                        <a:t>  cir R</a:t>
                      </a:r>
                      <a:endParaRPr lang="en-US" sz="2000">
                        <a:latin typeface="Times New Roman" pitchFamily="18" charset="0"/>
                        <a:ea typeface="Calibri"/>
                        <a:cs typeface="Times New Roman" pitchFamily="18" charset="0"/>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marL="38100" marR="0">
                        <a:spcBef>
                          <a:spcPts val="0"/>
                        </a:spcBef>
                        <a:spcAft>
                          <a:spcPts val="0"/>
                        </a:spcAft>
                      </a:pPr>
                      <a:r>
                        <a:rPr lang="en-US" sz="2000" dirty="0">
                          <a:latin typeface="Times New Roman" pitchFamily="18" charset="0"/>
                          <a:ea typeface="Times New Roman"/>
                          <a:cs typeface="Times New Roman" pitchFamily="18" charset="0"/>
                        </a:rPr>
                        <a:t>Circular shift-right register R</a:t>
                      </a:r>
                      <a:endParaRPr lang="en-US" sz="2000" dirty="0">
                        <a:latin typeface="Times New Roman" pitchFamily="18" charset="0"/>
                        <a:ea typeface="Calibri"/>
                        <a:cs typeface="Times New Roman" pitchFamily="18" charset="0"/>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08"/>
                  </a:ext>
                </a:extLst>
              </a:tr>
              <a:tr h="465597">
                <a:tc>
                  <a:txBody>
                    <a:bodyPr/>
                    <a:lstStyle/>
                    <a:p>
                      <a:pPr marL="0" marR="0">
                        <a:spcBef>
                          <a:spcPts val="0"/>
                        </a:spcBef>
                        <a:spcAft>
                          <a:spcPts val="0"/>
                        </a:spcAft>
                      </a:pPr>
                      <a:endParaRPr lang="en-US" sz="2000">
                        <a:latin typeface="Times New Roman" pitchFamily="18" charset="0"/>
                        <a:ea typeface="Times New Roman"/>
                        <a:cs typeface="Times New Roman" pitchFamily="18" charset="0"/>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endParaRPr lang="en-US" sz="2000" dirty="0">
                        <a:latin typeface="Times New Roman" pitchFamily="18" charset="0"/>
                        <a:ea typeface="Times New Roman"/>
                        <a:cs typeface="Times New Roman" pitchFamily="18" charset="0"/>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9"/>
                  </a:ext>
                </a:extLst>
              </a:tr>
              <a:tr h="388638">
                <a:tc>
                  <a:txBody>
                    <a:bodyPr/>
                    <a:lstStyle/>
                    <a:p>
                      <a:pPr marL="50800" marR="0">
                        <a:spcBef>
                          <a:spcPts val="0"/>
                        </a:spcBef>
                        <a:spcAft>
                          <a:spcPts val="0"/>
                        </a:spcAft>
                      </a:pPr>
                      <a:r>
                        <a:rPr lang="en-US" sz="2000">
                          <a:latin typeface="Times New Roman" pitchFamily="18" charset="0"/>
                          <a:ea typeface="Times New Roman"/>
                          <a:cs typeface="Times New Roman" pitchFamily="18" charset="0"/>
                        </a:rPr>
                        <a:t>R </a:t>
                      </a:r>
                      <a:r>
                        <a:rPr lang="en-US" sz="2000">
                          <a:latin typeface="Times New Roman" pitchFamily="18" charset="0"/>
                          <a:ea typeface="Arial"/>
                          <a:cs typeface="Times New Roman" pitchFamily="18" charset="0"/>
                        </a:rPr>
                        <a:t>←</a:t>
                      </a:r>
                      <a:r>
                        <a:rPr lang="en-US" sz="2000">
                          <a:latin typeface="Times New Roman" pitchFamily="18" charset="0"/>
                          <a:ea typeface="Times New Roman"/>
                          <a:cs typeface="Times New Roman" pitchFamily="18" charset="0"/>
                        </a:rPr>
                        <a:t>  ashl R</a:t>
                      </a:r>
                      <a:endParaRPr lang="en-US" sz="2000">
                        <a:latin typeface="Times New Roman" pitchFamily="18" charset="0"/>
                        <a:ea typeface="Calibri"/>
                        <a:cs typeface="Times New Roman" pitchFamily="18" charset="0"/>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a:txBody>
                    <a:bodyPr/>
                    <a:lstStyle/>
                    <a:p>
                      <a:pPr marL="38100" marR="0">
                        <a:spcBef>
                          <a:spcPts val="0"/>
                        </a:spcBef>
                        <a:spcAft>
                          <a:spcPts val="0"/>
                        </a:spcAft>
                      </a:pPr>
                      <a:r>
                        <a:rPr lang="en-US" sz="2000" dirty="0">
                          <a:latin typeface="Times New Roman" pitchFamily="18" charset="0"/>
                          <a:ea typeface="Times New Roman"/>
                          <a:cs typeface="Times New Roman" pitchFamily="18" charset="0"/>
                        </a:rPr>
                        <a:t>Arithmetic Shift-left register R</a:t>
                      </a:r>
                      <a:endParaRPr lang="en-US" sz="2000" dirty="0">
                        <a:latin typeface="Times New Roman" pitchFamily="18" charset="0"/>
                        <a:ea typeface="Calibri"/>
                        <a:cs typeface="Times New Roman" pitchFamily="18" charset="0"/>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10010"/>
                  </a:ext>
                </a:extLst>
              </a:tr>
              <a:tr h="463030">
                <a:tc>
                  <a:txBody>
                    <a:bodyPr/>
                    <a:lstStyle/>
                    <a:p>
                      <a:pPr marL="0" marR="0">
                        <a:spcBef>
                          <a:spcPts val="0"/>
                        </a:spcBef>
                        <a:spcAft>
                          <a:spcPts val="0"/>
                        </a:spcAft>
                      </a:pPr>
                      <a:endParaRPr lang="en-US" sz="2000">
                        <a:latin typeface="Times New Roman" pitchFamily="18" charset="0"/>
                        <a:ea typeface="Times New Roman"/>
                        <a:cs typeface="Times New Roman" pitchFamily="18" charset="0"/>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endParaRPr lang="en-US" sz="2000" dirty="0">
                        <a:latin typeface="Times New Roman" pitchFamily="18" charset="0"/>
                        <a:ea typeface="Times New Roman"/>
                        <a:cs typeface="Times New Roman" pitchFamily="18" charset="0"/>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1"/>
                  </a:ext>
                </a:extLst>
              </a:tr>
              <a:tr h="428400">
                <a:tc>
                  <a:txBody>
                    <a:bodyPr/>
                    <a:lstStyle/>
                    <a:p>
                      <a:pPr marL="50800" marR="0">
                        <a:spcBef>
                          <a:spcPts val="0"/>
                        </a:spcBef>
                        <a:spcAft>
                          <a:spcPts val="0"/>
                        </a:spcAft>
                      </a:pPr>
                      <a:r>
                        <a:rPr lang="en-US" sz="2000">
                          <a:latin typeface="Times New Roman" pitchFamily="18" charset="0"/>
                          <a:ea typeface="Times New Roman"/>
                          <a:cs typeface="Times New Roman" pitchFamily="18" charset="0"/>
                        </a:rPr>
                        <a:t>R </a:t>
                      </a:r>
                      <a:r>
                        <a:rPr lang="en-US" sz="2000">
                          <a:latin typeface="Times New Roman" pitchFamily="18" charset="0"/>
                          <a:ea typeface="Arial"/>
                          <a:cs typeface="Times New Roman" pitchFamily="18" charset="0"/>
                        </a:rPr>
                        <a:t>←</a:t>
                      </a:r>
                      <a:r>
                        <a:rPr lang="en-US" sz="2000">
                          <a:latin typeface="Times New Roman" pitchFamily="18" charset="0"/>
                          <a:ea typeface="Times New Roman"/>
                          <a:cs typeface="Times New Roman" pitchFamily="18" charset="0"/>
                        </a:rPr>
                        <a:t>  ashr R</a:t>
                      </a:r>
                      <a:endParaRPr lang="en-US" sz="2000">
                        <a:latin typeface="Times New Roman" pitchFamily="18" charset="0"/>
                        <a:ea typeface="Calibri"/>
                        <a:cs typeface="Times New Roman" pitchFamily="18" charset="0"/>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8100" marR="0">
                        <a:spcBef>
                          <a:spcPts val="0"/>
                        </a:spcBef>
                        <a:spcAft>
                          <a:spcPts val="0"/>
                        </a:spcAft>
                      </a:pPr>
                      <a:r>
                        <a:rPr lang="en-US" sz="2000" dirty="0">
                          <a:latin typeface="Times New Roman" pitchFamily="18" charset="0"/>
                          <a:ea typeface="Times New Roman"/>
                          <a:cs typeface="Times New Roman" pitchFamily="18" charset="0"/>
                        </a:rPr>
                        <a:t>Arithmetic Shift-right register R</a:t>
                      </a:r>
                      <a:endParaRPr lang="en-US" sz="2000" dirty="0">
                        <a:latin typeface="Times New Roman" pitchFamily="18" charset="0"/>
                        <a:ea typeface="Calibri"/>
                        <a:cs typeface="Times New Roman" pitchFamily="18" charset="0"/>
                      </a:endParaRPr>
                    </a:p>
                  </a:txBody>
                  <a:tcPr marL="0" marR="0" marT="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12"/>
                  </a:ext>
                </a:extLst>
              </a:tr>
            </a:tbl>
          </a:graphicData>
        </a:graphic>
      </p:graphicFrame>
    </p:spTree>
    <p:extLst>
      <p:ext uri="{BB962C8B-B14F-4D97-AF65-F5344CB8AC3E}">
        <p14:creationId xmlns:p14="http://schemas.microsoft.com/office/powerpoint/2010/main" val="19353361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Title 1"/>
          <p:cNvSpPr>
            <a:spLocks noGrp="1"/>
          </p:cNvSpPr>
          <p:nvPr>
            <p:ph type="title"/>
          </p:nvPr>
        </p:nvSpPr>
        <p:spPr/>
        <p:txBody>
          <a:bodyPr/>
          <a:lstStyle/>
          <a:p>
            <a:pPr eaLnBrk="1" hangingPunct="1"/>
            <a:r>
              <a:rPr lang="en-IN" altLang="en-US" sz="4000">
                <a:latin typeface="Times New Roman" panose="02020603050405020304" pitchFamily="18" charset="0"/>
                <a:cs typeface="Times New Roman" panose="02020603050405020304" pitchFamily="18" charset="0"/>
              </a:rPr>
              <a:t>Logical Shift </a:t>
            </a:r>
          </a:p>
        </p:txBody>
      </p:sp>
      <p:sp>
        <p:nvSpPr>
          <p:cNvPr id="80899" name="Content Placeholder 2"/>
          <p:cNvSpPr>
            <a:spLocks noGrp="1"/>
          </p:cNvSpPr>
          <p:nvPr>
            <p:ph sz="quarter" idx="1"/>
          </p:nvPr>
        </p:nvSpPr>
        <p:spPr>
          <a:xfrm>
            <a:off x="1825625" y="1527175"/>
            <a:ext cx="8504238" cy="4572000"/>
          </a:xfrm>
        </p:spPr>
        <p:txBody>
          <a:bodyPr/>
          <a:lstStyle/>
          <a:p>
            <a:pPr eaLnBrk="1" hangingPunct="1"/>
            <a:r>
              <a:rPr lang="en-IN" altLang="en-US" sz="2800">
                <a:latin typeface="Times New Roman" panose="02020603050405020304" pitchFamily="18" charset="0"/>
                <a:cs typeface="Times New Roman" panose="02020603050405020304" pitchFamily="18" charset="0"/>
              </a:rPr>
              <a:t>The standard logical shifts shift all bits one bit position to the left or right and place a 0 in the leftmost or rightmost position, respectively.</a:t>
            </a:r>
          </a:p>
          <a:p>
            <a:pPr eaLnBrk="1" hangingPunct="1"/>
            <a:endParaRPr lang="en-IN" altLang="en-US" sz="2800">
              <a:latin typeface="Times New Roman" panose="02020603050405020304" pitchFamily="18" charset="0"/>
              <a:cs typeface="Times New Roman" panose="02020603050405020304" pitchFamily="18" charset="0"/>
            </a:endParaRPr>
          </a:p>
          <a:p>
            <a:pPr eaLnBrk="1" hangingPunct="1"/>
            <a:r>
              <a:rPr lang="en-IN" altLang="en-US" sz="2800">
                <a:latin typeface="Times New Roman" panose="02020603050405020304" pitchFamily="18" charset="0"/>
                <a:cs typeface="Times New Roman" panose="02020603050405020304" pitchFamily="18" charset="0"/>
              </a:rPr>
              <a:t>It can be defined in RTL by:</a:t>
            </a:r>
          </a:p>
          <a:p>
            <a:pPr eaLnBrk="1" hangingPunct="1"/>
            <a:r>
              <a:rPr lang="en-IN" altLang="en-US" sz="2800">
                <a:latin typeface="Times New Roman" panose="02020603050405020304" pitchFamily="18" charset="0"/>
                <a:cs typeface="Times New Roman" panose="02020603050405020304" pitchFamily="18" charset="0"/>
              </a:rPr>
              <a:t>R←shl R                  shift-left register R</a:t>
            </a:r>
          </a:p>
          <a:p>
            <a:pPr eaLnBrk="1" hangingPunct="1"/>
            <a:r>
              <a:rPr lang="en-IN" altLang="en-US" sz="2800">
                <a:latin typeface="Times New Roman" panose="02020603050405020304" pitchFamily="18" charset="0"/>
                <a:cs typeface="Times New Roman" panose="02020603050405020304" pitchFamily="18" charset="0"/>
              </a:rPr>
              <a:t>R←shr R                shift-right register R</a:t>
            </a:r>
          </a:p>
          <a:p>
            <a:pPr eaLnBrk="1" hangingPunct="1"/>
            <a:endParaRPr lang="en-IN" altLang="en-US" smtClean="0"/>
          </a:p>
        </p:txBody>
      </p:sp>
    </p:spTree>
    <p:extLst>
      <p:ext uri="{BB962C8B-B14F-4D97-AF65-F5344CB8AC3E}">
        <p14:creationId xmlns:p14="http://schemas.microsoft.com/office/powerpoint/2010/main" val="227011120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0899">
                                            <p:txEl>
                                              <p:pRg st="0" end="0"/>
                                            </p:txEl>
                                          </p:spTgt>
                                        </p:tgtEl>
                                        <p:attrNameLst>
                                          <p:attrName>style.visibility</p:attrName>
                                        </p:attrNameLst>
                                      </p:cBhvr>
                                      <p:to>
                                        <p:strVal val="visible"/>
                                      </p:to>
                                    </p:set>
                                    <p:anim calcmode="lin" valueType="num">
                                      <p:cBhvr additive="base">
                                        <p:cTn id="7" dur="500" fill="hold"/>
                                        <p:tgtEl>
                                          <p:spTgt spid="8089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089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0899">
                                            <p:txEl>
                                              <p:pRg st="2" end="2"/>
                                            </p:txEl>
                                          </p:spTgt>
                                        </p:tgtEl>
                                        <p:attrNameLst>
                                          <p:attrName>style.visibility</p:attrName>
                                        </p:attrNameLst>
                                      </p:cBhvr>
                                      <p:to>
                                        <p:strVal val="visible"/>
                                      </p:to>
                                    </p:set>
                                    <p:anim calcmode="lin" valueType="num">
                                      <p:cBhvr additive="base">
                                        <p:cTn id="13" dur="500" fill="hold"/>
                                        <p:tgtEl>
                                          <p:spTgt spid="80899">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8089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80899">
                                            <p:txEl>
                                              <p:pRg st="3" end="3"/>
                                            </p:txEl>
                                          </p:spTgt>
                                        </p:tgtEl>
                                        <p:attrNameLst>
                                          <p:attrName>style.visibility</p:attrName>
                                        </p:attrNameLst>
                                      </p:cBhvr>
                                      <p:to>
                                        <p:strVal val="visible"/>
                                      </p:to>
                                    </p:set>
                                    <p:anim calcmode="lin" valueType="num">
                                      <p:cBhvr additive="base">
                                        <p:cTn id="19" dur="500" fill="hold"/>
                                        <p:tgtEl>
                                          <p:spTgt spid="80899">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8089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80899">
                                            <p:txEl>
                                              <p:pRg st="4" end="4"/>
                                            </p:txEl>
                                          </p:spTgt>
                                        </p:tgtEl>
                                        <p:attrNameLst>
                                          <p:attrName>style.visibility</p:attrName>
                                        </p:attrNameLst>
                                      </p:cBhvr>
                                      <p:to>
                                        <p:strVal val="visible"/>
                                      </p:to>
                                    </p:set>
                                    <p:anim calcmode="lin" valueType="num">
                                      <p:cBhvr additive="base">
                                        <p:cTn id="25" dur="500" fill="hold"/>
                                        <p:tgtEl>
                                          <p:spTgt spid="80899">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80899">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899"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Title 1"/>
          <p:cNvSpPr>
            <a:spLocks noGrp="1"/>
          </p:cNvSpPr>
          <p:nvPr>
            <p:ph type="title"/>
          </p:nvPr>
        </p:nvSpPr>
        <p:spPr/>
        <p:txBody>
          <a:bodyPr/>
          <a:lstStyle/>
          <a:p>
            <a:pPr eaLnBrk="1" hangingPunct="1"/>
            <a:r>
              <a:rPr lang="en-IN" altLang="en-US" smtClean="0">
                <a:solidFill>
                  <a:srgbClr val="7B9899"/>
                </a:solidFill>
              </a:rPr>
              <a:t>example</a:t>
            </a:r>
          </a:p>
        </p:txBody>
      </p:sp>
      <p:pic>
        <p:nvPicPr>
          <p:cNvPr id="77827" name="Picture 2"/>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a:xfrm>
            <a:off x="1828800" y="1600200"/>
            <a:ext cx="8610600" cy="5257800"/>
          </a:xfrm>
        </p:spPr>
      </p:pic>
    </p:spTree>
    <p:extLst>
      <p:ext uri="{BB962C8B-B14F-4D97-AF65-F5344CB8AC3E}">
        <p14:creationId xmlns:p14="http://schemas.microsoft.com/office/powerpoint/2010/main" val="119546601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77827"/>
                                        </p:tgtEl>
                                        <p:attrNameLst>
                                          <p:attrName>style.visibility</p:attrName>
                                        </p:attrNameLst>
                                      </p:cBhvr>
                                      <p:to>
                                        <p:strVal val="visible"/>
                                      </p:to>
                                    </p:set>
                                    <p:anim calcmode="lin" valueType="num">
                                      <p:cBhvr additive="base">
                                        <p:cTn id="7" dur="500" fill="hold"/>
                                        <p:tgtEl>
                                          <p:spTgt spid="77827"/>
                                        </p:tgtEl>
                                        <p:attrNameLst>
                                          <p:attrName>ppt_x</p:attrName>
                                        </p:attrNameLst>
                                      </p:cBhvr>
                                      <p:tavLst>
                                        <p:tav tm="0">
                                          <p:val>
                                            <p:strVal val="#ppt_x"/>
                                          </p:val>
                                        </p:tav>
                                        <p:tav tm="100000">
                                          <p:val>
                                            <p:strVal val="#ppt_x"/>
                                          </p:val>
                                        </p:tav>
                                      </p:tavLst>
                                    </p:anim>
                                    <p:anim calcmode="lin" valueType="num">
                                      <p:cBhvr additive="base">
                                        <p:cTn id="8" dur="500" fill="hold"/>
                                        <p:tgtEl>
                                          <p:spTgt spid="7782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Title 1"/>
          <p:cNvSpPr>
            <a:spLocks noGrp="1"/>
          </p:cNvSpPr>
          <p:nvPr>
            <p:ph type="title"/>
          </p:nvPr>
        </p:nvSpPr>
        <p:spPr>
          <a:xfrm>
            <a:off x="1828800" y="152400"/>
            <a:ext cx="8229600" cy="1143000"/>
          </a:xfrm>
        </p:spPr>
        <p:txBody>
          <a:bodyPr/>
          <a:lstStyle/>
          <a:p>
            <a:pPr eaLnBrk="1" hangingPunct="1"/>
            <a:r>
              <a:rPr lang="en-IN" altLang="en-US" sz="4000">
                <a:latin typeface="Times New Roman" panose="02020603050405020304" pitchFamily="18" charset="0"/>
                <a:cs typeface="Times New Roman" panose="02020603050405020304" pitchFamily="18" charset="0"/>
              </a:rPr>
              <a:t>Circular shift</a:t>
            </a:r>
          </a:p>
        </p:txBody>
      </p:sp>
      <p:sp>
        <p:nvSpPr>
          <p:cNvPr id="3" name="Content Placeholder 2"/>
          <p:cNvSpPr>
            <a:spLocks noGrp="1"/>
          </p:cNvSpPr>
          <p:nvPr>
            <p:ph sz="quarter" idx="1"/>
          </p:nvPr>
        </p:nvSpPr>
        <p:spPr>
          <a:xfrm>
            <a:off x="1825625" y="1527175"/>
            <a:ext cx="8504238" cy="4572000"/>
          </a:xfrm>
        </p:spPr>
        <p:txBody>
          <a:bodyPr/>
          <a:lstStyle/>
          <a:p>
            <a:pPr marL="273050" indent="-273050" eaLnBrk="1" hangingPunct="1">
              <a:buFont typeface="Wingdings 2" panose="05020102010507070707" pitchFamily="18" charset="2"/>
              <a:buChar char=""/>
            </a:pPr>
            <a:r>
              <a:rPr lang="en-IN" altLang="en-US" sz="2800">
                <a:latin typeface="Times New Roman" panose="02020603050405020304" pitchFamily="18" charset="0"/>
                <a:cs typeface="Times New Roman" panose="02020603050405020304" pitchFamily="18" charset="0"/>
              </a:rPr>
              <a:t>The circular shift is also known as Rotate micro  operation. It circulates the bit around both ends without any loss of information.</a:t>
            </a:r>
          </a:p>
          <a:p>
            <a:pPr marL="273050" indent="-273050" eaLnBrk="1" hangingPunct="1">
              <a:buFont typeface="Wingdings 2" panose="05020102010507070707" pitchFamily="18" charset="2"/>
              <a:buChar char=""/>
            </a:pPr>
            <a:r>
              <a:rPr lang="en-IN" altLang="en-US" sz="2800">
                <a:latin typeface="Times New Roman" panose="02020603050405020304" pitchFamily="18" charset="0"/>
                <a:cs typeface="Times New Roman" panose="02020603050405020304" pitchFamily="18" charset="0"/>
              </a:rPr>
              <a:t>It operate the same as a logical shifts except that instead of shifting a 0 into the end bit, the leftmost bit is shifted into the rightmost bit position on a CIL, and the rightmost bit is shifted into the leftmost bit position on a CIR.</a:t>
            </a:r>
          </a:p>
          <a:p>
            <a:pPr marL="273050" indent="-273050" eaLnBrk="1" hangingPunct="1">
              <a:buFont typeface="Wingdings 2" panose="05020102010507070707" pitchFamily="18" charset="2"/>
              <a:buChar char=""/>
            </a:pPr>
            <a:r>
              <a:rPr lang="en-IN" altLang="en-US" sz="2800">
                <a:latin typeface="Times New Roman" panose="02020603050405020304" pitchFamily="18" charset="0"/>
                <a:cs typeface="Times New Roman" panose="02020603050405020304" pitchFamily="18" charset="0"/>
              </a:rPr>
              <a:t>It can be defined in RTL by:</a:t>
            </a:r>
          </a:p>
          <a:p>
            <a:pPr marL="273050" indent="-273050" eaLnBrk="1" hangingPunct="1">
              <a:buNone/>
            </a:pPr>
            <a:r>
              <a:rPr lang="pt-BR" altLang="en-US" sz="2800">
                <a:latin typeface="Times New Roman" panose="02020603050405020304" pitchFamily="18" charset="0"/>
                <a:cs typeface="Times New Roman" panose="02020603050405020304" pitchFamily="18" charset="0"/>
              </a:rPr>
              <a:t>	R←cil l          circular shift-left register R</a:t>
            </a:r>
          </a:p>
          <a:p>
            <a:pPr marL="273050" indent="-273050" eaLnBrk="1" hangingPunct="1">
              <a:buNone/>
            </a:pPr>
            <a:r>
              <a:rPr lang="pt-BR" altLang="en-US" sz="2800">
                <a:latin typeface="Times New Roman" panose="02020603050405020304" pitchFamily="18" charset="0"/>
                <a:cs typeface="Times New Roman" panose="02020603050405020304" pitchFamily="18" charset="0"/>
              </a:rPr>
              <a:t>	R←cir r          circular shift-right register R</a:t>
            </a:r>
            <a:endParaRPr lang="en-IN" altLang="en-US" sz="2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1304153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Title 1"/>
          <p:cNvSpPr>
            <a:spLocks noGrp="1"/>
          </p:cNvSpPr>
          <p:nvPr>
            <p:ph type="title"/>
          </p:nvPr>
        </p:nvSpPr>
        <p:spPr/>
        <p:txBody>
          <a:bodyPr/>
          <a:lstStyle/>
          <a:p>
            <a:pPr eaLnBrk="1" hangingPunct="1"/>
            <a:r>
              <a:rPr lang="en-IN" altLang="en-US" smtClean="0">
                <a:solidFill>
                  <a:srgbClr val="7B9899"/>
                </a:solidFill>
              </a:rPr>
              <a:t>Circular shift</a:t>
            </a:r>
          </a:p>
        </p:txBody>
      </p:sp>
      <p:pic>
        <p:nvPicPr>
          <p:cNvPr id="82947" name="Picture 2"/>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a:xfrm>
            <a:off x="1752600" y="1600200"/>
            <a:ext cx="8534400" cy="4876800"/>
          </a:xfrm>
        </p:spPr>
      </p:pic>
    </p:spTree>
    <p:extLst>
      <p:ext uri="{BB962C8B-B14F-4D97-AF65-F5344CB8AC3E}">
        <p14:creationId xmlns:p14="http://schemas.microsoft.com/office/powerpoint/2010/main" val="147866082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82947"/>
                                        </p:tgtEl>
                                        <p:attrNameLst>
                                          <p:attrName>style.visibility</p:attrName>
                                        </p:attrNameLst>
                                      </p:cBhvr>
                                      <p:to>
                                        <p:strVal val="visible"/>
                                      </p:to>
                                    </p:set>
                                    <p:anim calcmode="lin" valueType="num">
                                      <p:cBhvr additive="base">
                                        <p:cTn id="7" dur="500" fill="hold"/>
                                        <p:tgtEl>
                                          <p:spTgt spid="82947"/>
                                        </p:tgtEl>
                                        <p:attrNameLst>
                                          <p:attrName>ppt_x</p:attrName>
                                        </p:attrNameLst>
                                      </p:cBhvr>
                                      <p:tavLst>
                                        <p:tav tm="0">
                                          <p:val>
                                            <p:strVal val="#ppt_x"/>
                                          </p:val>
                                        </p:tav>
                                        <p:tav tm="100000">
                                          <p:val>
                                            <p:strVal val="#ppt_x"/>
                                          </p:val>
                                        </p:tav>
                                      </p:tavLst>
                                    </p:anim>
                                    <p:anim calcmode="lin" valueType="num">
                                      <p:cBhvr additive="base">
                                        <p:cTn id="8" dur="500" fill="hold"/>
                                        <p:tgtEl>
                                          <p:spTgt spid="8294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Title 1"/>
          <p:cNvSpPr>
            <a:spLocks noGrp="1"/>
          </p:cNvSpPr>
          <p:nvPr>
            <p:ph type="title"/>
          </p:nvPr>
        </p:nvSpPr>
        <p:spPr/>
        <p:txBody>
          <a:bodyPr/>
          <a:lstStyle/>
          <a:p>
            <a:pPr eaLnBrk="1" hangingPunct="1"/>
            <a:r>
              <a:rPr lang="en-IN" altLang="en-US" sz="4000">
                <a:latin typeface="Times New Roman" panose="02020603050405020304" pitchFamily="18" charset="0"/>
                <a:cs typeface="Times New Roman" panose="02020603050405020304" pitchFamily="18" charset="0"/>
              </a:rPr>
              <a:t>Arithmetic shift</a:t>
            </a:r>
            <a:endParaRPr lang="en-IN" altLang="en-US" sz="4000">
              <a:solidFill>
                <a:srgbClr val="7B9899"/>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quarter" idx="1"/>
          </p:nvPr>
        </p:nvSpPr>
        <p:spPr>
          <a:xfrm>
            <a:off x="1825625" y="1527175"/>
            <a:ext cx="8504238" cy="4572000"/>
          </a:xfrm>
        </p:spPr>
        <p:txBody>
          <a:bodyPr/>
          <a:lstStyle/>
          <a:p>
            <a:pPr marL="273050" indent="-273050" eaLnBrk="1" hangingPunct="1">
              <a:buFont typeface="Wingdings 2" panose="05020102010507070707" pitchFamily="18" charset="2"/>
              <a:buChar char=""/>
            </a:pPr>
            <a:r>
              <a:rPr lang="en-IN" altLang="en-US" sz="2400">
                <a:latin typeface="Times New Roman" panose="02020603050405020304" pitchFamily="18" charset="0"/>
                <a:cs typeface="Times New Roman" panose="02020603050405020304" pitchFamily="18" charset="0"/>
              </a:rPr>
              <a:t>The arithmetic shift shifts a signed binary number to the left or right</a:t>
            </a:r>
          </a:p>
          <a:p>
            <a:pPr marL="273050" indent="-273050" eaLnBrk="1" hangingPunct="1">
              <a:buFont typeface="Wingdings 2" panose="05020102010507070707" pitchFamily="18" charset="2"/>
              <a:buChar char=""/>
            </a:pPr>
            <a:r>
              <a:rPr lang="en-IN" altLang="en-US" sz="2400">
                <a:latin typeface="Times New Roman" panose="02020603050405020304" pitchFamily="18" charset="0"/>
                <a:cs typeface="Times New Roman" panose="02020603050405020304" pitchFamily="18" charset="0"/>
              </a:rPr>
              <a:t>To the left is multiplying by 2, to the right is dividing by 2</a:t>
            </a:r>
          </a:p>
          <a:p>
            <a:pPr marL="273050" indent="-273050" eaLnBrk="1" hangingPunct="1">
              <a:buFont typeface="Wingdings 2" panose="05020102010507070707" pitchFamily="18" charset="2"/>
              <a:buChar char=""/>
            </a:pPr>
            <a:r>
              <a:rPr lang="en-IN" altLang="en-US" sz="2400">
                <a:latin typeface="Times New Roman" panose="02020603050405020304" pitchFamily="18" charset="0"/>
                <a:cs typeface="Times New Roman" panose="02020603050405020304" pitchFamily="18" charset="0"/>
              </a:rPr>
              <a:t>Arithmetic shifts must leave the sign bit unchanged</a:t>
            </a:r>
          </a:p>
          <a:p>
            <a:pPr marL="273050" indent="-273050" eaLnBrk="1" hangingPunct="1">
              <a:buFont typeface="Wingdings 2" panose="05020102010507070707" pitchFamily="18" charset="2"/>
              <a:buChar char=""/>
            </a:pPr>
            <a:r>
              <a:rPr lang="en-IN" altLang="en-US" sz="2400">
                <a:latin typeface="Times New Roman" panose="02020603050405020304" pitchFamily="18" charset="0"/>
                <a:cs typeface="Times New Roman" panose="02020603050405020304" pitchFamily="18" charset="0"/>
              </a:rPr>
              <a:t>Because the sign of the number remain same when it multiplied or divided by 2.</a:t>
            </a:r>
          </a:p>
          <a:p>
            <a:pPr marL="273050" indent="-273050" eaLnBrk="1" hangingPunct="1">
              <a:buFont typeface="Wingdings 2" panose="05020102010507070707" pitchFamily="18" charset="2"/>
              <a:buChar char=""/>
            </a:pPr>
            <a:r>
              <a:rPr lang="en-IN" altLang="en-US" sz="2400">
                <a:latin typeface="Times New Roman" panose="02020603050405020304" pitchFamily="18" charset="0"/>
                <a:cs typeface="Times New Roman" panose="02020603050405020304" pitchFamily="18" charset="0"/>
              </a:rPr>
              <a:t>The left bit hold the sign bit and others hold number</a:t>
            </a:r>
          </a:p>
          <a:p>
            <a:pPr marL="273050" indent="-273050" eaLnBrk="1" hangingPunct="1">
              <a:buFont typeface="Wingdings 2" panose="05020102010507070707" pitchFamily="18" charset="2"/>
              <a:buChar char=""/>
            </a:pPr>
            <a:r>
              <a:rPr lang="en-IN" altLang="en-US" sz="2400">
                <a:latin typeface="Times New Roman" panose="02020603050405020304" pitchFamily="18" charset="0"/>
                <a:cs typeface="Times New Roman" panose="02020603050405020304" pitchFamily="18" charset="0"/>
              </a:rPr>
              <a:t>The sign bit 0 for positive and 1 for negative </a:t>
            </a:r>
          </a:p>
          <a:p>
            <a:pPr marL="273050" indent="-273050" eaLnBrk="1" hangingPunct="1">
              <a:buFont typeface="Wingdings 2" panose="05020102010507070707" pitchFamily="18" charset="2"/>
              <a:buChar char=""/>
            </a:pPr>
            <a:r>
              <a:rPr lang="en-IN" altLang="en-US" sz="2400">
                <a:latin typeface="Times New Roman" panose="02020603050405020304" pitchFamily="18" charset="0"/>
                <a:cs typeface="Times New Roman" panose="02020603050405020304" pitchFamily="18" charset="0"/>
              </a:rPr>
              <a:t>It can be defined in RTL by:</a:t>
            </a:r>
          </a:p>
          <a:p>
            <a:pPr marL="273050" indent="-273050" eaLnBrk="1" hangingPunct="1">
              <a:buNone/>
            </a:pPr>
            <a:r>
              <a:rPr lang="en-IN" altLang="en-US" sz="2400">
                <a:latin typeface="Times New Roman" panose="02020603050405020304" pitchFamily="18" charset="0"/>
                <a:cs typeface="Times New Roman" panose="02020603050405020304" pitchFamily="18" charset="0"/>
              </a:rPr>
              <a:t>      R←ashl l              arithmetic shift-left register R</a:t>
            </a:r>
          </a:p>
          <a:p>
            <a:pPr marL="273050" indent="-273050" eaLnBrk="1" hangingPunct="1">
              <a:buNone/>
            </a:pPr>
            <a:r>
              <a:rPr lang="en-IN" altLang="en-US" sz="2400">
                <a:latin typeface="Times New Roman" panose="02020603050405020304" pitchFamily="18" charset="0"/>
                <a:cs typeface="Times New Roman" panose="02020603050405020304" pitchFamily="18" charset="0"/>
              </a:rPr>
              <a:t>      R←ashr r             arithmetic shift-right register R</a:t>
            </a:r>
          </a:p>
        </p:txBody>
      </p:sp>
    </p:spTree>
    <p:extLst>
      <p:ext uri="{BB962C8B-B14F-4D97-AF65-F5344CB8AC3E}">
        <p14:creationId xmlns:p14="http://schemas.microsoft.com/office/powerpoint/2010/main" val="284087400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anim calcmode="lin" valueType="num">
                                      <p:cBhvr additive="base">
                                        <p:cTn id="5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Title 1"/>
          <p:cNvSpPr>
            <a:spLocks noGrp="1"/>
          </p:cNvSpPr>
          <p:nvPr>
            <p:ph type="title"/>
          </p:nvPr>
        </p:nvSpPr>
        <p:spPr/>
        <p:txBody>
          <a:bodyPr/>
          <a:lstStyle/>
          <a:p>
            <a:pPr eaLnBrk="1" hangingPunct="1"/>
            <a:endParaRPr lang="en-IN" altLang="en-US" smtClean="0">
              <a:solidFill>
                <a:srgbClr val="7B9899"/>
              </a:solidFill>
            </a:endParaRPr>
          </a:p>
        </p:txBody>
      </p:sp>
      <p:pic>
        <p:nvPicPr>
          <p:cNvPr id="84995" name="Picture 2"/>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rcRect/>
          <a:stretch>
            <a:fillRect/>
          </a:stretch>
        </p:blipFill>
        <p:spPr>
          <a:xfrm>
            <a:off x="2133600" y="1447800"/>
            <a:ext cx="8229600" cy="1905000"/>
          </a:xfrm>
        </p:spPr>
      </p:pic>
    </p:spTree>
    <p:extLst>
      <p:ext uri="{BB962C8B-B14F-4D97-AF65-F5344CB8AC3E}">
        <p14:creationId xmlns:p14="http://schemas.microsoft.com/office/powerpoint/2010/main" val="392066792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84995"/>
                                        </p:tgtEl>
                                        <p:attrNameLst>
                                          <p:attrName>style.visibility</p:attrName>
                                        </p:attrNameLst>
                                      </p:cBhvr>
                                      <p:to>
                                        <p:strVal val="visible"/>
                                      </p:to>
                                    </p:set>
                                    <p:anim calcmode="lin" valueType="num">
                                      <p:cBhvr additive="base">
                                        <p:cTn id="7" dur="500" fill="hold"/>
                                        <p:tgtEl>
                                          <p:spTgt spid="84995"/>
                                        </p:tgtEl>
                                        <p:attrNameLst>
                                          <p:attrName>ppt_x</p:attrName>
                                        </p:attrNameLst>
                                      </p:cBhvr>
                                      <p:tavLst>
                                        <p:tav tm="0">
                                          <p:val>
                                            <p:strVal val="#ppt_x"/>
                                          </p:val>
                                        </p:tav>
                                        <p:tav tm="100000">
                                          <p:val>
                                            <p:strVal val="#ppt_x"/>
                                          </p:val>
                                        </p:tav>
                                      </p:tavLst>
                                    </p:anim>
                                    <p:anim calcmode="lin" valueType="num">
                                      <p:cBhvr additive="base">
                                        <p:cTn id="8" dur="500" fill="hold"/>
                                        <p:tgtEl>
                                          <p:spTgt spid="8499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Title 1"/>
          <p:cNvSpPr>
            <a:spLocks noGrp="1"/>
          </p:cNvSpPr>
          <p:nvPr>
            <p:ph type="title"/>
          </p:nvPr>
        </p:nvSpPr>
        <p:spPr/>
        <p:txBody>
          <a:bodyPr/>
          <a:lstStyle/>
          <a:p>
            <a:endParaRPr lang="en-US" altLang="en-US" smtClean="0"/>
          </a:p>
        </p:txBody>
      </p:sp>
      <p:sp>
        <p:nvSpPr>
          <p:cNvPr id="3" name="Content Placeholder 2"/>
          <p:cNvSpPr>
            <a:spLocks noGrp="1"/>
          </p:cNvSpPr>
          <p:nvPr>
            <p:ph idx="1"/>
          </p:nvPr>
        </p:nvSpPr>
        <p:spPr/>
        <p:txBody>
          <a:bodyPr/>
          <a:lstStyle/>
          <a:p>
            <a:pPr>
              <a:buFont typeface="Arial" panose="020B0604020202020204" pitchFamily="34" charset="0"/>
              <a:buNone/>
            </a:pPr>
            <a:r>
              <a:rPr lang="en-US" altLang="en-US" sz="2800">
                <a:latin typeface="Times New Roman" panose="02020603050405020304" pitchFamily="18" charset="0"/>
                <a:cs typeface="Times New Roman" panose="02020603050405020304" pitchFamily="18" charset="0"/>
              </a:rPr>
              <a:t> The basic computer has three instruction code formats: </a:t>
            </a:r>
          </a:p>
          <a:p>
            <a:pPr>
              <a:buFont typeface="Arial" panose="020B0604020202020204" pitchFamily="34" charset="0"/>
              <a:buNone/>
            </a:pPr>
            <a:endParaRPr lang="en-US" altLang="en-US" sz="2800">
              <a:latin typeface="Times New Roman" panose="02020603050405020304" pitchFamily="18" charset="0"/>
              <a:cs typeface="Times New Roman" panose="02020603050405020304" pitchFamily="18" charset="0"/>
            </a:endParaRPr>
          </a:p>
          <a:p>
            <a:pPr eaLnBrk="1" hangingPunct="1">
              <a:buFont typeface="Wingdings 2" panose="05020102010507070707" pitchFamily="18" charset="2"/>
              <a:buNone/>
            </a:pPr>
            <a:r>
              <a:rPr lang="en-US" altLang="en-US" sz="2800">
                <a:latin typeface="Times New Roman" panose="02020603050405020304" pitchFamily="18" charset="0"/>
                <a:cs typeface="Times New Roman" panose="02020603050405020304" pitchFamily="18" charset="0"/>
              </a:rPr>
              <a:t>1. Register Reference instruction</a:t>
            </a:r>
          </a:p>
          <a:p>
            <a:pPr eaLnBrk="1" hangingPunct="1">
              <a:buFont typeface="Wingdings 2" panose="05020102010507070707" pitchFamily="18" charset="2"/>
              <a:buNone/>
            </a:pPr>
            <a:r>
              <a:rPr lang="en-US" altLang="en-US" sz="2800">
                <a:latin typeface="Times New Roman" panose="02020603050405020304" pitchFamily="18" charset="0"/>
                <a:cs typeface="Times New Roman" panose="02020603050405020304" pitchFamily="18" charset="0"/>
              </a:rPr>
              <a:t>2. Memory Reference instructions</a:t>
            </a:r>
          </a:p>
          <a:p>
            <a:pPr eaLnBrk="1" hangingPunct="1">
              <a:buFont typeface="Wingdings 2" panose="05020102010507070707" pitchFamily="18" charset="2"/>
              <a:buNone/>
            </a:pPr>
            <a:r>
              <a:rPr lang="en-US" altLang="en-US" sz="2800">
                <a:latin typeface="Times New Roman" panose="02020603050405020304" pitchFamily="18" charset="0"/>
                <a:cs typeface="Times New Roman" panose="02020603050405020304" pitchFamily="18" charset="0"/>
              </a:rPr>
              <a:t>3.  Input –output instruction</a:t>
            </a:r>
          </a:p>
          <a:p>
            <a:endParaRPr lang="en-US" altLang="en-US" smtClean="0"/>
          </a:p>
        </p:txBody>
      </p:sp>
    </p:spTree>
    <p:extLst>
      <p:ext uri="{BB962C8B-B14F-4D97-AF65-F5344CB8AC3E}">
        <p14:creationId xmlns:p14="http://schemas.microsoft.com/office/powerpoint/2010/main" val="403848794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Title 1"/>
          <p:cNvSpPr>
            <a:spLocks noGrp="1"/>
          </p:cNvSpPr>
          <p:nvPr>
            <p:ph type="title"/>
          </p:nvPr>
        </p:nvSpPr>
        <p:spPr/>
        <p:txBody>
          <a:bodyPr/>
          <a:lstStyle/>
          <a:p>
            <a:endParaRPr lang="en-US" altLang="en-US" smtClean="0"/>
          </a:p>
        </p:txBody>
      </p:sp>
      <p:pic>
        <p:nvPicPr>
          <p:cNvPr id="4" name="Content Placeholder 3"/>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a:xfrm>
            <a:off x="2768600" y="1600200"/>
            <a:ext cx="7289800" cy="4419600"/>
          </a:xfrm>
        </p:spPr>
      </p:pic>
    </p:spTree>
    <p:extLst>
      <p:ext uri="{BB962C8B-B14F-4D97-AF65-F5344CB8AC3E}">
        <p14:creationId xmlns:p14="http://schemas.microsoft.com/office/powerpoint/2010/main" val="186327670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Title 1"/>
          <p:cNvSpPr>
            <a:spLocks noGrp="1"/>
          </p:cNvSpPr>
          <p:nvPr>
            <p:ph type="title"/>
          </p:nvPr>
        </p:nvSpPr>
        <p:spPr/>
        <p:txBody>
          <a:bodyPr/>
          <a:lstStyle/>
          <a:p>
            <a:endParaRPr lang="en-US" altLang="en-US" smtClean="0"/>
          </a:p>
        </p:txBody>
      </p:sp>
      <p:sp>
        <p:nvSpPr>
          <p:cNvPr id="3" name="Content Placeholder 2"/>
          <p:cNvSpPr>
            <a:spLocks noGrp="1"/>
          </p:cNvSpPr>
          <p:nvPr>
            <p:ph idx="1"/>
          </p:nvPr>
        </p:nvSpPr>
        <p:spPr/>
        <p:txBody>
          <a:bodyPr/>
          <a:lstStyle/>
          <a:p>
            <a:r>
              <a:rPr lang="en-US" altLang="en-US" sz="2800" b="1">
                <a:latin typeface="Times New Roman" panose="02020603050405020304" pitchFamily="18" charset="0"/>
                <a:cs typeface="Times New Roman" panose="02020603050405020304" pitchFamily="18" charset="0"/>
              </a:rPr>
              <a:t>A memory-reference instruction</a:t>
            </a:r>
          </a:p>
          <a:p>
            <a:r>
              <a:rPr lang="en-US" altLang="en-US" sz="2800">
                <a:latin typeface="Times New Roman" panose="02020603050405020304" pitchFamily="18" charset="0"/>
                <a:cs typeface="Times New Roman" panose="02020603050405020304" pitchFamily="18" charset="0"/>
              </a:rPr>
              <a:t>    Refers to memory address as an operand. the operand is always accumulator.</a:t>
            </a:r>
          </a:p>
          <a:p>
            <a:r>
              <a:rPr lang="en-US" altLang="en-US" sz="2800">
                <a:latin typeface="Times New Roman" panose="02020603050405020304" pitchFamily="18" charset="0"/>
                <a:cs typeface="Times New Roman" panose="02020603050405020304" pitchFamily="18" charset="0"/>
              </a:rPr>
              <a:t>    Specifies 12 bit address,3 bit opcode(other than 111) and 1bit addressing mode for direct and indirect addressing.</a:t>
            </a:r>
          </a:p>
          <a:p>
            <a:r>
              <a:rPr lang="en-US" altLang="en-US" sz="2800" b="1">
                <a:latin typeface="Times New Roman" panose="02020603050405020304" pitchFamily="18" charset="0"/>
                <a:cs typeface="Times New Roman" panose="02020603050405020304" pitchFamily="18" charset="0"/>
              </a:rPr>
              <a:t>Register reference instructions</a:t>
            </a:r>
            <a:r>
              <a:rPr lang="en-US" altLang="en-US" sz="2800">
                <a:latin typeface="Times New Roman" panose="02020603050405020304" pitchFamily="18" charset="0"/>
                <a:cs typeface="Times New Roman" panose="02020603050405020304" pitchFamily="18" charset="0"/>
              </a:rPr>
              <a:t> </a:t>
            </a:r>
          </a:p>
          <a:p>
            <a:pPr>
              <a:buFont typeface="Arial" panose="020B0604020202020204" pitchFamily="34" charset="0"/>
              <a:buNone/>
            </a:pPr>
            <a:r>
              <a:rPr lang="en-US" altLang="en-US" sz="2800">
                <a:latin typeface="Times New Roman" panose="02020603050405020304" pitchFamily="18" charset="0"/>
                <a:cs typeface="Times New Roman" panose="02020603050405020304" pitchFamily="18" charset="0"/>
              </a:rPr>
              <a:t>    are recognized by the operation code 111 with a 0 in the leftmost bit (bit 15) of the instruction</a:t>
            </a:r>
          </a:p>
        </p:txBody>
      </p:sp>
    </p:spTree>
    <p:extLst>
      <p:ext uri="{BB962C8B-B14F-4D97-AF65-F5344CB8AC3E}">
        <p14:creationId xmlns:p14="http://schemas.microsoft.com/office/powerpoint/2010/main" val="255435998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Title 1"/>
          <p:cNvSpPr>
            <a:spLocks noGrp="1"/>
          </p:cNvSpPr>
          <p:nvPr>
            <p:ph type="title"/>
          </p:nvPr>
        </p:nvSpPr>
        <p:spPr/>
        <p:txBody>
          <a:bodyPr/>
          <a:lstStyle/>
          <a:p>
            <a:endParaRPr lang="en-US" altLang="en-US" smtClean="0"/>
          </a:p>
        </p:txBody>
      </p:sp>
      <p:sp>
        <p:nvSpPr>
          <p:cNvPr id="3" name="Content Placeholder 2"/>
          <p:cNvSpPr>
            <a:spLocks noGrp="1"/>
          </p:cNvSpPr>
          <p:nvPr>
            <p:ph idx="1"/>
          </p:nvPr>
        </p:nvSpPr>
        <p:spPr/>
        <p:txBody>
          <a:bodyPr/>
          <a:lstStyle/>
          <a:p>
            <a:r>
              <a:rPr lang="en-US" altLang="en-US" sz="2800" b="1" u="sng">
                <a:latin typeface="Times New Roman" panose="02020603050405020304" pitchFamily="18" charset="0"/>
                <a:cs typeface="Times New Roman" panose="02020603050405020304" pitchFamily="18" charset="0"/>
              </a:rPr>
              <a:t>Input –output Instruction: </a:t>
            </a:r>
          </a:p>
          <a:p>
            <a:endParaRPr lang="en-US" altLang="en-US" sz="2800" b="1" u="sng">
              <a:latin typeface="Times New Roman" panose="02020603050405020304" pitchFamily="18" charset="0"/>
              <a:cs typeface="Times New Roman" panose="02020603050405020304" pitchFamily="18" charset="0"/>
            </a:endParaRPr>
          </a:p>
          <a:p>
            <a:r>
              <a:rPr lang="en-US" altLang="en-US" sz="2800">
                <a:latin typeface="Times New Roman" panose="02020603050405020304" pitchFamily="18" charset="0"/>
                <a:cs typeface="Times New Roman" panose="02020603050405020304" pitchFamily="18" charset="0"/>
              </a:rPr>
              <a:t>An input-output instruction does not need a reference to memory and is recognized by the operation code 111 with a 1 in the leftmost bit of the instruction. </a:t>
            </a:r>
          </a:p>
          <a:p>
            <a:endParaRPr lang="en-US" altLang="en-US" sz="2800">
              <a:latin typeface="Times New Roman" panose="02020603050405020304" pitchFamily="18" charset="0"/>
              <a:cs typeface="Times New Roman" panose="02020603050405020304" pitchFamily="18" charset="0"/>
            </a:endParaRPr>
          </a:p>
          <a:p>
            <a:r>
              <a:rPr lang="en-US" altLang="en-US" sz="2800">
                <a:latin typeface="Times New Roman" panose="02020603050405020304" pitchFamily="18" charset="0"/>
                <a:cs typeface="Times New Roman" panose="02020603050405020304" pitchFamily="18" charset="0"/>
              </a:rPr>
              <a:t>The remaining 12 bits are used to specify the type of input-output operation or test performed</a:t>
            </a:r>
          </a:p>
        </p:txBody>
      </p:sp>
    </p:spTree>
    <p:extLst>
      <p:ext uri="{BB962C8B-B14F-4D97-AF65-F5344CB8AC3E}">
        <p14:creationId xmlns:p14="http://schemas.microsoft.com/office/powerpoint/2010/main" val="366796196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Title 1"/>
          <p:cNvSpPr>
            <a:spLocks noGrp="1"/>
          </p:cNvSpPr>
          <p:nvPr>
            <p:ph type="title"/>
          </p:nvPr>
        </p:nvSpPr>
        <p:spPr/>
        <p:txBody>
          <a:bodyPr/>
          <a:lstStyle/>
          <a:p>
            <a:r>
              <a:rPr lang="en-US" altLang="en-US" b="1" u="sng" smtClean="0"/>
              <a:t>INSTRUCTION CYCLE:</a:t>
            </a:r>
            <a:endParaRPr lang="en-US" altLang="en-US" smtClean="0"/>
          </a:p>
        </p:txBody>
      </p:sp>
      <p:sp>
        <p:nvSpPr>
          <p:cNvPr id="3" name="Content Placeholder 2"/>
          <p:cNvSpPr>
            <a:spLocks noGrp="1"/>
          </p:cNvSpPr>
          <p:nvPr>
            <p:ph idx="1"/>
          </p:nvPr>
        </p:nvSpPr>
        <p:spPr/>
        <p:txBody>
          <a:bodyPr/>
          <a:lstStyle/>
          <a:p>
            <a:pPr lvl="1">
              <a:buFont typeface="Wingdings" pitchFamily="2" charset="2"/>
              <a:buChar char="§"/>
              <a:defRPr/>
            </a:pPr>
            <a:r>
              <a:rPr lang="en-US" sz="2400" dirty="0">
                <a:latin typeface="Times New Roman" pitchFamily="18" charset="0"/>
                <a:cs typeface="Times New Roman" pitchFamily="18" charset="0"/>
              </a:rPr>
              <a:t>In the basic computer each instruction cycle consists of the following phases:</a:t>
            </a:r>
          </a:p>
          <a:p>
            <a:pPr lvl="1">
              <a:buFont typeface="Wingdings" pitchFamily="2" charset="2"/>
              <a:buChar char="§"/>
              <a:defRPr/>
            </a:pPr>
            <a:endParaRPr lang="en-US" sz="2400" dirty="0">
              <a:latin typeface="Times New Roman" pitchFamily="18" charset="0"/>
              <a:cs typeface="Times New Roman" pitchFamily="18" charset="0"/>
            </a:endParaRPr>
          </a:p>
          <a:p>
            <a:pPr marL="971550" lvl="1" indent="-514350">
              <a:buFont typeface="+mj-lt"/>
              <a:buAutoNum type="alphaLcParenR"/>
              <a:defRPr/>
            </a:pPr>
            <a:r>
              <a:rPr lang="en-US" sz="2400" dirty="0">
                <a:latin typeface="Times New Roman" pitchFamily="18" charset="0"/>
                <a:cs typeface="Times New Roman" pitchFamily="18" charset="0"/>
              </a:rPr>
              <a:t>Fetch an instruction from memory.</a:t>
            </a:r>
          </a:p>
          <a:p>
            <a:pPr marL="971550" lvl="1" indent="-514350">
              <a:buFont typeface="+mj-lt"/>
              <a:buAutoNum type="alphaLcParenR"/>
              <a:defRPr/>
            </a:pPr>
            <a:endParaRPr lang="en-US" sz="2400" dirty="0">
              <a:latin typeface="Times New Roman" pitchFamily="18" charset="0"/>
              <a:cs typeface="Times New Roman" pitchFamily="18" charset="0"/>
            </a:endParaRPr>
          </a:p>
          <a:p>
            <a:pPr marL="971550" lvl="1" indent="-514350">
              <a:buFont typeface="+mj-lt"/>
              <a:buAutoNum type="alphaLcParenR"/>
              <a:defRPr/>
            </a:pPr>
            <a:r>
              <a:rPr lang="en-US" sz="2400" dirty="0">
                <a:latin typeface="Times New Roman" pitchFamily="18" charset="0"/>
                <a:cs typeface="Times New Roman" pitchFamily="18" charset="0"/>
              </a:rPr>
              <a:t>Decode the instruction.</a:t>
            </a:r>
          </a:p>
          <a:p>
            <a:pPr marL="971550" lvl="1" indent="-514350">
              <a:buFont typeface="+mj-lt"/>
              <a:buAutoNum type="alphaLcParenR"/>
              <a:defRPr/>
            </a:pPr>
            <a:endParaRPr lang="en-US" sz="2400" dirty="0">
              <a:latin typeface="Times New Roman" pitchFamily="18" charset="0"/>
              <a:cs typeface="Times New Roman" pitchFamily="18" charset="0"/>
            </a:endParaRPr>
          </a:p>
          <a:p>
            <a:pPr marL="971550" lvl="1" indent="-514350">
              <a:buFont typeface="+mj-lt"/>
              <a:buAutoNum type="alphaLcParenR"/>
              <a:defRPr/>
            </a:pPr>
            <a:r>
              <a:rPr lang="en-US" sz="2400" dirty="0">
                <a:latin typeface="Times New Roman" pitchFamily="18" charset="0"/>
                <a:cs typeface="Times New Roman" pitchFamily="18" charset="0"/>
              </a:rPr>
              <a:t>Read the effective address from memory if the instruction has an indirect address.</a:t>
            </a:r>
          </a:p>
          <a:p>
            <a:pPr marL="971550" lvl="1" indent="-514350">
              <a:buFont typeface="+mj-lt"/>
              <a:buAutoNum type="alphaLcParenR"/>
              <a:defRPr/>
            </a:pPr>
            <a:endParaRPr lang="en-US" dirty="0">
              <a:latin typeface="Times New Roman" pitchFamily="18" charset="0"/>
              <a:cs typeface="Times New Roman" pitchFamily="18" charset="0"/>
            </a:endParaRPr>
          </a:p>
        </p:txBody>
      </p:sp>
    </p:spTree>
    <p:extLst>
      <p:ext uri="{BB962C8B-B14F-4D97-AF65-F5344CB8AC3E}">
        <p14:creationId xmlns:p14="http://schemas.microsoft.com/office/powerpoint/2010/main" val="138209162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 calcmode="lin" valueType="num">
                                      <p:cBhvr additive="base">
                                        <p:cTn id="2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Title 1"/>
          <p:cNvSpPr>
            <a:spLocks noGrp="1"/>
          </p:cNvSpPr>
          <p:nvPr>
            <p:ph type="title"/>
          </p:nvPr>
        </p:nvSpPr>
        <p:spPr/>
        <p:txBody>
          <a:bodyPr/>
          <a:lstStyle/>
          <a:p>
            <a:endParaRPr lang="en-US" altLang="en-US" smtClean="0"/>
          </a:p>
        </p:txBody>
      </p:sp>
      <p:sp>
        <p:nvSpPr>
          <p:cNvPr id="3" name="Content Placeholder 2"/>
          <p:cNvSpPr>
            <a:spLocks noGrp="1"/>
          </p:cNvSpPr>
          <p:nvPr>
            <p:ph idx="1"/>
          </p:nvPr>
        </p:nvSpPr>
        <p:spPr/>
        <p:txBody>
          <a:bodyPr/>
          <a:lstStyle/>
          <a:p>
            <a:pPr marL="971550" lvl="1" indent="-514350">
              <a:buNone/>
            </a:pPr>
            <a:r>
              <a:rPr lang="en-US" altLang="en-US" sz="2400">
                <a:latin typeface="Times New Roman" panose="02020603050405020304" pitchFamily="18" charset="0"/>
                <a:cs typeface="Times New Roman" panose="02020603050405020304" pitchFamily="18" charset="0"/>
              </a:rPr>
              <a:t>d) Execute the instruction</a:t>
            </a:r>
          </a:p>
          <a:p>
            <a:pPr marL="971550" lvl="1" indent="-514350">
              <a:buFont typeface="Calibri" panose="020F0502020204030204" pitchFamily="34" charset="0"/>
              <a:buAutoNum type="alphaLcParenR"/>
            </a:pPr>
            <a:endParaRPr lang="en-US" altLang="en-US" sz="2400">
              <a:latin typeface="Times New Roman" panose="02020603050405020304" pitchFamily="18" charset="0"/>
              <a:cs typeface="Times New Roman" panose="02020603050405020304" pitchFamily="18" charset="0"/>
            </a:endParaRPr>
          </a:p>
          <a:p>
            <a:pPr marL="971550" lvl="1" indent="-514350"/>
            <a:r>
              <a:rPr lang="en-US" altLang="en-US" sz="2400">
                <a:latin typeface="Times New Roman" panose="02020603050405020304" pitchFamily="18" charset="0"/>
                <a:cs typeface="Times New Roman" panose="02020603050405020304" pitchFamily="18" charset="0"/>
              </a:rPr>
              <a:t>After step d, the control goes back to step 1 to fetch, decode and execute the next instruction.</a:t>
            </a:r>
          </a:p>
          <a:p>
            <a:pPr marL="971550" lvl="1" indent="-514350"/>
            <a:endParaRPr lang="en-US" altLang="en-US" sz="2400">
              <a:latin typeface="Times New Roman" panose="02020603050405020304" pitchFamily="18" charset="0"/>
              <a:cs typeface="Times New Roman" panose="02020603050405020304" pitchFamily="18" charset="0"/>
            </a:endParaRPr>
          </a:p>
          <a:p>
            <a:pPr marL="971550" lvl="1" indent="-514350"/>
            <a:r>
              <a:rPr lang="en-US" altLang="en-US" sz="2400">
                <a:latin typeface="Times New Roman" panose="02020603050405020304" pitchFamily="18" charset="0"/>
                <a:cs typeface="Times New Roman" panose="02020603050405020304" pitchFamily="18" charset="0"/>
              </a:rPr>
              <a:t>This process continues unless a HALT instruction is encountered.</a:t>
            </a:r>
          </a:p>
          <a:p>
            <a:endParaRPr lang="en-US" altLang="en-US" smtClean="0"/>
          </a:p>
        </p:txBody>
      </p:sp>
    </p:spTree>
    <p:extLst>
      <p:ext uri="{BB962C8B-B14F-4D97-AF65-F5344CB8AC3E}">
        <p14:creationId xmlns:p14="http://schemas.microsoft.com/office/powerpoint/2010/main" val="68812122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Title 1"/>
          <p:cNvSpPr>
            <a:spLocks noGrp="1"/>
          </p:cNvSpPr>
          <p:nvPr>
            <p:ph type="title"/>
          </p:nvPr>
        </p:nvSpPr>
        <p:spPr/>
        <p:txBody>
          <a:bodyPr/>
          <a:lstStyle/>
          <a:p>
            <a:r>
              <a:rPr lang="en-US" altLang="en-US" sz="3200" b="1" u="sng">
                <a:latin typeface="Times New Roman" panose="02020603050405020304" pitchFamily="18" charset="0"/>
                <a:cs typeface="Times New Roman" panose="02020603050405020304" pitchFamily="18" charset="0"/>
              </a:rPr>
              <a:t>1. FETCH AN INSTRUCTION FROM THE MEMORY</a:t>
            </a:r>
            <a:endParaRPr lang="en-US" altLang="en-US" sz="320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ln>
            <a:miter lim="800000"/>
            <a:headEnd/>
            <a:tailEnd/>
          </a:ln>
          <a:extLst/>
        </p:spPr>
        <p:txBody>
          <a:bodyPr/>
          <a:lstStyle/>
          <a:p>
            <a:pPr marL="274320" indent="-274320" eaLnBrk="1" fontAlgn="auto" hangingPunct="1">
              <a:spcAft>
                <a:spcPts val="0"/>
              </a:spcAft>
              <a:buFont typeface="Wingdings 2"/>
              <a:buChar char=""/>
              <a:defRPr/>
            </a:pPr>
            <a:r>
              <a:rPr lang="en-US" sz="2800" dirty="0">
                <a:latin typeface="Times New Roman" pitchFamily="18" charset="0"/>
                <a:cs typeface="Times New Roman" pitchFamily="18" charset="0"/>
              </a:rPr>
              <a:t>Initially PC is loaded with the address of the first instruction of the program. </a:t>
            </a:r>
          </a:p>
          <a:p>
            <a:pPr marL="274320" indent="-274320" eaLnBrk="1" fontAlgn="auto" hangingPunct="1">
              <a:spcAft>
                <a:spcPts val="0"/>
              </a:spcAft>
              <a:buFont typeface="Wingdings 2"/>
              <a:buChar char=""/>
              <a:defRPr/>
            </a:pPr>
            <a:r>
              <a:rPr lang="en-US" sz="2800" dirty="0">
                <a:latin typeface="Times New Roman" pitchFamily="18" charset="0"/>
                <a:cs typeface="Times New Roman" pitchFamily="18" charset="0"/>
              </a:rPr>
              <a:t>The sequence counter (SC) is cleared to 0.after each clock pulse , SC is incremented by one , so that the timing signals go through a sequence T</a:t>
            </a:r>
            <a:r>
              <a:rPr lang="en-US" sz="2800" baseline="-25000" dirty="0">
                <a:latin typeface="Times New Roman" pitchFamily="18" charset="0"/>
                <a:cs typeface="Times New Roman" pitchFamily="18" charset="0"/>
              </a:rPr>
              <a:t>0</a:t>
            </a:r>
            <a:r>
              <a:rPr lang="en-US" sz="2800" dirty="0">
                <a:latin typeface="Times New Roman" pitchFamily="18" charset="0"/>
                <a:cs typeface="Times New Roman" pitchFamily="18" charset="0"/>
              </a:rPr>
              <a:t>,T</a:t>
            </a:r>
            <a:r>
              <a:rPr lang="en-US" sz="2800" baseline="-25000" dirty="0">
                <a:latin typeface="Times New Roman" pitchFamily="18" charset="0"/>
                <a:cs typeface="Times New Roman" pitchFamily="18" charset="0"/>
              </a:rPr>
              <a:t>1</a:t>
            </a:r>
            <a:r>
              <a:rPr lang="en-US" sz="2800" dirty="0">
                <a:latin typeface="Times New Roman" pitchFamily="18" charset="0"/>
                <a:cs typeface="Times New Roman" pitchFamily="18" charset="0"/>
              </a:rPr>
              <a:t>,T</a:t>
            </a:r>
            <a:r>
              <a:rPr lang="en-US" sz="2800" baseline="-25000" dirty="0">
                <a:latin typeface="Times New Roman" pitchFamily="18" charset="0"/>
                <a:cs typeface="Times New Roman" pitchFamily="18" charset="0"/>
              </a:rPr>
              <a:t>2,</a:t>
            </a:r>
            <a:r>
              <a:rPr lang="en-US" sz="2800" dirty="0">
                <a:latin typeface="Times New Roman" pitchFamily="18" charset="0"/>
                <a:cs typeface="Times New Roman" pitchFamily="18" charset="0"/>
              </a:rPr>
              <a:t> and so on. </a:t>
            </a:r>
            <a:endParaRPr lang="en-US" sz="2800" b="1" u="sng" dirty="0">
              <a:latin typeface="Times New Roman" pitchFamily="18" charset="0"/>
              <a:cs typeface="Times New Roman" pitchFamily="18" charset="0"/>
            </a:endParaRPr>
          </a:p>
          <a:p>
            <a:pPr lvl="5">
              <a:buFont typeface="Wingdings 2"/>
              <a:buNone/>
              <a:defRPr/>
            </a:pPr>
            <a:r>
              <a:rPr lang="en-US" sz="2800" b="1" dirty="0">
                <a:latin typeface="Times New Roman" pitchFamily="18" charset="0"/>
                <a:cs typeface="Times New Roman" pitchFamily="18" charset="0"/>
              </a:rPr>
              <a:t>T</a:t>
            </a:r>
            <a:r>
              <a:rPr lang="en-US" sz="2800" b="1" baseline="-25000" dirty="0">
                <a:latin typeface="Times New Roman" pitchFamily="18" charset="0"/>
                <a:cs typeface="Times New Roman" pitchFamily="18" charset="0"/>
              </a:rPr>
              <a:t>0</a:t>
            </a:r>
            <a:r>
              <a:rPr lang="en-US" sz="2800" b="1" dirty="0">
                <a:latin typeface="Times New Roman" pitchFamily="18" charset="0"/>
                <a:cs typeface="Times New Roman" pitchFamily="18" charset="0"/>
              </a:rPr>
              <a:t>:AR</a:t>
            </a:r>
            <a:r>
              <a:rPr lang="en-US" sz="2800" b="1" dirty="0">
                <a:latin typeface="Times New Roman" pitchFamily="18" charset="0"/>
                <a:cs typeface="Times New Roman" pitchFamily="18" charset="0"/>
                <a:sym typeface="Wingdings"/>
              </a:rPr>
              <a:t></a:t>
            </a:r>
            <a:r>
              <a:rPr lang="en-US" sz="2800" b="1" dirty="0">
                <a:latin typeface="Times New Roman" pitchFamily="18" charset="0"/>
                <a:cs typeface="Times New Roman" pitchFamily="18" charset="0"/>
              </a:rPr>
              <a:t> PC</a:t>
            </a:r>
            <a:endParaRPr lang="en-US" sz="2800" dirty="0">
              <a:latin typeface="Times New Roman" pitchFamily="18" charset="0"/>
              <a:cs typeface="Times New Roman" pitchFamily="18" charset="0"/>
            </a:endParaRPr>
          </a:p>
          <a:p>
            <a:pPr lvl="4" eaLnBrk="1" fontAlgn="auto" hangingPunct="1">
              <a:spcAft>
                <a:spcPts val="0"/>
              </a:spcAft>
              <a:buClr>
                <a:schemeClr val="accent5"/>
              </a:buClr>
              <a:buNone/>
              <a:defRPr/>
            </a:pPr>
            <a:r>
              <a:rPr lang="en-US" sz="2800" b="1" dirty="0">
                <a:latin typeface="Times New Roman" pitchFamily="18" charset="0"/>
                <a:cs typeface="Times New Roman" pitchFamily="18" charset="0"/>
              </a:rPr>
              <a:t>T</a:t>
            </a:r>
            <a:r>
              <a:rPr lang="en-US" sz="2800" b="1" baseline="-25000" dirty="0">
                <a:latin typeface="Times New Roman" pitchFamily="18" charset="0"/>
                <a:cs typeface="Times New Roman" pitchFamily="18" charset="0"/>
              </a:rPr>
              <a:t>1</a:t>
            </a:r>
            <a:r>
              <a:rPr lang="en-US" sz="2800" b="1" dirty="0">
                <a:latin typeface="Times New Roman" pitchFamily="18" charset="0"/>
                <a:cs typeface="Times New Roman" pitchFamily="18" charset="0"/>
              </a:rPr>
              <a:t>:IR</a:t>
            </a:r>
            <a:r>
              <a:rPr lang="en-US" sz="2800" b="1" dirty="0">
                <a:latin typeface="Times New Roman" pitchFamily="18" charset="0"/>
                <a:cs typeface="Times New Roman" pitchFamily="18" charset="0"/>
                <a:sym typeface="Wingdings"/>
              </a:rPr>
              <a:t></a:t>
            </a:r>
            <a:r>
              <a:rPr lang="en-US" sz="2800" b="1" dirty="0">
                <a:latin typeface="Times New Roman" pitchFamily="18" charset="0"/>
                <a:cs typeface="Times New Roman" pitchFamily="18" charset="0"/>
              </a:rPr>
              <a:t>M[AR],PC </a:t>
            </a:r>
            <a:r>
              <a:rPr lang="en-US" sz="2800" b="1" dirty="0">
                <a:latin typeface="Times New Roman" pitchFamily="18" charset="0"/>
                <a:cs typeface="Times New Roman" pitchFamily="18" charset="0"/>
                <a:sym typeface="Wingdings"/>
              </a:rPr>
              <a:t></a:t>
            </a:r>
            <a:r>
              <a:rPr lang="en-US" sz="2800" b="1" dirty="0">
                <a:latin typeface="Times New Roman" pitchFamily="18" charset="0"/>
                <a:cs typeface="Times New Roman" pitchFamily="18" charset="0"/>
              </a:rPr>
              <a:t>PC+1</a:t>
            </a:r>
            <a:endParaRPr lang="en-US" sz="2800" dirty="0">
              <a:latin typeface="Times New Roman" pitchFamily="18" charset="0"/>
              <a:cs typeface="Times New Roman" pitchFamily="18" charset="0"/>
            </a:endParaRPr>
          </a:p>
          <a:p>
            <a:pPr>
              <a:buFont typeface="Arial" charset="0"/>
              <a:buChar char="•"/>
              <a:defRPr/>
            </a:pPr>
            <a:endParaRPr lang="en-US" sz="2800" dirty="0">
              <a:latin typeface="Times New Roman" pitchFamily="18" charset="0"/>
              <a:cs typeface="Times New Roman" pitchFamily="18" charset="0"/>
            </a:endParaRPr>
          </a:p>
        </p:txBody>
      </p:sp>
    </p:spTree>
    <p:extLst>
      <p:ext uri="{BB962C8B-B14F-4D97-AF65-F5344CB8AC3E}">
        <p14:creationId xmlns:p14="http://schemas.microsoft.com/office/powerpoint/2010/main" val="40093465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 calcmode="lin" valueType="num">
                                      <p:cBhvr additive="base">
                                        <p:cTn id="2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Title 1"/>
          <p:cNvSpPr>
            <a:spLocks noGrp="1"/>
          </p:cNvSpPr>
          <p:nvPr>
            <p:ph type="title"/>
          </p:nvPr>
        </p:nvSpPr>
        <p:spPr/>
        <p:txBody>
          <a:bodyPr/>
          <a:lstStyle/>
          <a:p>
            <a:r>
              <a:rPr lang="en-US" altLang="en-US" sz="4000" b="1" u="sng">
                <a:latin typeface="Times New Roman" panose="02020603050405020304" pitchFamily="18" charset="0"/>
                <a:cs typeface="Times New Roman" panose="02020603050405020304" pitchFamily="18" charset="0"/>
              </a:rPr>
              <a:t>(2) Decode the Instruction:</a:t>
            </a:r>
            <a:endParaRPr lang="en-US" altLang="en-US" sz="400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lstStyle/>
          <a:p>
            <a:pPr eaLnBrk="1" hangingPunct="1">
              <a:buFont typeface="Wingdings 2" panose="05020102010507070707" pitchFamily="18" charset="2"/>
              <a:buNone/>
            </a:pPr>
            <a:r>
              <a:rPr lang="en-US" altLang="en-US" sz="2800">
                <a:latin typeface="Times New Roman" panose="02020603050405020304" pitchFamily="18" charset="0"/>
                <a:cs typeface="Times New Roman" panose="02020603050405020304" pitchFamily="18" charset="0"/>
              </a:rPr>
              <a:t>    The fetched instructions are decoded at time T2,which can be specified with the microoperation.:-</a:t>
            </a:r>
          </a:p>
          <a:p>
            <a:pPr eaLnBrk="1" hangingPunct="1">
              <a:buFont typeface="Wingdings 2" panose="05020102010507070707" pitchFamily="18" charset="2"/>
              <a:buNone/>
            </a:pPr>
            <a:endParaRPr lang="en-US" altLang="en-US" sz="2800">
              <a:latin typeface="Times New Roman" panose="02020603050405020304" pitchFamily="18" charset="0"/>
              <a:cs typeface="Times New Roman" panose="02020603050405020304" pitchFamily="18" charset="0"/>
            </a:endParaRPr>
          </a:p>
          <a:p>
            <a:pPr eaLnBrk="1" hangingPunct="1">
              <a:buFont typeface="Wingdings 2" panose="05020102010507070707" pitchFamily="18" charset="2"/>
              <a:buNone/>
            </a:pPr>
            <a:r>
              <a:rPr lang="en-US" altLang="en-US" sz="2800" b="1">
                <a:latin typeface="Times New Roman" panose="02020603050405020304" pitchFamily="18" charset="0"/>
                <a:cs typeface="Times New Roman" panose="02020603050405020304" pitchFamily="18" charset="0"/>
              </a:rPr>
              <a:t>    T</a:t>
            </a:r>
            <a:r>
              <a:rPr lang="en-US" altLang="en-US" sz="2800" b="1" baseline="-25000">
                <a:latin typeface="Times New Roman" panose="02020603050405020304" pitchFamily="18" charset="0"/>
                <a:cs typeface="Times New Roman" panose="02020603050405020304" pitchFamily="18" charset="0"/>
              </a:rPr>
              <a:t>2</a:t>
            </a:r>
            <a:r>
              <a:rPr lang="en-US" altLang="en-US" sz="2800" b="1">
                <a:latin typeface="Times New Roman" panose="02020603050405020304" pitchFamily="18" charset="0"/>
                <a:cs typeface="Times New Roman" panose="02020603050405020304" pitchFamily="18" charset="0"/>
              </a:rPr>
              <a:t>D</a:t>
            </a:r>
            <a:r>
              <a:rPr lang="en-US" altLang="en-US" sz="2800" b="1" baseline="-25000">
                <a:latin typeface="Times New Roman" panose="02020603050405020304" pitchFamily="18" charset="0"/>
                <a:cs typeface="Times New Roman" panose="02020603050405020304" pitchFamily="18" charset="0"/>
              </a:rPr>
              <a:t>0</a:t>
            </a:r>
            <a:r>
              <a:rPr lang="en-US" altLang="en-US" sz="2800" b="1">
                <a:latin typeface="Times New Roman" panose="02020603050405020304" pitchFamily="18" charset="0"/>
                <a:cs typeface="Times New Roman" panose="02020603050405020304" pitchFamily="18" charset="0"/>
              </a:rPr>
              <a:t>....D</a:t>
            </a:r>
            <a:r>
              <a:rPr lang="en-US" altLang="en-US" sz="2800" b="1" baseline="-25000">
                <a:latin typeface="Times New Roman" panose="02020603050405020304" pitchFamily="18" charset="0"/>
                <a:cs typeface="Times New Roman" panose="02020603050405020304" pitchFamily="18" charset="0"/>
              </a:rPr>
              <a:t>7</a:t>
            </a:r>
            <a:r>
              <a:rPr lang="en-US" altLang="en-US" sz="2800" b="1">
                <a:latin typeface="Times New Roman" panose="02020603050405020304" pitchFamily="18" charset="0"/>
                <a:cs typeface="Times New Roman" panose="02020603050405020304" pitchFamily="18" charset="0"/>
              </a:rPr>
              <a:t> </a:t>
            </a:r>
            <a:r>
              <a:rPr lang="en-US" altLang="en-US" sz="2800" b="1">
                <a:latin typeface="Times New Roman" panose="02020603050405020304" pitchFamily="18" charset="0"/>
                <a:cs typeface="Times New Roman" panose="02020603050405020304" pitchFamily="18" charset="0"/>
                <a:sym typeface="Wingdings" panose="05000000000000000000" pitchFamily="2" charset="2"/>
              </a:rPr>
              <a:t></a:t>
            </a:r>
            <a:r>
              <a:rPr lang="en-US" altLang="en-US" sz="2800" b="1">
                <a:latin typeface="Times New Roman" panose="02020603050405020304" pitchFamily="18" charset="0"/>
                <a:cs typeface="Times New Roman" panose="02020603050405020304" pitchFamily="18" charset="0"/>
              </a:rPr>
              <a:t> decode IR [ 12-14 ],</a:t>
            </a:r>
          </a:p>
          <a:p>
            <a:pPr eaLnBrk="1" hangingPunct="1">
              <a:buFont typeface="Wingdings 2" panose="05020102010507070707" pitchFamily="18" charset="2"/>
              <a:buNone/>
            </a:pPr>
            <a:r>
              <a:rPr lang="en-US" altLang="en-US" sz="2800" b="1">
                <a:latin typeface="Times New Roman" panose="02020603050405020304" pitchFamily="18" charset="0"/>
                <a:cs typeface="Times New Roman" panose="02020603050405020304" pitchFamily="18" charset="0"/>
              </a:rPr>
              <a:t>     AR </a:t>
            </a:r>
            <a:r>
              <a:rPr lang="en-US" altLang="en-US" sz="2800" b="1">
                <a:latin typeface="Times New Roman" panose="02020603050405020304" pitchFamily="18" charset="0"/>
                <a:cs typeface="Times New Roman" panose="02020603050405020304" pitchFamily="18" charset="0"/>
                <a:sym typeface="Wingdings" panose="05000000000000000000" pitchFamily="2" charset="2"/>
              </a:rPr>
              <a:t></a:t>
            </a:r>
            <a:r>
              <a:rPr lang="en-US" altLang="en-US" sz="2800" b="1">
                <a:latin typeface="Times New Roman" panose="02020603050405020304" pitchFamily="18" charset="0"/>
                <a:cs typeface="Times New Roman" panose="02020603050405020304" pitchFamily="18" charset="0"/>
              </a:rPr>
              <a:t>IR (0-11),</a:t>
            </a:r>
          </a:p>
          <a:p>
            <a:pPr eaLnBrk="1" hangingPunct="1">
              <a:buFont typeface="Wingdings 2" panose="05020102010507070707" pitchFamily="18" charset="2"/>
              <a:buNone/>
            </a:pPr>
            <a:r>
              <a:rPr lang="en-US" altLang="en-US" sz="2800" b="1">
                <a:latin typeface="Times New Roman" panose="02020603050405020304" pitchFamily="18" charset="0"/>
                <a:cs typeface="Times New Roman" panose="02020603050405020304" pitchFamily="18" charset="0"/>
              </a:rPr>
              <a:t>	  I </a:t>
            </a:r>
            <a:r>
              <a:rPr lang="en-US" altLang="en-US" sz="2800" b="1">
                <a:latin typeface="Times New Roman" panose="02020603050405020304" pitchFamily="18" charset="0"/>
                <a:cs typeface="Times New Roman" panose="02020603050405020304" pitchFamily="18" charset="0"/>
                <a:sym typeface="Wingdings" panose="05000000000000000000" pitchFamily="2" charset="2"/>
              </a:rPr>
              <a:t></a:t>
            </a:r>
            <a:r>
              <a:rPr lang="en-US" altLang="en-US" sz="2800" b="1">
                <a:latin typeface="Times New Roman" panose="02020603050405020304" pitchFamily="18" charset="0"/>
                <a:cs typeface="Times New Roman" panose="02020603050405020304" pitchFamily="18" charset="0"/>
              </a:rPr>
              <a:t>IR(15)</a:t>
            </a:r>
            <a:endParaRPr lang="en-US" altLang="en-US" sz="2800">
              <a:latin typeface="Times New Roman" panose="02020603050405020304" pitchFamily="18" charset="0"/>
              <a:cs typeface="Times New Roman" panose="02020603050405020304" pitchFamily="18" charset="0"/>
            </a:endParaRPr>
          </a:p>
          <a:p>
            <a:endParaRPr lang="en-US" altLang="en-US" sz="28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2066566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Title 1"/>
          <p:cNvSpPr>
            <a:spLocks noGrp="1"/>
          </p:cNvSpPr>
          <p:nvPr>
            <p:ph type="title"/>
          </p:nvPr>
        </p:nvSpPr>
        <p:spPr/>
        <p:txBody>
          <a:bodyPr/>
          <a:lstStyle/>
          <a:p>
            <a:r>
              <a:rPr lang="en-US" altLang="en-US" b="1" u="sng" smtClean="0"/>
              <a:t/>
            </a:r>
            <a:br>
              <a:rPr lang="en-US" altLang="en-US" b="1" u="sng" smtClean="0"/>
            </a:br>
            <a:r>
              <a:rPr lang="en-US" altLang="en-US" sz="4000" b="1" u="sng">
                <a:latin typeface="Times New Roman" panose="02020603050405020304" pitchFamily="18" charset="0"/>
                <a:cs typeface="Times New Roman" panose="02020603050405020304" pitchFamily="18" charset="0"/>
              </a:rPr>
              <a:t>(3) Read Effective Address:</a:t>
            </a:r>
            <a:r>
              <a:rPr lang="en-US" altLang="en-US" sz="4000">
                <a:latin typeface="Times New Roman" panose="02020603050405020304" pitchFamily="18" charset="0"/>
                <a:cs typeface="Times New Roman" panose="02020603050405020304" pitchFamily="18" charset="0"/>
              </a:rPr>
              <a:t> </a:t>
            </a:r>
            <a:r>
              <a:rPr lang="en-US" altLang="en-US" smtClean="0"/>
              <a:t/>
            </a:r>
            <a:br>
              <a:rPr lang="en-US" altLang="en-US" smtClean="0"/>
            </a:br>
            <a:endParaRPr lang="en-US" altLang="en-US" smtClean="0"/>
          </a:p>
        </p:txBody>
      </p:sp>
      <p:sp>
        <p:nvSpPr>
          <p:cNvPr id="112643" name="Content Placeholder 2"/>
          <p:cNvSpPr>
            <a:spLocks noGrp="1"/>
          </p:cNvSpPr>
          <p:nvPr>
            <p:ph idx="1"/>
          </p:nvPr>
        </p:nvSpPr>
        <p:spPr/>
        <p:txBody>
          <a:bodyPr/>
          <a:lstStyle/>
          <a:p>
            <a:pPr eaLnBrk="1" hangingPunct="1"/>
            <a:r>
              <a:rPr lang="en-US" altLang="en-US" sz="2800" b="1">
                <a:latin typeface="Times New Roman" panose="02020603050405020304" pitchFamily="18" charset="0"/>
                <a:cs typeface="Times New Roman" panose="02020603050405020304" pitchFamily="18" charset="0"/>
              </a:rPr>
              <a:t>D</a:t>
            </a:r>
            <a:r>
              <a:rPr lang="en-US" altLang="en-US" sz="2800" b="1" baseline="-25000">
                <a:latin typeface="Times New Roman" panose="02020603050405020304" pitchFamily="18" charset="0"/>
                <a:cs typeface="Times New Roman" panose="02020603050405020304" pitchFamily="18" charset="0"/>
              </a:rPr>
              <a:t>7</a:t>
            </a:r>
            <a:r>
              <a:rPr lang="en-US" altLang="en-US" sz="2800" b="1">
                <a:latin typeface="Times New Roman" panose="02020603050405020304" pitchFamily="18" charset="0"/>
                <a:cs typeface="Times New Roman" panose="02020603050405020304" pitchFamily="18" charset="0"/>
              </a:rPr>
              <a:t>’I’T</a:t>
            </a:r>
            <a:r>
              <a:rPr lang="en-US" altLang="en-US" sz="2800" b="1" baseline="-25000">
                <a:latin typeface="Times New Roman" panose="02020603050405020304" pitchFamily="18" charset="0"/>
                <a:cs typeface="Times New Roman" panose="02020603050405020304" pitchFamily="18" charset="0"/>
              </a:rPr>
              <a:t>3</a:t>
            </a:r>
            <a:r>
              <a:rPr lang="en-US" altLang="en-US" sz="2800" b="1">
                <a:latin typeface="Times New Roman" panose="02020603050405020304" pitchFamily="18" charset="0"/>
                <a:cs typeface="Times New Roman" panose="02020603050405020304" pitchFamily="18" charset="0"/>
              </a:rPr>
              <a:t> : AR </a:t>
            </a:r>
            <a:r>
              <a:rPr lang="en-US" altLang="en-US" sz="2800" b="1">
                <a:latin typeface="Times New Roman" panose="02020603050405020304" pitchFamily="18" charset="0"/>
                <a:cs typeface="Times New Roman" panose="02020603050405020304" pitchFamily="18" charset="0"/>
                <a:sym typeface="Wingdings" panose="05000000000000000000" pitchFamily="2" charset="2"/>
              </a:rPr>
              <a:t></a:t>
            </a:r>
            <a:r>
              <a:rPr lang="en-US" altLang="en-US" sz="2800" b="1">
                <a:latin typeface="Times New Roman" panose="02020603050405020304" pitchFamily="18" charset="0"/>
                <a:cs typeface="Times New Roman" panose="02020603050405020304" pitchFamily="18" charset="0"/>
              </a:rPr>
              <a:t>M[AR] </a:t>
            </a:r>
          </a:p>
          <a:p>
            <a:pPr eaLnBrk="1" hangingPunct="1"/>
            <a:endParaRPr lang="en-US" altLang="en-US" sz="2800" b="1">
              <a:latin typeface="Times New Roman" panose="02020603050405020304" pitchFamily="18" charset="0"/>
              <a:cs typeface="Times New Roman" panose="02020603050405020304" pitchFamily="18" charset="0"/>
            </a:endParaRPr>
          </a:p>
          <a:p>
            <a:pPr eaLnBrk="1" hangingPunct="1">
              <a:buFont typeface="Wingdings 2" panose="05020102010507070707" pitchFamily="18" charset="2"/>
              <a:buNone/>
            </a:pPr>
            <a:r>
              <a:rPr lang="en-US" altLang="en-US" sz="2800" b="1">
                <a:latin typeface="Times New Roman" panose="02020603050405020304" pitchFamily="18" charset="0"/>
                <a:cs typeface="Times New Roman" panose="02020603050405020304" pitchFamily="18" charset="0"/>
              </a:rPr>
              <a:t>    </a:t>
            </a:r>
            <a:r>
              <a:rPr lang="en-US" altLang="en-US" sz="2800">
                <a:latin typeface="Times New Roman" panose="02020603050405020304" pitchFamily="18" charset="0"/>
                <a:cs typeface="Times New Roman" panose="02020603050405020304" pitchFamily="18" charset="0"/>
              </a:rPr>
              <a:t>Other instruction are identified with the specified control function and executed.</a:t>
            </a:r>
          </a:p>
          <a:p>
            <a:pPr eaLnBrk="1" hangingPunct="1">
              <a:buFont typeface="Wingdings 2" panose="05020102010507070707" pitchFamily="18" charset="2"/>
              <a:buNone/>
            </a:pPr>
            <a:endParaRPr lang="en-US" altLang="en-US" sz="2800">
              <a:latin typeface="Times New Roman" panose="02020603050405020304" pitchFamily="18" charset="0"/>
              <a:cs typeface="Times New Roman" panose="02020603050405020304" pitchFamily="18" charset="0"/>
            </a:endParaRPr>
          </a:p>
          <a:p>
            <a:pPr eaLnBrk="1" hangingPunct="1">
              <a:buFont typeface="Wingdings 2" panose="05020102010507070707" pitchFamily="18" charset="2"/>
              <a:buNone/>
            </a:pPr>
            <a:r>
              <a:rPr lang="en-US" altLang="en-US" sz="2800" b="1">
                <a:latin typeface="Times New Roman" panose="02020603050405020304" pitchFamily="18" charset="0"/>
                <a:cs typeface="Times New Roman" panose="02020603050405020304" pitchFamily="18" charset="0"/>
              </a:rPr>
              <a:t>   D</a:t>
            </a:r>
            <a:r>
              <a:rPr lang="en-US" altLang="en-US" sz="2800" b="1" baseline="-25000">
                <a:latin typeface="Times New Roman" panose="02020603050405020304" pitchFamily="18" charset="0"/>
                <a:cs typeface="Times New Roman" panose="02020603050405020304" pitchFamily="18" charset="0"/>
              </a:rPr>
              <a:t>7</a:t>
            </a:r>
            <a:r>
              <a:rPr lang="en-US" altLang="en-US" sz="2800" b="1">
                <a:latin typeface="Times New Roman" panose="02020603050405020304" pitchFamily="18" charset="0"/>
                <a:cs typeface="Times New Roman" panose="02020603050405020304" pitchFamily="18" charset="0"/>
              </a:rPr>
              <a:t>’I’T</a:t>
            </a:r>
            <a:r>
              <a:rPr lang="en-US" altLang="en-US" sz="2800" b="1" baseline="-25000">
                <a:latin typeface="Times New Roman" panose="02020603050405020304" pitchFamily="18" charset="0"/>
                <a:cs typeface="Times New Roman" panose="02020603050405020304" pitchFamily="18" charset="0"/>
              </a:rPr>
              <a:t>3</a:t>
            </a:r>
            <a:r>
              <a:rPr lang="en-US" altLang="en-US" sz="2800" b="1">
                <a:latin typeface="Times New Roman" panose="02020603050405020304" pitchFamily="18" charset="0"/>
                <a:cs typeface="Times New Roman" panose="02020603050405020304" pitchFamily="18" charset="0"/>
              </a:rPr>
              <a:t>: nothing</a:t>
            </a:r>
            <a:endParaRPr lang="en-US" altLang="en-US" sz="2800">
              <a:latin typeface="Times New Roman" panose="02020603050405020304" pitchFamily="18" charset="0"/>
              <a:cs typeface="Times New Roman" panose="02020603050405020304" pitchFamily="18" charset="0"/>
            </a:endParaRPr>
          </a:p>
          <a:p>
            <a:pPr eaLnBrk="1" hangingPunct="1">
              <a:buFont typeface="Wingdings 2" panose="05020102010507070707" pitchFamily="18" charset="2"/>
              <a:buNone/>
            </a:pPr>
            <a:r>
              <a:rPr lang="en-US" altLang="en-US" sz="2800" b="1">
                <a:latin typeface="Times New Roman" panose="02020603050405020304" pitchFamily="18" charset="0"/>
                <a:cs typeface="Times New Roman" panose="02020603050405020304" pitchFamily="18" charset="0"/>
              </a:rPr>
              <a:t>   D</a:t>
            </a:r>
            <a:r>
              <a:rPr lang="en-US" altLang="en-US" sz="2800" b="1" baseline="-25000">
                <a:latin typeface="Times New Roman" panose="02020603050405020304" pitchFamily="18" charset="0"/>
                <a:cs typeface="Times New Roman" panose="02020603050405020304" pitchFamily="18" charset="0"/>
              </a:rPr>
              <a:t>7</a:t>
            </a:r>
            <a:r>
              <a:rPr lang="en-US" altLang="en-US" sz="2800" b="1">
                <a:latin typeface="Times New Roman" panose="02020603050405020304" pitchFamily="18" charset="0"/>
                <a:cs typeface="Times New Roman" panose="02020603050405020304" pitchFamily="18" charset="0"/>
              </a:rPr>
              <a:t>I’T</a:t>
            </a:r>
            <a:r>
              <a:rPr lang="en-US" altLang="en-US" sz="2800" b="1" baseline="-25000">
                <a:latin typeface="Times New Roman" panose="02020603050405020304" pitchFamily="18" charset="0"/>
                <a:cs typeface="Times New Roman" panose="02020603050405020304" pitchFamily="18" charset="0"/>
              </a:rPr>
              <a:t>3</a:t>
            </a:r>
            <a:r>
              <a:rPr lang="en-US" altLang="en-US" sz="2800" b="1">
                <a:latin typeface="Times New Roman" panose="02020603050405020304" pitchFamily="18" charset="0"/>
                <a:cs typeface="Times New Roman" panose="02020603050405020304" pitchFamily="18" charset="0"/>
              </a:rPr>
              <a:t>: execute register –reference instruction</a:t>
            </a:r>
            <a:endParaRPr lang="en-US" altLang="en-US" sz="2800">
              <a:latin typeface="Times New Roman" panose="02020603050405020304" pitchFamily="18" charset="0"/>
              <a:cs typeface="Times New Roman" panose="02020603050405020304" pitchFamily="18" charset="0"/>
            </a:endParaRPr>
          </a:p>
          <a:p>
            <a:pPr eaLnBrk="1" hangingPunct="1">
              <a:buFont typeface="Wingdings 2" panose="05020102010507070707" pitchFamily="18" charset="2"/>
              <a:buNone/>
            </a:pPr>
            <a:r>
              <a:rPr lang="en-US" altLang="en-US" sz="2800" b="1">
                <a:latin typeface="Times New Roman" panose="02020603050405020304" pitchFamily="18" charset="0"/>
                <a:cs typeface="Times New Roman" panose="02020603050405020304" pitchFamily="18" charset="0"/>
              </a:rPr>
              <a:t>   D</a:t>
            </a:r>
            <a:r>
              <a:rPr lang="en-US" altLang="en-US" sz="2800" b="1" baseline="-25000">
                <a:latin typeface="Times New Roman" panose="02020603050405020304" pitchFamily="18" charset="0"/>
                <a:cs typeface="Times New Roman" panose="02020603050405020304" pitchFamily="18" charset="0"/>
              </a:rPr>
              <a:t>7</a:t>
            </a:r>
            <a:r>
              <a:rPr lang="en-US" altLang="en-US" sz="2800" b="1">
                <a:latin typeface="Times New Roman" panose="02020603050405020304" pitchFamily="18" charset="0"/>
                <a:cs typeface="Times New Roman" panose="02020603050405020304" pitchFamily="18" charset="0"/>
              </a:rPr>
              <a:t>IT</a:t>
            </a:r>
            <a:r>
              <a:rPr lang="en-US" altLang="en-US" sz="2800" b="1" baseline="-25000">
                <a:latin typeface="Times New Roman" panose="02020603050405020304" pitchFamily="18" charset="0"/>
                <a:cs typeface="Times New Roman" panose="02020603050405020304" pitchFamily="18" charset="0"/>
              </a:rPr>
              <a:t>3</a:t>
            </a:r>
            <a:r>
              <a:rPr lang="en-US" altLang="en-US" sz="2800" b="1">
                <a:latin typeface="Times New Roman" panose="02020603050405020304" pitchFamily="18" charset="0"/>
                <a:cs typeface="Times New Roman" panose="02020603050405020304" pitchFamily="18" charset="0"/>
              </a:rPr>
              <a:t>: execute an input –output instruction</a:t>
            </a:r>
            <a:endParaRPr lang="en-US" altLang="en-US" sz="2800">
              <a:latin typeface="Times New Roman" panose="02020603050405020304" pitchFamily="18" charset="0"/>
              <a:cs typeface="Times New Roman" panose="02020603050405020304" pitchFamily="18" charset="0"/>
            </a:endParaRPr>
          </a:p>
          <a:p>
            <a:pPr eaLnBrk="1" hangingPunct="1">
              <a:buFont typeface="Wingdings 2" panose="05020102010507070707" pitchFamily="18" charset="2"/>
              <a:buNone/>
            </a:pPr>
            <a:endParaRPr lang="en-US" altLang="en-US" smtClean="0"/>
          </a:p>
          <a:p>
            <a:endParaRPr lang="en-US" altLang="en-US" smtClean="0"/>
          </a:p>
        </p:txBody>
      </p:sp>
    </p:spTree>
    <p:extLst>
      <p:ext uri="{BB962C8B-B14F-4D97-AF65-F5344CB8AC3E}">
        <p14:creationId xmlns:p14="http://schemas.microsoft.com/office/powerpoint/2010/main" val="97154343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2643">
                                            <p:txEl>
                                              <p:pRg st="0" end="0"/>
                                            </p:txEl>
                                          </p:spTgt>
                                        </p:tgtEl>
                                        <p:attrNameLst>
                                          <p:attrName>style.visibility</p:attrName>
                                        </p:attrNameLst>
                                      </p:cBhvr>
                                      <p:to>
                                        <p:strVal val="visible"/>
                                      </p:to>
                                    </p:set>
                                    <p:anim calcmode="lin" valueType="num">
                                      <p:cBhvr additive="base">
                                        <p:cTn id="7" dur="500" fill="hold"/>
                                        <p:tgtEl>
                                          <p:spTgt spid="11264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1264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2643">
                                            <p:txEl>
                                              <p:pRg st="2" end="2"/>
                                            </p:txEl>
                                          </p:spTgt>
                                        </p:tgtEl>
                                        <p:attrNameLst>
                                          <p:attrName>style.visibility</p:attrName>
                                        </p:attrNameLst>
                                      </p:cBhvr>
                                      <p:to>
                                        <p:strVal val="visible"/>
                                      </p:to>
                                    </p:set>
                                    <p:anim calcmode="lin" valueType="num">
                                      <p:cBhvr additive="base">
                                        <p:cTn id="13" dur="500" fill="hold"/>
                                        <p:tgtEl>
                                          <p:spTgt spid="11264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1264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12643">
                                            <p:txEl>
                                              <p:pRg st="4" end="4"/>
                                            </p:txEl>
                                          </p:spTgt>
                                        </p:tgtEl>
                                        <p:attrNameLst>
                                          <p:attrName>style.visibility</p:attrName>
                                        </p:attrNameLst>
                                      </p:cBhvr>
                                      <p:to>
                                        <p:strVal val="visible"/>
                                      </p:to>
                                    </p:set>
                                    <p:anim calcmode="lin" valueType="num">
                                      <p:cBhvr additive="base">
                                        <p:cTn id="19" dur="500" fill="hold"/>
                                        <p:tgtEl>
                                          <p:spTgt spid="11264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1264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12643">
                                            <p:txEl>
                                              <p:pRg st="5" end="5"/>
                                            </p:txEl>
                                          </p:spTgt>
                                        </p:tgtEl>
                                        <p:attrNameLst>
                                          <p:attrName>style.visibility</p:attrName>
                                        </p:attrNameLst>
                                      </p:cBhvr>
                                      <p:to>
                                        <p:strVal val="visible"/>
                                      </p:to>
                                    </p:set>
                                    <p:anim calcmode="lin" valueType="num">
                                      <p:cBhvr additive="base">
                                        <p:cTn id="25" dur="500" fill="hold"/>
                                        <p:tgtEl>
                                          <p:spTgt spid="112643">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1264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12643">
                                            <p:txEl>
                                              <p:pRg st="6" end="6"/>
                                            </p:txEl>
                                          </p:spTgt>
                                        </p:tgtEl>
                                        <p:attrNameLst>
                                          <p:attrName>style.visibility</p:attrName>
                                        </p:attrNameLst>
                                      </p:cBhvr>
                                      <p:to>
                                        <p:strVal val="visible"/>
                                      </p:to>
                                    </p:set>
                                    <p:anim calcmode="lin" valueType="num">
                                      <p:cBhvr additive="base">
                                        <p:cTn id="31" dur="500" fill="hold"/>
                                        <p:tgtEl>
                                          <p:spTgt spid="112643">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1264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43"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Title 1"/>
          <p:cNvSpPr>
            <a:spLocks noGrp="1"/>
          </p:cNvSpPr>
          <p:nvPr>
            <p:ph type="title"/>
          </p:nvPr>
        </p:nvSpPr>
        <p:spPr/>
        <p:txBody>
          <a:bodyPr/>
          <a:lstStyle/>
          <a:p>
            <a:r>
              <a:rPr lang="en-US" altLang="en-US" sz="4000" b="1" u="sng">
                <a:latin typeface="Times New Roman" panose="02020603050405020304" pitchFamily="18" charset="0"/>
                <a:cs typeface="Times New Roman" panose="02020603050405020304" pitchFamily="18" charset="0"/>
              </a:rPr>
              <a:t>(4) Execute the instruction:</a:t>
            </a:r>
            <a:endParaRPr lang="en-US" altLang="en-US" sz="4000">
              <a:latin typeface="Times New Roman" panose="02020603050405020304" pitchFamily="18" charset="0"/>
              <a:cs typeface="Times New Roman" panose="02020603050405020304" pitchFamily="18" charset="0"/>
            </a:endParaRPr>
          </a:p>
        </p:txBody>
      </p:sp>
      <p:sp>
        <p:nvSpPr>
          <p:cNvPr id="113667" name="Content Placeholder 2"/>
          <p:cNvSpPr>
            <a:spLocks noGrp="1"/>
          </p:cNvSpPr>
          <p:nvPr>
            <p:ph idx="1"/>
          </p:nvPr>
        </p:nvSpPr>
        <p:spPr>
          <a:xfrm>
            <a:off x="1981200" y="1295401"/>
            <a:ext cx="8229600" cy="4525963"/>
          </a:xfrm>
        </p:spPr>
        <p:txBody>
          <a:bodyPr/>
          <a:lstStyle/>
          <a:p>
            <a:pPr eaLnBrk="1" hangingPunct="1"/>
            <a:r>
              <a:rPr lang="en-US" altLang="en-US" sz="2800">
                <a:latin typeface="Times New Roman" panose="02020603050405020304" pitchFamily="18" charset="0"/>
                <a:cs typeface="Times New Roman" panose="02020603050405020304" pitchFamily="18" charset="0"/>
              </a:rPr>
              <a:t>After fetching the indirect address from the memory, instructions are executed .</a:t>
            </a:r>
          </a:p>
          <a:p>
            <a:pPr eaLnBrk="1" hangingPunct="1"/>
            <a:endParaRPr lang="en-US" altLang="en-US" sz="2800">
              <a:latin typeface="Times New Roman" panose="02020603050405020304" pitchFamily="18" charset="0"/>
              <a:cs typeface="Times New Roman" panose="02020603050405020304" pitchFamily="18" charset="0"/>
            </a:endParaRPr>
          </a:p>
          <a:p>
            <a:pPr eaLnBrk="1" hangingPunct="1"/>
            <a:r>
              <a:rPr lang="en-US" altLang="en-US" sz="2800">
                <a:latin typeface="Times New Roman" panose="02020603050405020304" pitchFamily="18" charset="0"/>
                <a:cs typeface="Times New Roman" panose="02020603050405020304" pitchFamily="18" charset="0"/>
              </a:rPr>
              <a:t>  SC is initialized with 0 sign and control is passed to the first step. </a:t>
            </a:r>
          </a:p>
          <a:p>
            <a:pPr eaLnBrk="1" hangingPunct="1"/>
            <a:endParaRPr lang="en-US" altLang="en-US" sz="2800">
              <a:latin typeface="Times New Roman" panose="02020603050405020304" pitchFamily="18" charset="0"/>
              <a:cs typeface="Times New Roman" panose="02020603050405020304" pitchFamily="18" charset="0"/>
            </a:endParaRPr>
          </a:p>
          <a:p>
            <a:pPr eaLnBrk="1" hangingPunct="1"/>
            <a:endParaRPr lang="en-US" altLang="en-US" sz="2800">
              <a:latin typeface="Times New Roman" panose="02020603050405020304" pitchFamily="18" charset="0"/>
              <a:cs typeface="Times New Roman" panose="02020603050405020304" pitchFamily="18" charset="0"/>
            </a:endParaRPr>
          </a:p>
          <a:p>
            <a:pPr eaLnBrk="1" hangingPunct="1"/>
            <a:r>
              <a:rPr lang="en-US" altLang="en-US" sz="2800">
                <a:latin typeface="Times New Roman" panose="02020603050405020304" pitchFamily="18" charset="0"/>
                <a:cs typeface="Times New Roman" panose="02020603050405020304" pitchFamily="18" charset="0"/>
              </a:rPr>
              <a:t>This process continues unless a HALT instruction is encountered.</a:t>
            </a:r>
          </a:p>
          <a:p>
            <a:pPr eaLnBrk="1" hangingPunct="1"/>
            <a:endParaRPr lang="en-US" altLang="en-US" sz="2800">
              <a:latin typeface="Times New Roman" panose="02020603050405020304" pitchFamily="18" charset="0"/>
              <a:cs typeface="Times New Roman" panose="02020603050405020304" pitchFamily="18" charset="0"/>
            </a:endParaRPr>
          </a:p>
          <a:p>
            <a:pPr eaLnBrk="1" hangingPunct="1">
              <a:buFont typeface="Wingdings 2" panose="05020102010507070707" pitchFamily="18" charset="2"/>
              <a:buNone/>
            </a:pPr>
            <a:endParaRPr lang="en-US" altLang="en-US" smtClean="0"/>
          </a:p>
          <a:p>
            <a:endParaRPr lang="en-US" altLang="en-US" smtClean="0"/>
          </a:p>
        </p:txBody>
      </p:sp>
    </p:spTree>
    <p:extLst>
      <p:ext uri="{BB962C8B-B14F-4D97-AF65-F5344CB8AC3E}">
        <p14:creationId xmlns:p14="http://schemas.microsoft.com/office/powerpoint/2010/main" val="210250524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13667">
                                            <p:txEl>
                                              <p:pRg st="0" end="0"/>
                                            </p:txEl>
                                          </p:spTgt>
                                        </p:tgtEl>
                                        <p:attrNameLst>
                                          <p:attrName>style.visibility</p:attrName>
                                        </p:attrNameLst>
                                      </p:cBhvr>
                                      <p:to>
                                        <p:strVal val="visible"/>
                                      </p:to>
                                    </p:set>
                                    <p:anim calcmode="lin" valueType="num">
                                      <p:cBhvr additive="base">
                                        <p:cTn id="7" dur="500" fill="hold"/>
                                        <p:tgtEl>
                                          <p:spTgt spid="11366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1366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13667">
                                            <p:txEl>
                                              <p:pRg st="2" end="2"/>
                                            </p:txEl>
                                          </p:spTgt>
                                        </p:tgtEl>
                                        <p:attrNameLst>
                                          <p:attrName>style.visibility</p:attrName>
                                        </p:attrNameLst>
                                      </p:cBhvr>
                                      <p:to>
                                        <p:strVal val="visible"/>
                                      </p:to>
                                    </p:set>
                                    <p:anim calcmode="lin" valueType="num">
                                      <p:cBhvr additive="base">
                                        <p:cTn id="13" dur="500" fill="hold"/>
                                        <p:tgtEl>
                                          <p:spTgt spid="113667">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1366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13667">
                                            <p:txEl>
                                              <p:pRg st="5" end="5"/>
                                            </p:txEl>
                                          </p:spTgt>
                                        </p:tgtEl>
                                        <p:attrNameLst>
                                          <p:attrName>style.visibility</p:attrName>
                                        </p:attrNameLst>
                                      </p:cBhvr>
                                      <p:to>
                                        <p:strVal val="visible"/>
                                      </p:to>
                                    </p:set>
                                    <p:anim calcmode="lin" valueType="num">
                                      <p:cBhvr additive="base">
                                        <p:cTn id="19" dur="500" fill="hold"/>
                                        <p:tgtEl>
                                          <p:spTgt spid="113667">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13667">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3667"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Title 1"/>
          <p:cNvSpPr>
            <a:spLocks noGrp="1"/>
          </p:cNvSpPr>
          <p:nvPr>
            <p:ph type="title"/>
          </p:nvPr>
        </p:nvSpPr>
        <p:spPr/>
        <p:txBody>
          <a:bodyPr/>
          <a:lstStyle/>
          <a:p>
            <a:pPr eaLnBrk="1" hangingPunct="1"/>
            <a:r>
              <a:rPr lang="en-US" altLang="en-US" b="1" u="sng" smtClean="0">
                <a:latin typeface="Times New Roman" panose="02020603050405020304" pitchFamily="18" charset="0"/>
                <a:cs typeface="Times New Roman" panose="02020603050405020304" pitchFamily="18" charset="0"/>
              </a:rPr>
              <a:t>Types of Instruction:</a:t>
            </a:r>
            <a:endParaRPr lang="en-US" altLang="en-US" smtClean="0">
              <a:solidFill>
                <a:srgbClr val="7B9899"/>
              </a:solidFill>
            </a:endParaRPr>
          </a:p>
        </p:txBody>
      </p:sp>
      <p:sp>
        <p:nvSpPr>
          <p:cNvPr id="104451" name="Content Placeholder 2"/>
          <p:cNvSpPr>
            <a:spLocks noGrp="1"/>
          </p:cNvSpPr>
          <p:nvPr>
            <p:ph sz="quarter" idx="1"/>
          </p:nvPr>
        </p:nvSpPr>
        <p:spPr>
          <a:xfrm>
            <a:off x="1825625" y="1527175"/>
            <a:ext cx="8504238" cy="4572000"/>
          </a:xfrm>
        </p:spPr>
        <p:txBody>
          <a:bodyPr/>
          <a:lstStyle/>
          <a:p>
            <a:pPr eaLnBrk="1" hangingPunct="1">
              <a:buFont typeface="Arial" panose="020B0604020202020204" pitchFamily="34" charset="0"/>
              <a:buNone/>
            </a:pPr>
            <a:r>
              <a:rPr lang="en-US" altLang="en-US" b="1" u="sng" smtClean="0">
                <a:latin typeface="Times New Roman" panose="02020603050405020304" pitchFamily="18" charset="0"/>
                <a:cs typeface="Times New Roman" panose="02020603050405020304" pitchFamily="18" charset="0"/>
              </a:rPr>
              <a:t>  </a:t>
            </a:r>
            <a:endParaRPr lang="en-US" altLang="en-US" smtClean="0">
              <a:latin typeface="Times New Roman" panose="02020603050405020304" pitchFamily="18" charset="0"/>
              <a:cs typeface="Times New Roman" panose="02020603050405020304" pitchFamily="18" charset="0"/>
            </a:endParaRPr>
          </a:p>
          <a:p>
            <a:pPr eaLnBrk="1" hangingPunct="1">
              <a:buFont typeface="Wingdings 2" panose="05020102010507070707" pitchFamily="18" charset="2"/>
              <a:buNone/>
            </a:pPr>
            <a:r>
              <a:rPr lang="en-US" altLang="en-US" smtClean="0">
                <a:latin typeface="Times New Roman" panose="02020603050405020304" pitchFamily="18" charset="0"/>
                <a:cs typeface="Times New Roman" panose="02020603050405020304" pitchFamily="18" charset="0"/>
              </a:rPr>
              <a:t>  There are three types of instructions:</a:t>
            </a:r>
          </a:p>
          <a:p>
            <a:pPr eaLnBrk="1" hangingPunct="1">
              <a:buFont typeface="Wingdings 2" panose="05020102010507070707" pitchFamily="18" charset="2"/>
              <a:buNone/>
            </a:pPr>
            <a:r>
              <a:rPr lang="en-US" altLang="en-US" smtClean="0">
                <a:latin typeface="Times New Roman" panose="02020603050405020304" pitchFamily="18" charset="0"/>
                <a:cs typeface="Times New Roman" panose="02020603050405020304" pitchFamily="18" charset="0"/>
              </a:rPr>
              <a:t>1. Memory Reference instructions</a:t>
            </a:r>
          </a:p>
          <a:p>
            <a:pPr eaLnBrk="1" hangingPunct="1">
              <a:buFont typeface="Wingdings 2" panose="05020102010507070707" pitchFamily="18" charset="2"/>
              <a:buNone/>
            </a:pPr>
            <a:r>
              <a:rPr lang="en-US" altLang="en-US" smtClean="0">
                <a:latin typeface="Times New Roman" panose="02020603050405020304" pitchFamily="18" charset="0"/>
                <a:cs typeface="Times New Roman" panose="02020603050405020304" pitchFamily="18" charset="0"/>
              </a:rPr>
              <a:t>2. Register Reference instruction</a:t>
            </a:r>
          </a:p>
          <a:p>
            <a:pPr eaLnBrk="1" hangingPunct="1">
              <a:buFont typeface="Wingdings 2" panose="05020102010507070707" pitchFamily="18" charset="2"/>
              <a:buNone/>
            </a:pPr>
            <a:r>
              <a:rPr lang="en-US" altLang="en-US" smtClean="0">
                <a:latin typeface="Times New Roman" panose="02020603050405020304" pitchFamily="18" charset="0"/>
                <a:cs typeface="Times New Roman" panose="02020603050405020304" pitchFamily="18" charset="0"/>
              </a:rPr>
              <a:t>3.  Input –output instruction </a:t>
            </a:r>
          </a:p>
          <a:p>
            <a:pPr eaLnBrk="1" hangingPunct="1">
              <a:buFont typeface="Wingdings 2" panose="05020102010507070707" pitchFamily="18" charset="2"/>
              <a:buNone/>
            </a:pPr>
            <a:endParaRPr lang="en-US" altLang="en-US" smtClean="0">
              <a:latin typeface="Times New Roman" panose="02020603050405020304" pitchFamily="18" charset="0"/>
              <a:cs typeface="Times New Roman" panose="02020603050405020304" pitchFamily="18" charset="0"/>
            </a:endParaRPr>
          </a:p>
          <a:p>
            <a:pPr eaLnBrk="1" hangingPunct="1"/>
            <a:endParaRPr lang="en-US" altLang="en-US" smtClean="0"/>
          </a:p>
        </p:txBody>
      </p:sp>
    </p:spTree>
    <p:extLst>
      <p:ext uri="{BB962C8B-B14F-4D97-AF65-F5344CB8AC3E}">
        <p14:creationId xmlns:p14="http://schemas.microsoft.com/office/powerpoint/2010/main" val="145921489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4451">
                                            <p:txEl>
                                              <p:pRg st="0" end="0"/>
                                            </p:txEl>
                                          </p:spTgt>
                                        </p:tgtEl>
                                        <p:attrNameLst>
                                          <p:attrName>style.visibility</p:attrName>
                                        </p:attrNameLst>
                                      </p:cBhvr>
                                      <p:to>
                                        <p:strVal val="visible"/>
                                      </p:to>
                                    </p:set>
                                    <p:anim calcmode="lin" valueType="num">
                                      <p:cBhvr additive="base">
                                        <p:cTn id="7" dur="500" fill="hold"/>
                                        <p:tgtEl>
                                          <p:spTgt spid="10445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445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4451">
                                            <p:txEl>
                                              <p:pRg st="1" end="1"/>
                                            </p:txEl>
                                          </p:spTgt>
                                        </p:tgtEl>
                                        <p:attrNameLst>
                                          <p:attrName>style.visibility</p:attrName>
                                        </p:attrNameLst>
                                      </p:cBhvr>
                                      <p:to>
                                        <p:strVal val="visible"/>
                                      </p:to>
                                    </p:set>
                                    <p:anim calcmode="lin" valueType="num">
                                      <p:cBhvr additive="base">
                                        <p:cTn id="13" dur="500" fill="hold"/>
                                        <p:tgtEl>
                                          <p:spTgt spid="104451">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0445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04451">
                                            <p:txEl>
                                              <p:pRg st="2" end="2"/>
                                            </p:txEl>
                                          </p:spTgt>
                                        </p:tgtEl>
                                        <p:attrNameLst>
                                          <p:attrName>style.visibility</p:attrName>
                                        </p:attrNameLst>
                                      </p:cBhvr>
                                      <p:to>
                                        <p:strVal val="visible"/>
                                      </p:to>
                                    </p:set>
                                    <p:anim calcmode="lin" valueType="num">
                                      <p:cBhvr additive="base">
                                        <p:cTn id="19" dur="500" fill="hold"/>
                                        <p:tgtEl>
                                          <p:spTgt spid="104451">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0445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04451">
                                            <p:txEl>
                                              <p:pRg st="3" end="3"/>
                                            </p:txEl>
                                          </p:spTgt>
                                        </p:tgtEl>
                                        <p:attrNameLst>
                                          <p:attrName>style.visibility</p:attrName>
                                        </p:attrNameLst>
                                      </p:cBhvr>
                                      <p:to>
                                        <p:strVal val="visible"/>
                                      </p:to>
                                    </p:set>
                                    <p:anim calcmode="lin" valueType="num">
                                      <p:cBhvr additive="base">
                                        <p:cTn id="25" dur="500" fill="hold"/>
                                        <p:tgtEl>
                                          <p:spTgt spid="104451">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0445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04451">
                                            <p:txEl>
                                              <p:pRg st="4" end="4"/>
                                            </p:txEl>
                                          </p:spTgt>
                                        </p:tgtEl>
                                        <p:attrNameLst>
                                          <p:attrName>style.visibility</p:attrName>
                                        </p:attrNameLst>
                                      </p:cBhvr>
                                      <p:to>
                                        <p:strVal val="visible"/>
                                      </p:to>
                                    </p:set>
                                    <p:anim calcmode="lin" valueType="num">
                                      <p:cBhvr additive="base">
                                        <p:cTn id="31" dur="500" fill="hold"/>
                                        <p:tgtEl>
                                          <p:spTgt spid="104451">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04451">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451"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Content Placeholder 2"/>
          <p:cNvSpPr>
            <a:spLocks noGrp="1"/>
          </p:cNvSpPr>
          <p:nvPr>
            <p:ph sz="quarter" idx="4294967295"/>
          </p:nvPr>
        </p:nvSpPr>
        <p:spPr>
          <a:xfrm>
            <a:off x="1905000" y="609601"/>
            <a:ext cx="8123238" cy="5489575"/>
          </a:xfrm>
        </p:spPr>
        <p:txBody>
          <a:bodyPr/>
          <a:lstStyle/>
          <a:p>
            <a:pPr eaLnBrk="1" hangingPunct="1">
              <a:buFont typeface="Arial" panose="020B0604020202020204" pitchFamily="34" charset="0"/>
              <a:buNone/>
            </a:pPr>
            <a:r>
              <a:rPr lang="en-US" altLang="en-US" b="1" smtClean="0"/>
              <a:t>    (1) </a:t>
            </a:r>
            <a:r>
              <a:rPr lang="en-US" altLang="en-US" sz="2800" b="1">
                <a:latin typeface="Times New Roman" panose="02020603050405020304" pitchFamily="18" charset="0"/>
                <a:cs typeface="Times New Roman" panose="02020603050405020304" pitchFamily="18" charset="0"/>
              </a:rPr>
              <a:t>Memory Reference Instructions:</a:t>
            </a:r>
          </a:p>
          <a:p>
            <a:pPr eaLnBrk="1" hangingPunct="1">
              <a:buFont typeface="Arial" panose="020B0604020202020204" pitchFamily="34" charset="0"/>
              <a:buNone/>
            </a:pPr>
            <a:r>
              <a:rPr lang="en-US" altLang="en-US" b="1" smtClean="0"/>
              <a:t>   </a:t>
            </a:r>
            <a:r>
              <a:rPr lang="en-US" altLang="en-US" smtClean="0"/>
              <a:t> </a:t>
            </a:r>
            <a:r>
              <a:rPr lang="en-US" altLang="en-US" sz="2800">
                <a:latin typeface="Times New Roman" panose="02020603050405020304" pitchFamily="18" charset="0"/>
                <a:cs typeface="Times New Roman" panose="02020603050405020304" pitchFamily="18" charset="0"/>
              </a:rPr>
              <a:t>An instruction which has operation code D7=000 to 110 and i=1  or  0 then it is called  memory –reference  instructions.</a:t>
            </a:r>
          </a:p>
        </p:txBody>
      </p:sp>
      <p:pic>
        <p:nvPicPr>
          <p:cNvPr id="107523" name="Picture 3" descr="Capture.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133600" y="2819400"/>
            <a:ext cx="8001000" cy="335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1299576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07523"/>
                                        </p:tgtEl>
                                        <p:attrNameLst>
                                          <p:attrName>style.visibility</p:attrName>
                                        </p:attrNameLst>
                                      </p:cBhvr>
                                      <p:to>
                                        <p:strVal val="visible"/>
                                      </p:to>
                                    </p:set>
                                    <p:anim calcmode="lin" valueType="num">
                                      <p:cBhvr additive="base">
                                        <p:cTn id="7" dur="500" fill="hold"/>
                                        <p:tgtEl>
                                          <p:spTgt spid="107523"/>
                                        </p:tgtEl>
                                        <p:attrNameLst>
                                          <p:attrName>ppt_x</p:attrName>
                                        </p:attrNameLst>
                                      </p:cBhvr>
                                      <p:tavLst>
                                        <p:tav tm="0">
                                          <p:val>
                                            <p:strVal val="#ppt_x"/>
                                          </p:val>
                                        </p:tav>
                                        <p:tav tm="100000">
                                          <p:val>
                                            <p:strVal val="#ppt_x"/>
                                          </p:val>
                                        </p:tav>
                                      </p:tavLst>
                                    </p:anim>
                                    <p:anim calcmode="lin" valueType="num">
                                      <p:cBhvr additive="base">
                                        <p:cTn id="8" dur="500" fill="hold"/>
                                        <p:tgtEl>
                                          <p:spTgt spid="107523"/>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7522">
                                            <p:txEl>
                                              <p:pRg st="0" end="0"/>
                                            </p:txEl>
                                          </p:spTgt>
                                        </p:tgtEl>
                                        <p:attrNameLst>
                                          <p:attrName>style.visibility</p:attrName>
                                        </p:attrNameLst>
                                      </p:cBhvr>
                                      <p:to>
                                        <p:strVal val="visible"/>
                                      </p:to>
                                    </p:set>
                                    <p:anim calcmode="lin" valueType="num">
                                      <p:cBhvr additive="base">
                                        <p:cTn id="13" dur="500" fill="hold"/>
                                        <p:tgtEl>
                                          <p:spTgt spid="107522">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07522">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07522">
                                            <p:txEl>
                                              <p:pRg st="1" end="1"/>
                                            </p:txEl>
                                          </p:spTgt>
                                        </p:tgtEl>
                                        <p:attrNameLst>
                                          <p:attrName>style.visibility</p:attrName>
                                        </p:attrNameLst>
                                      </p:cBhvr>
                                      <p:to>
                                        <p:strVal val="visible"/>
                                      </p:to>
                                    </p:set>
                                    <p:anim calcmode="lin" valueType="num">
                                      <p:cBhvr additive="base">
                                        <p:cTn id="19" dur="500" fill="hold"/>
                                        <p:tgtEl>
                                          <p:spTgt spid="107522">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07522">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522"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Title 1"/>
          <p:cNvSpPr>
            <a:spLocks noGrp="1"/>
          </p:cNvSpPr>
          <p:nvPr>
            <p:ph type="title"/>
          </p:nvPr>
        </p:nvSpPr>
        <p:spPr/>
        <p:txBody>
          <a:bodyPr/>
          <a:lstStyle/>
          <a:p>
            <a:pPr eaLnBrk="1" hangingPunct="1"/>
            <a:r>
              <a:rPr lang="en-US" altLang="en-US" b="1" smtClean="0">
                <a:latin typeface="Times New Roman" panose="02020603050405020304" pitchFamily="18" charset="0"/>
                <a:cs typeface="Times New Roman" panose="02020603050405020304" pitchFamily="18" charset="0"/>
              </a:rPr>
              <a:t>Register –Reference Instruction:-</a:t>
            </a:r>
            <a:endParaRPr lang="en-US" altLang="en-US" smtClean="0">
              <a:solidFill>
                <a:srgbClr val="7B9899"/>
              </a:solidFill>
              <a:latin typeface="Times New Roman" panose="02020603050405020304" pitchFamily="18" charset="0"/>
              <a:cs typeface="Times New Roman" panose="02020603050405020304" pitchFamily="18" charset="0"/>
            </a:endParaRPr>
          </a:p>
        </p:txBody>
      </p:sp>
      <p:sp>
        <p:nvSpPr>
          <p:cNvPr id="105475" name="Content Placeholder 2"/>
          <p:cNvSpPr>
            <a:spLocks noGrp="1"/>
          </p:cNvSpPr>
          <p:nvPr>
            <p:ph sz="quarter" idx="1"/>
          </p:nvPr>
        </p:nvSpPr>
        <p:spPr>
          <a:xfrm>
            <a:off x="1825626" y="1527176"/>
            <a:ext cx="8613775" cy="5102225"/>
          </a:xfrm>
        </p:spPr>
        <p:txBody>
          <a:bodyPr/>
          <a:lstStyle/>
          <a:p>
            <a:pPr eaLnBrk="1" hangingPunct="1"/>
            <a:r>
              <a:rPr lang="en-US" altLang="en-US" sz="2800">
                <a:latin typeface="Times New Roman" panose="02020603050405020304" pitchFamily="18" charset="0"/>
                <a:cs typeface="Times New Roman" panose="02020603050405020304" pitchFamily="18" charset="0"/>
              </a:rPr>
              <a:t>Instruction which has operation code D7=111 and i=0 then it is called as register –reference instruction</a:t>
            </a:r>
          </a:p>
          <a:p>
            <a:pPr eaLnBrk="1" hangingPunct="1">
              <a:buFont typeface="Arial" panose="020B0604020202020204" pitchFamily="34" charset="0"/>
              <a:buNone/>
            </a:pPr>
            <a:endParaRPr lang="en-US" altLang="en-US" sz="2800">
              <a:latin typeface="Times New Roman" panose="02020603050405020304" pitchFamily="18" charset="0"/>
              <a:cs typeface="Times New Roman" panose="02020603050405020304" pitchFamily="18" charset="0"/>
            </a:endParaRPr>
          </a:p>
          <a:p>
            <a:pPr eaLnBrk="1" hangingPunct="1"/>
            <a:r>
              <a:rPr lang="en-US" altLang="en-US" sz="2800">
                <a:latin typeface="Times New Roman" panose="02020603050405020304" pitchFamily="18" charset="0"/>
                <a:cs typeface="Times New Roman" panose="02020603050405020304" pitchFamily="18" charset="0"/>
              </a:rPr>
              <a:t>The first seven register-reference instructions perform clear, complement, circular shift, and increment microoperation in the AC or E registers.</a:t>
            </a:r>
          </a:p>
          <a:p>
            <a:pPr eaLnBrk="1" hangingPunct="1">
              <a:buFont typeface="Arial" panose="020B0604020202020204" pitchFamily="34" charset="0"/>
              <a:buNone/>
            </a:pPr>
            <a:endParaRPr lang="en-US" altLang="en-US" sz="2800">
              <a:latin typeface="Times New Roman" panose="02020603050405020304" pitchFamily="18" charset="0"/>
              <a:cs typeface="Times New Roman" panose="02020603050405020304" pitchFamily="18" charset="0"/>
            </a:endParaRPr>
          </a:p>
          <a:p>
            <a:pPr eaLnBrk="1" hangingPunct="1"/>
            <a:r>
              <a:rPr lang="en-US" altLang="en-US" sz="2800">
                <a:latin typeface="Times New Roman" panose="02020603050405020304" pitchFamily="18" charset="0"/>
                <a:cs typeface="Times New Roman" panose="02020603050405020304" pitchFamily="18" charset="0"/>
              </a:rPr>
              <a:t>The next four register cause a skip of the next instruction in sequence when a stated condition is satisfied.</a:t>
            </a:r>
          </a:p>
          <a:p>
            <a:pPr eaLnBrk="1" hangingPunct="1"/>
            <a:endParaRPr lang="en-US" altLang="en-US" smtClean="0"/>
          </a:p>
          <a:p>
            <a:pPr eaLnBrk="1" hangingPunct="1"/>
            <a:endParaRPr lang="en-US" altLang="en-US" smtClean="0"/>
          </a:p>
        </p:txBody>
      </p:sp>
    </p:spTree>
    <p:extLst>
      <p:ext uri="{BB962C8B-B14F-4D97-AF65-F5344CB8AC3E}">
        <p14:creationId xmlns:p14="http://schemas.microsoft.com/office/powerpoint/2010/main" val="412201514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05475">
                                            <p:txEl>
                                              <p:pRg st="0" end="0"/>
                                            </p:txEl>
                                          </p:spTgt>
                                        </p:tgtEl>
                                        <p:attrNameLst>
                                          <p:attrName>style.visibility</p:attrName>
                                        </p:attrNameLst>
                                      </p:cBhvr>
                                      <p:to>
                                        <p:strVal val="visible"/>
                                      </p:to>
                                    </p:set>
                                    <p:anim calcmode="lin" valueType="num">
                                      <p:cBhvr additive="base">
                                        <p:cTn id="7" dur="500" fill="hold"/>
                                        <p:tgtEl>
                                          <p:spTgt spid="10547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547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05475">
                                            <p:txEl>
                                              <p:pRg st="2" end="2"/>
                                            </p:txEl>
                                          </p:spTgt>
                                        </p:tgtEl>
                                        <p:attrNameLst>
                                          <p:attrName>style.visibility</p:attrName>
                                        </p:attrNameLst>
                                      </p:cBhvr>
                                      <p:to>
                                        <p:strVal val="visible"/>
                                      </p:to>
                                    </p:set>
                                    <p:anim calcmode="lin" valueType="num">
                                      <p:cBhvr additive="base">
                                        <p:cTn id="13" dur="500" fill="hold"/>
                                        <p:tgtEl>
                                          <p:spTgt spid="105475">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05475">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05475">
                                            <p:txEl>
                                              <p:pRg st="4" end="4"/>
                                            </p:txEl>
                                          </p:spTgt>
                                        </p:tgtEl>
                                        <p:attrNameLst>
                                          <p:attrName>style.visibility</p:attrName>
                                        </p:attrNameLst>
                                      </p:cBhvr>
                                      <p:to>
                                        <p:strVal val="visible"/>
                                      </p:to>
                                    </p:set>
                                    <p:anim calcmode="lin" valueType="num">
                                      <p:cBhvr additive="base">
                                        <p:cTn id="19" dur="500" fill="hold"/>
                                        <p:tgtEl>
                                          <p:spTgt spid="105475">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05475">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475"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6498" name="Picture 3" descr="Capture.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362200" y="990601"/>
            <a:ext cx="7772400" cy="5338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4217337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06498"/>
                                        </p:tgtEl>
                                        <p:attrNameLst>
                                          <p:attrName>style.visibility</p:attrName>
                                        </p:attrNameLst>
                                      </p:cBhvr>
                                      <p:to>
                                        <p:strVal val="visible"/>
                                      </p:to>
                                    </p:set>
                                    <p:anim calcmode="lin" valueType="num">
                                      <p:cBhvr additive="base">
                                        <p:cTn id="7" dur="500" fill="hold"/>
                                        <p:tgtEl>
                                          <p:spTgt spid="106498"/>
                                        </p:tgtEl>
                                        <p:attrNameLst>
                                          <p:attrName>ppt_x</p:attrName>
                                        </p:attrNameLst>
                                      </p:cBhvr>
                                      <p:tavLst>
                                        <p:tav tm="0">
                                          <p:val>
                                            <p:strVal val="#ppt_x"/>
                                          </p:val>
                                        </p:tav>
                                        <p:tav tm="100000">
                                          <p:val>
                                            <p:strVal val="#ppt_x"/>
                                          </p:val>
                                        </p:tav>
                                      </p:tavLst>
                                    </p:anim>
                                    <p:anim calcmode="lin" valueType="num">
                                      <p:cBhvr additive="base">
                                        <p:cTn id="8" dur="500" fill="hold"/>
                                        <p:tgtEl>
                                          <p:spTgt spid="10649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Content Placeholder 2"/>
          <p:cNvSpPr>
            <a:spLocks noGrp="1"/>
          </p:cNvSpPr>
          <p:nvPr>
            <p:ph sz="quarter" idx="4294967295"/>
          </p:nvPr>
        </p:nvSpPr>
        <p:spPr>
          <a:xfrm>
            <a:off x="1981200" y="304801"/>
            <a:ext cx="8047038" cy="5794375"/>
          </a:xfrm>
        </p:spPr>
        <p:txBody>
          <a:bodyPr/>
          <a:lstStyle/>
          <a:p>
            <a:pPr eaLnBrk="1" hangingPunct="1"/>
            <a:r>
              <a:rPr lang="en-US" altLang="en-US" b="1" u="sng" smtClean="0"/>
              <a:t>(3) Input –output Instruction :- </a:t>
            </a:r>
            <a:r>
              <a:rPr lang="en-US" altLang="en-US" smtClean="0"/>
              <a:t>input-output instructions have an operation code 1111 and are recognized by the control when D7=1 and I=1</a:t>
            </a:r>
          </a:p>
        </p:txBody>
      </p:sp>
      <p:pic>
        <p:nvPicPr>
          <p:cNvPr id="126979" name="Picture 3" descr="Capture.JP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2895600"/>
            <a:ext cx="8382000" cy="358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2631270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6978">
                                            <p:txEl>
                                              <p:pRg st="0" end="0"/>
                                            </p:txEl>
                                          </p:spTgt>
                                        </p:tgtEl>
                                        <p:attrNameLst>
                                          <p:attrName>style.visibility</p:attrName>
                                        </p:attrNameLst>
                                      </p:cBhvr>
                                      <p:to>
                                        <p:strVal val="visible"/>
                                      </p:to>
                                    </p:set>
                                    <p:anim calcmode="lin" valueType="num">
                                      <p:cBhvr additive="base">
                                        <p:cTn id="7" dur="500" fill="hold"/>
                                        <p:tgtEl>
                                          <p:spTgt spid="12697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2697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26979"/>
                                        </p:tgtEl>
                                        <p:attrNameLst>
                                          <p:attrName>style.visibility</p:attrName>
                                        </p:attrNameLst>
                                      </p:cBhvr>
                                      <p:to>
                                        <p:strVal val="visible"/>
                                      </p:to>
                                    </p:set>
                                    <p:anim calcmode="lin" valueType="num">
                                      <p:cBhvr additive="base">
                                        <p:cTn id="13" dur="500" fill="hold"/>
                                        <p:tgtEl>
                                          <p:spTgt spid="126979"/>
                                        </p:tgtEl>
                                        <p:attrNameLst>
                                          <p:attrName>ppt_x</p:attrName>
                                        </p:attrNameLst>
                                      </p:cBhvr>
                                      <p:tavLst>
                                        <p:tav tm="0">
                                          <p:val>
                                            <p:strVal val="#ppt_x"/>
                                          </p:val>
                                        </p:tav>
                                        <p:tav tm="100000">
                                          <p:val>
                                            <p:strVal val="#ppt_x"/>
                                          </p:val>
                                        </p:tav>
                                      </p:tavLst>
                                    </p:anim>
                                    <p:anim calcmode="lin" valueType="num">
                                      <p:cBhvr additive="base">
                                        <p:cTn id="14" dur="500" fill="hold"/>
                                        <p:tgtEl>
                                          <p:spTgt spid="12697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6978"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5000" y="457200"/>
            <a:ext cx="8534400" cy="533400"/>
          </a:xfrm>
        </p:spPr>
        <p:txBody>
          <a:bodyPr rtlCol="0">
            <a:normAutofit fontScale="90000"/>
          </a:bodyPr>
          <a:lstStyle/>
          <a:p>
            <a:pPr eaLnBrk="1" fontAlgn="auto" hangingPunct="1">
              <a:spcAft>
                <a:spcPts val="0"/>
              </a:spcAft>
              <a:defRPr/>
            </a:pPr>
            <a:r>
              <a:rPr lang="en-US" dirty="0" smtClean="0"/>
              <a:t/>
            </a:r>
            <a:br>
              <a:rPr lang="en-US" dirty="0" smtClean="0"/>
            </a:br>
            <a:r>
              <a:rPr lang="en-US" b="1" u="sng" dirty="0" smtClean="0"/>
              <a:t> REGISTER TRANSFER LANGUAGE</a:t>
            </a:r>
            <a:endParaRPr lang="en-US" dirty="0"/>
          </a:p>
        </p:txBody>
      </p:sp>
      <p:sp>
        <p:nvSpPr>
          <p:cNvPr id="25603" name="Content Placeholder 2"/>
          <p:cNvSpPr>
            <a:spLocks noGrp="1"/>
          </p:cNvSpPr>
          <p:nvPr>
            <p:ph idx="1"/>
          </p:nvPr>
        </p:nvSpPr>
        <p:spPr>
          <a:xfrm>
            <a:off x="1981200" y="1447800"/>
            <a:ext cx="8229600" cy="5029200"/>
          </a:xfrm>
        </p:spPr>
        <p:txBody>
          <a:bodyPr rtlCol="0">
            <a:normAutofit lnSpcReduction="10000"/>
          </a:bodyPr>
          <a:lstStyle/>
          <a:p>
            <a:pPr algn="just" eaLnBrk="1" fontAlgn="auto" hangingPunct="1">
              <a:spcAft>
                <a:spcPts val="0"/>
              </a:spcAft>
              <a:defRPr/>
            </a:pPr>
            <a:r>
              <a:rPr lang="en-US" sz="2800" dirty="0">
                <a:latin typeface="Times New Roman" pitchFamily="18" charset="0"/>
                <a:cs typeface="Times New Roman" pitchFamily="18" charset="0"/>
              </a:rPr>
              <a:t>A Language in which the symbolic notation is used to describe the micro operation transfer among registers is called a register transfer language.</a:t>
            </a:r>
          </a:p>
          <a:p>
            <a:pPr algn="just" eaLnBrk="1" fontAlgn="auto" hangingPunct="1">
              <a:spcAft>
                <a:spcPts val="0"/>
              </a:spcAft>
              <a:buNone/>
              <a:defRPr/>
            </a:pPr>
            <a:endParaRPr lang="en-US" sz="2800" dirty="0">
              <a:latin typeface="Times New Roman" pitchFamily="18" charset="0"/>
              <a:cs typeface="Times New Roman" pitchFamily="18" charset="0"/>
            </a:endParaRPr>
          </a:p>
          <a:p>
            <a:pPr algn="just" eaLnBrk="1" fontAlgn="auto" hangingPunct="1">
              <a:spcAft>
                <a:spcPts val="0"/>
              </a:spcAft>
              <a:defRPr/>
            </a:pPr>
            <a:r>
              <a:rPr lang="en-US" sz="2800" dirty="0">
                <a:latin typeface="Times New Roman" pitchFamily="18" charset="0"/>
                <a:cs typeface="Times New Roman" pitchFamily="18" charset="0"/>
              </a:rPr>
              <a:t> ‘</a:t>
            </a:r>
            <a:r>
              <a:rPr lang="en-US" sz="2800" b="1" dirty="0">
                <a:latin typeface="Times New Roman" pitchFamily="18" charset="0"/>
                <a:cs typeface="Times New Roman" pitchFamily="18" charset="0"/>
              </a:rPr>
              <a:t>Register Transfer</a:t>
            </a:r>
            <a:r>
              <a:rPr lang="en-US" sz="2800" dirty="0">
                <a:latin typeface="Times New Roman" pitchFamily="18" charset="0"/>
                <a:cs typeface="Times New Roman" pitchFamily="18" charset="0"/>
              </a:rPr>
              <a:t>’ means a logic circuit that performs micro operations and transfer the result of the operation to the same or another register.</a:t>
            </a:r>
          </a:p>
          <a:p>
            <a:pPr algn="just" eaLnBrk="1" fontAlgn="auto" hangingPunct="1">
              <a:spcAft>
                <a:spcPts val="0"/>
              </a:spcAft>
              <a:defRPr/>
            </a:pPr>
            <a:endParaRPr lang="en-US" sz="2800" dirty="0">
              <a:latin typeface="Times New Roman" pitchFamily="18" charset="0"/>
              <a:cs typeface="Times New Roman" pitchFamily="18" charset="0"/>
            </a:endParaRPr>
          </a:p>
          <a:p>
            <a:pPr algn="just" eaLnBrk="1" fontAlgn="auto" hangingPunct="1">
              <a:spcAft>
                <a:spcPts val="0"/>
              </a:spcAft>
              <a:defRPr/>
            </a:pPr>
            <a:r>
              <a:rPr lang="en-US" sz="2800" dirty="0">
                <a:latin typeface="Times New Roman" pitchFamily="18" charset="0"/>
                <a:cs typeface="Times New Roman" pitchFamily="18" charset="0"/>
              </a:rPr>
              <a:t>A Register transfer language is a system for expressing in symbolic form the micro-operation sequences among the registers of a digital module.</a:t>
            </a:r>
          </a:p>
          <a:p>
            <a:pPr eaLnBrk="1" fontAlgn="auto" hangingPunct="1">
              <a:spcAft>
                <a:spcPts val="0"/>
              </a:spcAft>
              <a:defRPr/>
            </a:pPr>
            <a:endParaRPr lang="en-US" dirty="0" smtClean="0"/>
          </a:p>
        </p:txBody>
      </p:sp>
    </p:spTree>
    <p:extLst>
      <p:ext uri="{BB962C8B-B14F-4D97-AF65-F5344CB8AC3E}">
        <p14:creationId xmlns:p14="http://schemas.microsoft.com/office/powerpoint/2010/main" val="411186189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5603">
                                            <p:txEl>
                                              <p:pRg st="0" end="0"/>
                                            </p:txEl>
                                          </p:spTgt>
                                        </p:tgtEl>
                                        <p:attrNameLst>
                                          <p:attrName>style.visibility</p:attrName>
                                        </p:attrNameLst>
                                      </p:cBhvr>
                                      <p:to>
                                        <p:strVal val="visible"/>
                                      </p:to>
                                    </p:set>
                                    <p:anim calcmode="lin" valueType="num">
                                      <p:cBhvr additive="base">
                                        <p:cTn id="7" dur="500" fill="hold"/>
                                        <p:tgtEl>
                                          <p:spTgt spid="2560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560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5603">
                                            <p:txEl>
                                              <p:pRg st="2" end="2"/>
                                            </p:txEl>
                                          </p:spTgt>
                                        </p:tgtEl>
                                        <p:attrNameLst>
                                          <p:attrName>style.visibility</p:attrName>
                                        </p:attrNameLst>
                                      </p:cBhvr>
                                      <p:to>
                                        <p:strVal val="visible"/>
                                      </p:to>
                                    </p:set>
                                    <p:anim calcmode="lin" valueType="num">
                                      <p:cBhvr additive="base">
                                        <p:cTn id="13" dur="500" fill="hold"/>
                                        <p:tgtEl>
                                          <p:spTgt spid="2560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560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5603">
                                            <p:txEl>
                                              <p:pRg st="4" end="4"/>
                                            </p:txEl>
                                          </p:spTgt>
                                        </p:tgtEl>
                                        <p:attrNameLst>
                                          <p:attrName>style.visibility</p:attrName>
                                        </p:attrNameLst>
                                      </p:cBhvr>
                                      <p:to>
                                        <p:strVal val="visible"/>
                                      </p:to>
                                    </p:set>
                                    <p:anim calcmode="lin" valueType="num">
                                      <p:cBhvr additive="base">
                                        <p:cTn id="19" dur="500" fill="hold"/>
                                        <p:tgtEl>
                                          <p:spTgt spid="2560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560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3"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Content Placeholder 2"/>
          <p:cNvSpPr>
            <a:spLocks noGrp="1"/>
          </p:cNvSpPr>
          <p:nvPr>
            <p:ph idx="1"/>
          </p:nvPr>
        </p:nvSpPr>
        <p:spPr>
          <a:xfrm>
            <a:off x="1828800" y="1447801"/>
            <a:ext cx="8534400" cy="4678363"/>
          </a:xfrm>
        </p:spPr>
        <p:txBody>
          <a:bodyPr/>
          <a:lstStyle/>
          <a:p>
            <a:pPr marL="273050" indent="-273050" eaLnBrk="1" hangingPunct="1">
              <a:buFont typeface="Wingdings 2" panose="05020102010507070707" pitchFamily="18" charset="2"/>
              <a:buChar char=""/>
            </a:pPr>
            <a:r>
              <a:rPr lang="en-US" altLang="en-US" sz="2800">
                <a:latin typeface="Times New Roman" panose="02020603050405020304" pitchFamily="18" charset="0"/>
                <a:cs typeface="Times New Roman" panose="02020603050405020304" pitchFamily="18" charset="0"/>
              </a:rPr>
              <a:t>Information transfer from one register to another is designated in symbol form by means of a replacement operator in the statement.</a:t>
            </a:r>
          </a:p>
          <a:p>
            <a:pPr marL="273050" indent="-273050" algn="ctr" eaLnBrk="1" hangingPunct="1">
              <a:buNone/>
            </a:pPr>
            <a:r>
              <a:rPr lang="en-US" altLang="en-US" sz="2800" b="1">
                <a:latin typeface="Times New Roman" panose="02020603050405020304" pitchFamily="18" charset="0"/>
                <a:cs typeface="Times New Roman" panose="02020603050405020304" pitchFamily="18" charset="0"/>
              </a:rPr>
              <a:t>R2  </a:t>
            </a:r>
            <a:r>
              <a:rPr lang="en-US" altLang="en-US" sz="2800" b="1">
                <a:latin typeface="Times New Roman" panose="02020603050405020304" pitchFamily="18" charset="0"/>
                <a:cs typeface="Times New Roman" panose="02020603050405020304" pitchFamily="18" charset="0"/>
                <a:sym typeface="Wingdings" panose="05000000000000000000" pitchFamily="2" charset="2"/>
              </a:rPr>
              <a:t></a:t>
            </a:r>
            <a:r>
              <a:rPr lang="en-US" altLang="en-US" sz="2800" b="1">
                <a:latin typeface="Times New Roman" panose="02020603050405020304" pitchFamily="18" charset="0"/>
                <a:cs typeface="Times New Roman" panose="02020603050405020304" pitchFamily="18" charset="0"/>
              </a:rPr>
              <a:t>  R1</a:t>
            </a:r>
            <a:endParaRPr lang="en-US" altLang="en-US" sz="2800">
              <a:latin typeface="Times New Roman" panose="02020603050405020304" pitchFamily="18" charset="0"/>
              <a:cs typeface="Times New Roman" panose="02020603050405020304" pitchFamily="18" charset="0"/>
            </a:endParaRPr>
          </a:p>
          <a:p>
            <a:pPr marL="273050" indent="-273050" eaLnBrk="1" hangingPunct="1">
              <a:buFont typeface="Wingdings 2" panose="05020102010507070707" pitchFamily="18" charset="2"/>
              <a:buChar char=""/>
            </a:pPr>
            <a:r>
              <a:rPr lang="en-US" altLang="en-US" sz="2800">
                <a:latin typeface="Times New Roman" panose="02020603050405020304" pitchFamily="18" charset="0"/>
                <a:cs typeface="Times New Roman" panose="02020603050405020304" pitchFamily="18" charset="0"/>
              </a:rPr>
              <a:t>Denotes the transfer of the content of register R1 into register R2. By definition the content of the source register R1 does not change after the transfer.</a:t>
            </a:r>
          </a:p>
          <a:p>
            <a:pPr marL="273050" indent="-273050" eaLnBrk="1" hangingPunct="1">
              <a:buNone/>
            </a:pPr>
            <a:endParaRPr lang="en-US" altLang="en-US" smtClean="0">
              <a:latin typeface="Times New Roman" panose="02020603050405020304" pitchFamily="18" charset="0"/>
              <a:cs typeface="Times New Roman" panose="02020603050405020304" pitchFamily="18" charset="0"/>
            </a:endParaRPr>
          </a:p>
          <a:p>
            <a:pPr marL="273050" indent="-273050" eaLnBrk="1" hangingPunct="1">
              <a:buFont typeface="Wingdings 2" panose="05020102010507070707" pitchFamily="18" charset="2"/>
              <a:buChar char=""/>
            </a:pPr>
            <a:endParaRPr lang="en-US" altLang="en-US" smtClean="0">
              <a:latin typeface="Times New Roman" panose="02020603050405020304" pitchFamily="18" charset="0"/>
              <a:cs typeface="Times New Roman" panose="02020603050405020304" pitchFamily="18" charset="0"/>
            </a:endParaRPr>
          </a:p>
          <a:p>
            <a:pPr marL="273050" indent="-273050" eaLnBrk="1" hangingPunct="1">
              <a:buFont typeface="Wingdings 2" panose="05020102010507070707" pitchFamily="18" charset="2"/>
              <a:buChar char=""/>
            </a:pPr>
            <a:endParaRPr lang="en-US" altLang="en-US"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596938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2530">
                                            <p:txEl>
                                              <p:pRg st="0" end="0"/>
                                            </p:txEl>
                                          </p:spTgt>
                                        </p:tgtEl>
                                        <p:attrNameLst>
                                          <p:attrName>style.visibility</p:attrName>
                                        </p:attrNameLst>
                                      </p:cBhvr>
                                      <p:to>
                                        <p:strVal val="visible"/>
                                      </p:to>
                                    </p:set>
                                    <p:anim calcmode="lin" valueType="num">
                                      <p:cBhvr additive="base">
                                        <p:cTn id="7" dur="500" fill="hold"/>
                                        <p:tgtEl>
                                          <p:spTgt spid="22530">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2530">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2530">
                                            <p:txEl>
                                              <p:pRg st="1" end="1"/>
                                            </p:txEl>
                                          </p:spTgt>
                                        </p:tgtEl>
                                        <p:attrNameLst>
                                          <p:attrName>style.visibility</p:attrName>
                                        </p:attrNameLst>
                                      </p:cBhvr>
                                      <p:to>
                                        <p:strVal val="visible"/>
                                      </p:to>
                                    </p:set>
                                    <p:anim calcmode="lin" valueType="num">
                                      <p:cBhvr additive="base">
                                        <p:cTn id="13" dur="500" fill="hold"/>
                                        <p:tgtEl>
                                          <p:spTgt spid="22530">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2530">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2530">
                                            <p:txEl>
                                              <p:pRg st="2" end="2"/>
                                            </p:txEl>
                                          </p:spTgt>
                                        </p:tgtEl>
                                        <p:attrNameLst>
                                          <p:attrName>style.visibility</p:attrName>
                                        </p:attrNameLst>
                                      </p:cBhvr>
                                      <p:to>
                                        <p:strVal val="visible"/>
                                      </p:to>
                                    </p:set>
                                    <p:anim calcmode="lin" valueType="num">
                                      <p:cBhvr additive="base">
                                        <p:cTn id="19" dur="500" fill="hold"/>
                                        <p:tgtEl>
                                          <p:spTgt spid="22530">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2530">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0"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3"/>
          <p:cNvSpPr>
            <a:spLocks noChangeArrowheads="1"/>
          </p:cNvSpPr>
          <p:nvPr/>
        </p:nvSpPr>
        <p:spPr bwMode="auto">
          <a:xfrm>
            <a:off x="1752600" y="228601"/>
            <a:ext cx="8686800" cy="3292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73050" indent="-27305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fontAlgn="base">
              <a:spcBef>
                <a:spcPct val="0"/>
              </a:spcBef>
              <a:spcAft>
                <a:spcPct val="0"/>
              </a:spcAft>
              <a:buFont typeface="Wingdings 2" panose="05020102010507070707" pitchFamily="18" charset="2"/>
              <a:buChar char=""/>
            </a:pPr>
            <a:r>
              <a:rPr lang="en-US" altLang="en-US" sz="2600">
                <a:solidFill>
                  <a:prstClr val="black"/>
                </a:solidFill>
                <a:latin typeface="Times New Roman" panose="02020603050405020304" pitchFamily="18" charset="0"/>
                <a:cs typeface="Times New Roman" panose="02020603050405020304" pitchFamily="18" charset="0"/>
              </a:rPr>
              <a:t>Normally we want the transfer to occur only under a predetermined control condition. This can be shown by means of an If than statement</a:t>
            </a:r>
          </a:p>
          <a:p>
            <a:pPr algn="ctr" fontAlgn="base">
              <a:spcBef>
                <a:spcPct val="0"/>
              </a:spcBef>
              <a:spcAft>
                <a:spcPct val="0"/>
              </a:spcAft>
              <a:buNone/>
            </a:pPr>
            <a:r>
              <a:rPr lang="en-US" altLang="en-US" sz="2600" b="1">
                <a:solidFill>
                  <a:prstClr val="black"/>
                </a:solidFill>
                <a:latin typeface="Times New Roman" panose="02020603050405020304" pitchFamily="18" charset="0"/>
                <a:cs typeface="Times New Roman" panose="02020603050405020304" pitchFamily="18" charset="0"/>
              </a:rPr>
              <a:t>If (P=1)  than ( R2 </a:t>
            </a:r>
            <a:r>
              <a:rPr lang="en-US" altLang="en-US" sz="2600" b="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a:t>
            </a:r>
            <a:r>
              <a:rPr lang="en-US" altLang="en-US" sz="2600" b="1">
                <a:solidFill>
                  <a:prstClr val="black"/>
                </a:solidFill>
                <a:latin typeface="Times New Roman" panose="02020603050405020304" pitchFamily="18" charset="0"/>
                <a:cs typeface="Times New Roman" panose="02020603050405020304" pitchFamily="18" charset="0"/>
              </a:rPr>
              <a:t> R1)</a:t>
            </a:r>
            <a:endParaRPr lang="en-US" altLang="en-US" sz="2600">
              <a:solidFill>
                <a:prstClr val="black"/>
              </a:solidFill>
              <a:latin typeface="Times New Roman" panose="02020603050405020304" pitchFamily="18" charset="0"/>
              <a:cs typeface="Times New Roman" panose="02020603050405020304" pitchFamily="18" charset="0"/>
            </a:endParaRPr>
          </a:p>
          <a:p>
            <a:pPr fontAlgn="base">
              <a:spcBef>
                <a:spcPct val="0"/>
              </a:spcBef>
              <a:spcAft>
                <a:spcPct val="0"/>
              </a:spcAft>
              <a:buFont typeface="Wingdings 2" panose="05020102010507070707" pitchFamily="18" charset="2"/>
              <a:buChar char=""/>
            </a:pPr>
            <a:r>
              <a:rPr lang="en-US" altLang="en-US" sz="2600">
                <a:solidFill>
                  <a:prstClr val="black"/>
                </a:solidFill>
                <a:latin typeface="Times New Roman" panose="02020603050405020304" pitchFamily="18" charset="0"/>
                <a:cs typeface="Times New Roman" panose="02020603050405020304" pitchFamily="18" charset="0"/>
              </a:rPr>
              <a:t>Where p is a control function which is a Boolean variable that is equal to 1 or 0 the control function in the statement as follows</a:t>
            </a:r>
          </a:p>
          <a:p>
            <a:pPr algn="ctr" fontAlgn="base">
              <a:spcBef>
                <a:spcPct val="0"/>
              </a:spcBef>
              <a:spcAft>
                <a:spcPct val="0"/>
              </a:spcAft>
              <a:buNone/>
            </a:pPr>
            <a:r>
              <a:rPr lang="en-US" altLang="en-US" sz="2600" b="1">
                <a:solidFill>
                  <a:prstClr val="black"/>
                </a:solidFill>
                <a:latin typeface="Times New Roman" panose="02020603050405020304" pitchFamily="18" charset="0"/>
                <a:cs typeface="Times New Roman" panose="02020603050405020304" pitchFamily="18" charset="0"/>
              </a:rPr>
              <a:t>P: R2 </a:t>
            </a:r>
            <a:r>
              <a:rPr lang="en-US" altLang="en-US" sz="2600" b="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a:t>
            </a:r>
            <a:r>
              <a:rPr lang="en-US" altLang="en-US" sz="2600" b="1">
                <a:solidFill>
                  <a:prstClr val="black"/>
                </a:solidFill>
                <a:latin typeface="Times New Roman" panose="02020603050405020304" pitchFamily="18" charset="0"/>
                <a:cs typeface="Times New Roman" panose="02020603050405020304" pitchFamily="18" charset="0"/>
              </a:rPr>
              <a:t> R1</a:t>
            </a:r>
            <a:endParaRPr lang="en-US" altLang="en-US" sz="2600">
              <a:solidFill>
                <a:prstClr val="black"/>
              </a:solidFill>
              <a:latin typeface="Arial" panose="020B0604020202020204" pitchFamily="34" charset="0"/>
              <a:cs typeface="Arial" panose="020B0604020202020204" pitchFamily="34" charset="0"/>
            </a:endParaRPr>
          </a:p>
        </p:txBody>
      </p:sp>
      <p:pic>
        <p:nvPicPr>
          <p:cNvPr id="23555" name="Picture 4" descr="register-transfer.png"/>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819400" y="3765551"/>
            <a:ext cx="6400800" cy="2530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300304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3554">
                                            <p:txEl>
                                              <p:pRg st="0" end="0"/>
                                            </p:txEl>
                                          </p:spTgt>
                                        </p:tgtEl>
                                        <p:attrNameLst>
                                          <p:attrName>style.visibility</p:attrName>
                                        </p:attrNameLst>
                                      </p:cBhvr>
                                      <p:to>
                                        <p:strVal val="visible"/>
                                      </p:to>
                                    </p:set>
                                    <p:anim calcmode="lin" valueType="num">
                                      <p:cBhvr additive="base">
                                        <p:cTn id="7" dur="500" fill="hold"/>
                                        <p:tgtEl>
                                          <p:spTgt spid="2355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355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3554">
                                            <p:txEl>
                                              <p:pRg st="1" end="1"/>
                                            </p:txEl>
                                          </p:spTgt>
                                        </p:tgtEl>
                                        <p:attrNameLst>
                                          <p:attrName>style.visibility</p:attrName>
                                        </p:attrNameLst>
                                      </p:cBhvr>
                                      <p:to>
                                        <p:strVal val="visible"/>
                                      </p:to>
                                    </p:set>
                                    <p:anim calcmode="lin" valueType="num">
                                      <p:cBhvr additive="base">
                                        <p:cTn id="13" dur="500" fill="hold"/>
                                        <p:tgtEl>
                                          <p:spTgt spid="23554">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355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3554">
                                            <p:txEl>
                                              <p:pRg st="2" end="2"/>
                                            </p:txEl>
                                          </p:spTgt>
                                        </p:tgtEl>
                                        <p:attrNameLst>
                                          <p:attrName>style.visibility</p:attrName>
                                        </p:attrNameLst>
                                      </p:cBhvr>
                                      <p:to>
                                        <p:strVal val="visible"/>
                                      </p:to>
                                    </p:set>
                                    <p:anim calcmode="lin" valueType="num">
                                      <p:cBhvr additive="base">
                                        <p:cTn id="19" dur="500" fill="hold"/>
                                        <p:tgtEl>
                                          <p:spTgt spid="23554">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355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23554">
                                            <p:txEl>
                                              <p:pRg st="3" end="3"/>
                                            </p:txEl>
                                          </p:spTgt>
                                        </p:tgtEl>
                                        <p:attrNameLst>
                                          <p:attrName>style.visibility</p:attrName>
                                        </p:attrNameLst>
                                      </p:cBhvr>
                                      <p:to>
                                        <p:strVal val="visible"/>
                                      </p:to>
                                    </p:set>
                                    <p:anim calcmode="lin" valueType="num">
                                      <p:cBhvr additive="base">
                                        <p:cTn id="25" dur="500" fill="hold"/>
                                        <p:tgtEl>
                                          <p:spTgt spid="23554">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23554">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23555"/>
                                        </p:tgtEl>
                                        <p:attrNameLst>
                                          <p:attrName>style.visibility</p:attrName>
                                        </p:attrNameLst>
                                      </p:cBhvr>
                                      <p:to>
                                        <p:strVal val="visible"/>
                                      </p:to>
                                    </p:set>
                                    <p:anim calcmode="lin" valueType="num">
                                      <p:cBhvr additive="base">
                                        <p:cTn id="31" dur="500" fill="hold"/>
                                        <p:tgtEl>
                                          <p:spTgt spid="23555"/>
                                        </p:tgtEl>
                                        <p:attrNameLst>
                                          <p:attrName>ppt_x</p:attrName>
                                        </p:attrNameLst>
                                      </p:cBhvr>
                                      <p:tavLst>
                                        <p:tav tm="0">
                                          <p:val>
                                            <p:strVal val="#ppt_x"/>
                                          </p:val>
                                        </p:tav>
                                        <p:tav tm="100000">
                                          <p:val>
                                            <p:strVal val="#ppt_x"/>
                                          </p:val>
                                        </p:tav>
                                      </p:tavLst>
                                    </p:anim>
                                    <p:anim calcmode="lin" valueType="num">
                                      <p:cBhvr additive="base">
                                        <p:cTn id="32" dur="500" fill="hold"/>
                                        <p:tgtEl>
                                          <p:spTgt spid="2355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4"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5000" y="304800"/>
            <a:ext cx="8534400" cy="1600200"/>
          </a:xfrm>
        </p:spPr>
        <p:txBody>
          <a:bodyPr rtlCol="0">
            <a:normAutofit fontScale="90000"/>
          </a:bodyPr>
          <a:lstStyle/>
          <a:p>
            <a:pPr eaLnBrk="1" fontAlgn="auto" hangingPunct="1">
              <a:spcAft>
                <a:spcPts val="0"/>
              </a:spcAft>
              <a:defRPr/>
            </a:pPr>
            <a:r>
              <a:rPr lang="en-US" b="1" dirty="0" smtClean="0"/>
              <a:t/>
            </a:r>
            <a:br>
              <a:rPr lang="en-US" b="1" dirty="0" smtClean="0"/>
            </a:br>
            <a:r>
              <a:rPr lang="en-US" b="1" u="sng" dirty="0" smtClean="0"/>
              <a:t> </a:t>
            </a:r>
            <a:r>
              <a:rPr lang="en-US" b="1" u="sng" dirty="0" smtClean="0">
                <a:latin typeface="Times New Roman" pitchFamily="18" charset="0"/>
                <a:cs typeface="Times New Roman" pitchFamily="18" charset="0"/>
              </a:rPr>
              <a:t>Symbols of Register Transfer : </a:t>
            </a:r>
            <a:r>
              <a:rPr lang="en-US" dirty="0" smtClean="0"/>
              <a:t/>
            </a:r>
            <a:br>
              <a:rPr lang="en-US" dirty="0" smtClean="0"/>
            </a:br>
            <a:r>
              <a:rPr lang="en-US" sz="2700" dirty="0">
                <a:latin typeface="Times New Roman" pitchFamily="18" charset="0"/>
                <a:cs typeface="Times New Roman" pitchFamily="18" charset="0"/>
              </a:rPr>
              <a:t>      Some symbols are used in Register Transfer Language to describe the expression.</a:t>
            </a:r>
            <a:r>
              <a:rPr lang="en-US" sz="2000" dirty="0"/>
              <a:t/>
            </a:r>
            <a:br>
              <a:rPr lang="en-US" sz="2000" dirty="0"/>
            </a:br>
            <a:endParaRPr lang="en-US" dirty="0"/>
          </a:p>
        </p:txBody>
      </p:sp>
      <p:pic>
        <p:nvPicPr>
          <p:cNvPr id="24579" name="Picture 2" descr="C:\Users\NICE\Desktop\asa.jp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057400" y="2209800"/>
            <a:ext cx="8382000" cy="3352800"/>
          </a:xfrm>
        </p:spPr>
      </p:pic>
    </p:spTree>
    <p:extLst>
      <p:ext uri="{BB962C8B-B14F-4D97-AF65-F5344CB8AC3E}">
        <p14:creationId xmlns:p14="http://schemas.microsoft.com/office/powerpoint/2010/main" val="356419727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4579"/>
                                        </p:tgtEl>
                                        <p:attrNameLst>
                                          <p:attrName>style.visibility</p:attrName>
                                        </p:attrNameLst>
                                      </p:cBhvr>
                                      <p:to>
                                        <p:strVal val="visible"/>
                                      </p:to>
                                    </p:set>
                                    <p:anim calcmode="lin" valueType="num">
                                      <p:cBhvr additive="base">
                                        <p:cTn id="7" dur="500" fill="hold"/>
                                        <p:tgtEl>
                                          <p:spTgt spid="24579"/>
                                        </p:tgtEl>
                                        <p:attrNameLst>
                                          <p:attrName>ppt_x</p:attrName>
                                        </p:attrNameLst>
                                      </p:cBhvr>
                                      <p:tavLst>
                                        <p:tav tm="0">
                                          <p:val>
                                            <p:strVal val="#ppt_x"/>
                                          </p:val>
                                        </p:tav>
                                        <p:tav tm="100000">
                                          <p:val>
                                            <p:strVal val="#ppt_x"/>
                                          </p:val>
                                        </p:tav>
                                      </p:tavLst>
                                    </p:anim>
                                    <p:anim calcmode="lin" valueType="num">
                                      <p:cBhvr additive="base">
                                        <p:cTn id="8" dur="500" fill="hold"/>
                                        <p:tgtEl>
                                          <p:spTgt spid="2457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a:xfrm>
            <a:off x="1905000" y="304800"/>
            <a:ext cx="8534400" cy="1371600"/>
          </a:xfrm>
        </p:spPr>
        <p:txBody>
          <a:bodyPr/>
          <a:lstStyle/>
          <a:p>
            <a:pPr eaLnBrk="1" hangingPunct="1"/>
            <a:r>
              <a:rPr lang="en-US" altLang="en-US" b="1" smtClean="0">
                <a:latin typeface="Times New Roman" panose="02020603050405020304" pitchFamily="18" charset="0"/>
                <a:cs typeface="Times New Roman" panose="02020603050405020304" pitchFamily="18" charset="0"/>
              </a:rPr>
              <a:t> </a:t>
            </a:r>
            <a:r>
              <a:rPr lang="en-US" altLang="en-US" b="1" u="sng" smtClean="0">
                <a:latin typeface="Times New Roman" panose="02020603050405020304" pitchFamily="18" charset="0"/>
                <a:cs typeface="Times New Roman" panose="02020603050405020304" pitchFamily="18" charset="0"/>
              </a:rPr>
              <a:t>BUS TRANSFER</a:t>
            </a:r>
            <a:endParaRPr lang="en-US" altLang="en-US" smtClean="0"/>
          </a:p>
        </p:txBody>
      </p:sp>
      <p:sp>
        <p:nvSpPr>
          <p:cNvPr id="3" name="Content Placeholder 2"/>
          <p:cNvSpPr>
            <a:spLocks noGrp="1"/>
          </p:cNvSpPr>
          <p:nvPr>
            <p:ph idx="1"/>
          </p:nvPr>
        </p:nvSpPr>
        <p:spPr>
          <a:xfrm>
            <a:off x="1905000" y="1600200"/>
            <a:ext cx="8458200" cy="4572000"/>
          </a:xfrm>
        </p:spPr>
        <p:txBody>
          <a:bodyPr/>
          <a:lstStyle/>
          <a:p>
            <a:pPr marL="273050" indent="-273050" algn="just" eaLnBrk="1" hangingPunct="1">
              <a:buNone/>
            </a:pPr>
            <a:endParaRPr lang="en-US" altLang="en-US" sz="2800">
              <a:latin typeface="Times New Roman" panose="02020603050405020304" pitchFamily="18" charset="0"/>
              <a:cs typeface="Times New Roman" panose="02020603050405020304" pitchFamily="18" charset="0"/>
            </a:endParaRPr>
          </a:p>
          <a:p>
            <a:pPr marL="273050" indent="-273050" algn="just" eaLnBrk="1" hangingPunct="1">
              <a:buFont typeface="Wingdings 2" panose="05020102010507070707" pitchFamily="18" charset="2"/>
              <a:buChar char=""/>
            </a:pPr>
            <a:r>
              <a:rPr lang="en-US" altLang="en-US" sz="2800">
                <a:latin typeface="Times New Roman" panose="02020603050405020304" pitchFamily="18" charset="0"/>
                <a:cs typeface="Times New Roman" panose="02020603050405020304" pitchFamily="18" charset="0"/>
              </a:rPr>
              <a:t>A BUS is the set of common lines (wires) in which each line is used for one bit of the register through which binary information is transferred at a time. </a:t>
            </a:r>
          </a:p>
          <a:p>
            <a:pPr marL="273050" indent="-273050" algn="just" eaLnBrk="1" hangingPunct="1">
              <a:buNone/>
            </a:pPr>
            <a:endParaRPr lang="en-US" altLang="en-US" sz="2800">
              <a:latin typeface="Times New Roman" panose="02020603050405020304" pitchFamily="18" charset="0"/>
              <a:cs typeface="Times New Roman" panose="02020603050405020304" pitchFamily="18" charset="0"/>
            </a:endParaRPr>
          </a:p>
          <a:p>
            <a:pPr marL="273050" indent="-273050" algn="just" eaLnBrk="1" hangingPunct="1">
              <a:buFont typeface="Wingdings 2" panose="05020102010507070707" pitchFamily="18" charset="2"/>
              <a:buChar char=""/>
            </a:pPr>
            <a:r>
              <a:rPr lang="en-US" altLang="en-US" sz="2800">
                <a:latin typeface="Times New Roman" panose="02020603050405020304" pitchFamily="18" charset="0"/>
                <a:cs typeface="Times New Roman" panose="02020603050405020304" pitchFamily="18" charset="0"/>
              </a:rPr>
              <a:t>A digital computer has many registers and path must be provided to transfer information from one register to another.</a:t>
            </a:r>
          </a:p>
          <a:p>
            <a:pPr marL="273050" indent="-273050" algn="just" eaLnBrk="1" hangingPunct="1">
              <a:buFont typeface="Wingdings 2" panose="05020102010507070707" pitchFamily="18" charset="2"/>
              <a:buChar char=""/>
            </a:pPr>
            <a:endParaRPr lang="en-US" altLang="en-US" sz="3600">
              <a:latin typeface="Times New Roman" panose="02020603050405020304" pitchFamily="18" charset="0"/>
              <a:cs typeface="Times New Roman" panose="02020603050405020304" pitchFamily="18" charset="0"/>
            </a:endParaRPr>
          </a:p>
          <a:p>
            <a:pPr marL="273050" indent="-273050" algn="just" eaLnBrk="1" hangingPunct="1">
              <a:buFont typeface="Wingdings 2" panose="05020102010507070707" pitchFamily="18" charset="2"/>
              <a:buChar char=""/>
            </a:pPr>
            <a:endParaRPr lang="en-US" altLang="en-US" smtClean="0"/>
          </a:p>
        </p:txBody>
      </p:sp>
    </p:spTree>
    <p:extLst>
      <p:ext uri="{BB962C8B-B14F-4D97-AF65-F5344CB8AC3E}">
        <p14:creationId xmlns:p14="http://schemas.microsoft.com/office/powerpoint/2010/main" val="252675198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 calcmode="lin" valueType="num">
                                      <p:cBhvr additive="base">
                                        <p:cTn id="1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Title 1"/>
          <p:cNvSpPr>
            <a:spLocks noGrp="1"/>
          </p:cNvSpPr>
          <p:nvPr>
            <p:ph type="title"/>
          </p:nvPr>
        </p:nvSpPr>
        <p:spPr/>
        <p:txBody>
          <a:bodyPr/>
          <a:lstStyle/>
          <a:p>
            <a:endParaRPr lang="en-US" altLang="en-US" smtClean="0"/>
          </a:p>
        </p:txBody>
      </p:sp>
      <p:sp>
        <p:nvSpPr>
          <p:cNvPr id="3" name="Content Placeholder 2"/>
          <p:cNvSpPr>
            <a:spLocks noGrp="1"/>
          </p:cNvSpPr>
          <p:nvPr>
            <p:ph idx="1"/>
          </p:nvPr>
        </p:nvSpPr>
        <p:spPr>
          <a:xfrm>
            <a:off x="1981200" y="1295401"/>
            <a:ext cx="8229600" cy="4830763"/>
          </a:xfrm>
        </p:spPr>
        <p:txBody>
          <a:bodyPr/>
          <a:lstStyle/>
          <a:p>
            <a:pPr marL="274320" indent="-274320" algn="just" eaLnBrk="1" fontAlgn="auto" hangingPunct="1">
              <a:spcAft>
                <a:spcPts val="0"/>
              </a:spcAft>
              <a:buFont typeface="Wingdings 2"/>
              <a:buChar char=""/>
              <a:defRPr/>
            </a:pPr>
            <a:r>
              <a:rPr lang="en-US" sz="2800" dirty="0">
                <a:latin typeface="Times New Roman" pitchFamily="18" charset="0"/>
                <a:cs typeface="Times New Roman" pitchFamily="18" charset="0"/>
              </a:rPr>
              <a:t>The number of wires will be increased if separate lines are used between each register and all the other registers in the system. </a:t>
            </a:r>
          </a:p>
          <a:p>
            <a:pPr marL="274320" indent="-274320" algn="just" eaLnBrk="1" fontAlgn="auto" hangingPunct="1">
              <a:spcAft>
                <a:spcPts val="0"/>
              </a:spcAft>
              <a:buFont typeface="Wingdings 2"/>
              <a:buChar char=""/>
              <a:defRPr/>
            </a:pPr>
            <a:endParaRPr lang="en-US" sz="2800" dirty="0">
              <a:latin typeface="Times New Roman" pitchFamily="18" charset="0"/>
              <a:cs typeface="Times New Roman" pitchFamily="18" charset="0"/>
            </a:endParaRPr>
          </a:p>
          <a:p>
            <a:pPr marL="274320" indent="-274320" algn="just" eaLnBrk="1" fontAlgn="auto" hangingPunct="1">
              <a:spcAft>
                <a:spcPts val="0"/>
              </a:spcAft>
              <a:buFont typeface="Wingdings 2"/>
              <a:buChar char=""/>
              <a:defRPr/>
            </a:pPr>
            <a:r>
              <a:rPr lang="en-US" sz="2800" dirty="0">
                <a:latin typeface="Times New Roman" pitchFamily="18" charset="0"/>
                <a:cs typeface="Times New Roman" pitchFamily="18" charset="0"/>
              </a:rPr>
              <a:t>A more efficient scheme for transferring information between registers in a multiple register configuration in a common bus system. </a:t>
            </a:r>
          </a:p>
          <a:p>
            <a:pPr marL="274320" indent="-274320" algn="just" eaLnBrk="1" fontAlgn="auto" hangingPunct="1">
              <a:spcAft>
                <a:spcPts val="0"/>
              </a:spcAft>
              <a:buFont typeface="Wingdings 2"/>
              <a:buChar char=""/>
              <a:defRPr/>
            </a:pPr>
            <a:endParaRPr lang="en-US" sz="2800" dirty="0">
              <a:latin typeface="Times New Roman" pitchFamily="18" charset="0"/>
              <a:cs typeface="Times New Roman" pitchFamily="18" charset="0"/>
            </a:endParaRPr>
          </a:p>
          <a:p>
            <a:pPr marL="274320" indent="-274320" algn="just" eaLnBrk="1" fontAlgn="auto" hangingPunct="1">
              <a:spcAft>
                <a:spcPts val="0"/>
              </a:spcAft>
              <a:buFont typeface="Wingdings 2"/>
              <a:buChar char=""/>
              <a:defRPr/>
            </a:pPr>
            <a:r>
              <a:rPr lang="en-US" sz="2800" dirty="0">
                <a:latin typeface="Times New Roman" pitchFamily="18" charset="0"/>
                <a:cs typeface="Times New Roman" pitchFamily="18" charset="0"/>
              </a:rPr>
              <a:t>The bus structure contains of a set of common lines one for each bits of a register, through which binary information is transferred one at a time.</a:t>
            </a:r>
          </a:p>
          <a:p>
            <a:pPr>
              <a:buFont typeface="Arial" charset="0"/>
              <a:buChar char="•"/>
              <a:defRPr/>
            </a:pPr>
            <a:endParaRPr lang="en-US" sz="2800" dirty="0"/>
          </a:p>
        </p:txBody>
      </p:sp>
    </p:spTree>
    <p:extLst>
      <p:ext uri="{BB962C8B-B14F-4D97-AF65-F5344CB8AC3E}">
        <p14:creationId xmlns:p14="http://schemas.microsoft.com/office/powerpoint/2010/main" val="183601123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p:txBody>
          <a:bodyPr/>
          <a:lstStyle/>
          <a:p>
            <a:pPr eaLnBrk="1" hangingPunct="1"/>
            <a:endParaRPr lang="en-US" altLang="en-US" smtClean="0">
              <a:solidFill>
                <a:srgbClr val="7B9899"/>
              </a:solidFill>
            </a:endParaRPr>
          </a:p>
        </p:txBody>
      </p:sp>
      <p:sp>
        <p:nvSpPr>
          <p:cNvPr id="27651" name="Content Placeholder 2"/>
          <p:cNvSpPr>
            <a:spLocks noGrp="1"/>
          </p:cNvSpPr>
          <p:nvPr>
            <p:ph idx="1"/>
          </p:nvPr>
        </p:nvSpPr>
        <p:spPr/>
        <p:txBody>
          <a:bodyPr/>
          <a:lstStyle/>
          <a:p>
            <a:pPr eaLnBrk="1" hangingPunct="1">
              <a:buFont typeface="Wingdings" panose="05000000000000000000" pitchFamily="2" charset="2"/>
              <a:buChar char="§"/>
            </a:pPr>
            <a:r>
              <a:rPr lang="en-US" altLang="en-US" sz="2800">
                <a:latin typeface="Times New Roman" panose="02020603050405020304" pitchFamily="18" charset="0"/>
                <a:cs typeface="Times New Roman" panose="02020603050405020304" pitchFamily="18" charset="0"/>
              </a:rPr>
              <a:t>There are two ways to construct common bus systems </a:t>
            </a:r>
          </a:p>
          <a:p>
            <a:pPr eaLnBrk="1" hangingPunct="1">
              <a:buFont typeface="Wingdings" panose="05000000000000000000" pitchFamily="2" charset="2"/>
              <a:buChar char="§"/>
            </a:pPr>
            <a:endParaRPr lang="en-US" altLang="en-US" sz="2800">
              <a:latin typeface="Times New Roman" panose="02020603050405020304" pitchFamily="18" charset="0"/>
              <a:cs typeface="Times New Roman" panose="02020603050405020304" pitchFamily="18" charset="0"/>
            </a:endParaRPr>
          </a:p>
          <a:p>
            <a:pPr eaLnBrk="1" hangingPunct="1">
              <a:buFont typeface="Wingdings" panose="05000000000000000000" pitchFamily="2" charset="2"/>
              <a:buChar char="§"/>
            </a:pPr>
            <a:r>
              <a:rPr lang="en-US" altLang="en-US" sz="2800">
                <a:latin typeface="Times New Roman" panose="02020603050405020304" pitchFamily="18" charset="0"/>
                <a:cs typeface="Times New Roman" panose="02020603050405020304" pitchFamily="18" charset="0"/>
              </a:rPr>
              <a:t>With the help of multiplexer </a:t>
            </a:r>
          </a:p>
          <a:p>
            <a:pPr eaLnBrk="1" hangingPunct="1">
              <a:buFont typeface="Wingdings" panose="05000000000000000000" pitchFamily="2" charset="2"/>
              <a:buChar char="§"/>
            </a:pPr>
            <a:endParaRPr lang="en-US" altLang="en-US" sz="2800">
              <a:latin typeface="Times New Roman" panose="02020603050405020304" pitchFamily="18" charset="0"/>
              <a:cs typeface="Times New Roman" panose="02020603050405020304" pitchFamily="18" charset="0"/>
            </a:endParaRPr>
          </a:p>
          <a:p>
            <a:pPr eaLnBrk="1" hangingPunct="1">
              <a:buFont typeface="Wingdings" panose="05000000000000000000" pitchFamily="2" charset="2"/>
              <a:buChar char="§"/>
            </a:pPr>
            <a:r>
              <a:rPr lang="en-US" altLang="en-US" sz="2800">
                <a:latin typeface="Times New Roman" panose="02020603050405020304" pitchFamily="18" charset="0"/>
                <a:cs typeface="Times New Roman" panose="02020603050405020304" pitchFamily="18" charset="0"/>
              </a:rPr>
              <a:t> With three state bus buffers</a:t>
            </a:r>
          </a:p>
          <a:p>
            <a:pPr eaLnBrk="1" hangingPunct="1">
              <a:buFont typeface="Wingdings 2" panose="05020102010507070707" pitchFamily="18" charset="2"/>
              <a:buNone/>
            </a:pPr>
            <a:endParaRPr lang="en-US" altLang="en-US" smtClean="0"/>
          </a:p>
        </p:txBody>
      </p:sp>
    </p:spTree>
    <p:extLst>
      <p:ext uri="{BB962C8B-B14F-4D97-AF65-F5344CB8AC3E}">
        <p14:creationId xmlns:p14="http://schemas.microsoft.com/office/powerpoint/2010/main" val="10464924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7651">
                                            <p:txEl>
                                              <p:pRg st="0" end="0"/>
                                            </p:txEl>
                                          </p:spTgt>
                                        </p:tgtEl>
                                        <p:attrNameLst>
                                          <p:attrName>style.visibility</p:attrName>
                                        </p:attrNameLst>
                                      </p:cBhvr>
                                      <p:to>
                                        <p:strVal val="visible"/>
                                      </p:to>
                                    </p:set>
                                    <p:anim calcmode="lin" valueType="num">
                                      <p:cBhvr additive="base">
                                        <p:cTn id="7" dur="500" fill="hold"/>
                                        <p:tgtEl>
                                          <p:spTgt spid="2765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765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27651">
                                            <p:txEl>
                                              <p:pRg st="2" end="2"/>
                                            </p:txEl>
                                          </p:spTgt>
                                        </p:tgtEl>
                                        <p:attrNameLst>
                                          <p:attrName>style.visibility</p:attrName>
                                        </p:attrNameLst>
                                      </p:cBhvr>
                                      <p:to>
                                        <p:strVal val="visible"/>
                                      </p:to>
                                    </p:set>
                                    <p:anim calcmode="lin" valueType="num">
                                      <p:cBhvr additive="base">
                                        <p:cTn id="13" dur="500" fill="hold"/>
                                        <p:tgtEl>
                                          <p:spTgt spid="27651">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2765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27651">
                                            <p:txEl>
                                              <p:pRg st="4" end="4"/>
                                            </p:txEl>
                                          </p:spTgt>
                                        </p:tgtEl>
                                        <p:attrNameLst>
                                          <p:attrName>style.visibility</p:attrName>
                                        </p:attrNameLst>
                                      </p:cBhvr>
                                      <p:to>
                                        <p:strVal val="visible"/>
                                      </p:to>
                                    </p:set>
                                    <p:anim calcmode="lin" valueType="num">
                                      <p:cBhvr additive="base">
                                        <p:cTn id="19" dur="500" fill="hold"/>
                                        <p:tgtEl>
                                          <p:spTgt spid="27651">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7651">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1"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6" name="Rectangle 4"/>
          <p:cNvSpPr>
            <a:spLocks noChangeArrowheads="1"/>
          </p:cNvSpPr>
          <p:nvPr/>
        </p:nvSpPr>
        <p:spPr bwMode="auto">
          <a:xfrm>
            <a:off x="1752600" y="838201"/>
            <a:ext cx="8534400" cy="526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marL="342900" indent="-342900">
              <a:spcBef>
                <a:spcPct val="20000"/>
              </a:spcBef>
              <a:buFont typeface="Arial" panose="020B0604020202020204" pitchFamily="34" charset="0"/>
              <a:buChar char="•"/>
              <a:tabLst>
                <a:tab pos="1211263" algn="l"/>
                <a:tab pos="1212850" algn="l"/>
              </a:tabLst>
              <a:defRPr sz="3200">
                <a:solidFill>
                  <a:schemeClr val="tx1"/>
                </a:solidFill>
                <a:latin typeface="Calibri" panose="020F0502020204030204" pitchFamily="34" charset="0"/>
              </a:defRPr>
            </a:lvl1pPr>
            <a:lvl2pPr>
              <a:spcBef>
                <a:spcPct val="20000"/>
              </a:spcBef>
              <a:buFont typeface="Arial" panose="020B0604020202020204" pitchFamily="34" charset="0"/>
              <a:buChar char="–"/>
              <a:tabLst>
                <a:tab pos="1211263" algn="l"/>
                <a:tab pos="1212850"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1211263" algn="l"/>
                <a:tab pos="1212850"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1211263" algn="l"/>
                <a:tab pos="1212850"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1211263" algn="l"/>
                <a:tab pos="1212850" algn="l"/>
              </a:tabLst>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tabLst>
                <a:tab pos="1211263" algn="l"/>
                <a:tab pos="1212850" algn="l"/>
              </a:tabLst>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tabLst>
                <a:tab pos="1211263" algn="l"/>
                <a:tab pos="1212850" algn="l"/>
              </a:tabLst>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tabLst>
                <a:tab pos="1211263" algn="l"/>
                <a:tab pos="1212850" algn="l"/>
              </a:tabLst>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tabLst>
                <a:tab pos="1211263" algn="l"/>
                <a:tab pos="1212850" algn="l"/>
              </a:tabLst>
              <a:defRPr sz="2000">
                <a:solidFill>
                  <a:schemeClr val="tx1"/>
                </a:solidFill>
                <a:latin typeface="Calibri" panose="020F0502020204030204" pitchFamily="34" charset="0"/>
              </a:defRPr>
            </a:lvl9pPr>
          </a:lstStyle>
          <a:p>
            <a:pPr lvl="1" eaLnBrk="0" fontAlgn="base" hangingPunct="0">
              <a:spcBef>
                <a:spcPct val="0"/>
              </a:spcBef>
              <a:spcAft>
                <a:spcPct val="0"/>
              </a:spcAft>
              <a:buFont typeface="Wingdings" panose="05000000000000000000" pitchFamily="2" charset="2"/>
              <a:buChar char="§"/>
            </a:pPr>
            <a:r>
              <a:rPr lang="en-US" altLang="en-US">
                <a:solidFill>
                  <a:prstClr val="black"/>
                </a:solidFill>
                <a:latin typeface="Times New Roman" panose="02020603050405020304" pitchFamily="18" charset="0"/>
                <a:ea typeface="Calibri" panose="020F0502020204030204" pitchFamily="34" charset="0"/>
                <a:cs typeface="Times New Roman" panose="02020603050405020304" pitchFamily="18" charset="0"/>
              </a:rPr>
              <a:t>The multiplexers select the source register whose binary information is then placed on the bus.</a:t>
            </a:r>
          </a:p>
          <a:p>
            <a:pPr lvl="1" eaLnBrk="0" fontAlgn="base" hangingPunct="0">
              <a:spcBef>
                <a:spcPct val="0"/>
              </a:spcBef>
              <a:spcAft>
                <a:spcPct val="0"/>
              </a:spcAft>
              <a:buFont typeface="Wingdings" panose="05000000000000000000" pitchFamily="2" charset="2"/>
              <a:buChar char="§"/>
            </a:pPr>
            <a:endParaRPr lang="en-US" altLang="en-US">
              <a:solidFill>
                <a:prstClr val="black"/>
              </a:solidFill>
              <a:latin typeface="Times New Roman" panose="02020603050405020304" pitchFamily="18" charset="0"/>
              <a:ea typeface="Calibri" panose="020F0502020204030204" pitchFamily="34" charset="0"/>
              <a:cs typeface="Times New Roman" panose="02020603050405020304" pitchFamily="18" charset="0"/>
            </a:endParaRPr>
          </a:p>
          <a:p>
            <a:pPr lvl="1" eaLnBrk="0" fontAlgn="base" hangingPunct="0">
              <a:spcBef>
                <a:spcPct val="0"/>
              </a:spcBef>
              <a:spcAft>
                <a:spcPct val="0"/>
              </a:spcAft>
              <a:buFont typeface="Wingdings" panose="05000000000000000000" pitchFamily="2" charset="2"/>
              <a:buChar char="§"/>
            </a:pPr>
            <a:r>
              <a:rPr lang="en-US" altLang="en-US">
                <a:solidFill>
                  <a:prstClr val="black"/>
                </a:solidFill>
                <a:latin typeface="Times New Roman" panose="02020603050405020304" pitchFamily="18" charset="0"/>
                <a:ea typeface="Calibri" panose="020F0502020204030204" pitchFamily="34" charset="0"/>
                <a:cs typeface="Times New Roman" panose="02020603050405020304" pitchFamily="18" charset="0"/>
              </a:rPr>
              <a:t> Each register has four bits, numbered 0 through 3.</a:t>
            </a:r>
          </a:p>
          <a:p>
            <a:pPr lvl="1" eaLnBrk="0" fontAlgn="base" hangingPunct="0">
              <a:spcBef>
                <a:spcPct val="0"/>
              </a:spcBef>
              <a:spcAft>
                <a:spcPct val="0"/>
              </a:spcAft>
              <a:buFont typeface="Wingdings" panose="05000000000000000000" pitchFamily="2" charset="2"/>
              <a:buChar char="§"/>
            </a:pPr>
            <a:endParaRPr lang="en-US" altLang="en-US">
              <a:solidFill>
                <a:prstClr val="black"/>
              </a:solidFill>
              <a:latin typeface="Times New Roman" panose="02020603050405020304" pitchFamily="18" charset="0"/>
              <a:ea typeface="Calibri" panose="020F0502020204030204" pitchFamily="34" charset="0"/>
              <a:cs typeface="Times New Roman" panose="02020603050405020304" pitchFamily="18" charset="0"/>
            </a:endParaRPr>
          </a:p>
          <a:p>
            <a:pPr lvl="1" eaLnBrk="0" fontAlgn="base" hangingPunct="0">
              <a:spcBef>
                <a:spcPct val="0"/>
              </a:spcBef>
              <a:spcAft>
                <a:spcPct val="0"/>
              </a:spcAft>
              <a:buFont typeface="Wingdings" panose="05000000000000000000" pitchFamily="2" charset="2"/>
              <a:buChar char="§"/>
            </a:pPr>
            <a:r>
              <a:rPr lang="en-US" altLang="en-US">
                <a:solidFill>
                  <a:prstClr val="black"/>
                </a:solidFill>
                <a:latin typeface="Times New Roman" panose="02020603050405020304" pitchFamily="18" charset="0"/>
                <a:ea typeface="Calibri" panose="020F0502020204030204" pitchFamily="34" charset="0"/>
                <a:cs typeface="Times New Roman" panose="02020603050405020304" pitchFamily="18" charset="0"/>
              </a:rPr>
              <a:t>The bus consists of four 4 x 1 multiplexers each having four data inputs, 0 through 3, and two selection inputs, S1 and S0.</a:t>
            </a:r>
          </a:p>
          <a:p>
            <a:pPr lvl="1" eaLnBrk="0" fontAlgn="base" hangingPunct="0">
              <a:spcBef>
                <a:spcPct val="0"/>
              </a:spcBef>
              <a:spcAft>
                <a:spcPct val="0"/>
              </a:spcAft>
              <a:buFont typeface="Wingdings" panose="05000000000000000000" pitchFamily="2" charset="2"/>
              <a:buChar char="§"/>
            </a:pPr>
            <a:endParaRPr lang="en-US" altLang="en-US">
              <a:solidFill>
                <a:prstClr val="black"/>
              </a:solidFill>
              <a:latin typeface="Times New Roman" panose="02020603050405020304" pitchFamily="18" charset="0"/>
              <a:ea typeface="Calibri" panose="020F0502020204030204" pitchFamily="34" charset="0"/>
              <a:cs typeface="Times New Roman" panose="02020603050405020304" pitchFamily="18" charset="0"/>
            </a:endParaRPr>
          </a:p>
          <a:p>
            <a:pPr lvl="1" eaLnBrk="0" fontAlgn="base" hangingPunct="0">
              <a:spcBef>
                <a:spcPct val="0"/>
              </a:spcBef>
              <a:spcAft>
                <a:spcPct val="0"/>
              </a:spcAft>
              <a:buFont typeface="Wingdings" panose="05000000000000000000" pitchFamily="2" charset="2"/>
              <a:buChar char="§"/>
            </a:pPr>
            <a:r>
              <a:rPr lang="en-US" altLang="en-US">
                <a:solidFill>
                  <a:prstClr val="black"/>
                </a:solidFill>
                <a:latin typeface="Times New Roman" panose="02020603050405020304" pitchFamily="18" charset="0"/>
                <a:ea typeface="Calibri" panose="020F0502020204030204" pitchFamily="34" charset="0"/>
                <a:cs typeface="Times New Roman" panose="02020603050405020304" pitchFamily="18" charset="0"/>
              </a:rPr>
              <a:t>These two selection lines S1 and S0 are connected to the selection inputs of all four multiplexers.</a:t>
            </a:r>
          </a:p>
          <a:p>
            <a:pPr lvl="1" eaLnBrk="0" fontAlgn="base" hangingPunct="0">
              <a:spcBef>
                <a:spcPct val="0"/>
              </a:spcBef>
              <a:spcAft>
                <a:spcPct val="0"/>
              </a:spcAft>
              <a:buFont typeface="Wingdings" panose="05000000000000000000" pitchFamily="2" charset="2"/>
              <a:buChar char="§"/>
            </a:pPr>
            <a:endParaRPr lang="en-US" altLang="en-US">
              <a:solidFill>
                <a:prstClr val="black"/>
              </a:solidFill>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17454329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8676">
                                            <p:txEl>
                                              <p:pRg st="0" end="0"/>
                                            </p:txEl>
                                          </p:spTgt>
                                        </p:tgtEl>
                                        <p:attrNameLst>
                                          <p:attrName>style.visibility</p:attrName>
                                        </p:attrNameLst>
                                      </p:cBhvr>
                                      <p:to>
                                        <p:strVal val="visible"/>
                                      </p:to>
                                    </p:set>
                                    <p:anim calcmode="lin" valueType="num">
                                      <p:cBhvr additive="base">
                                        <p:cTn id="7" dur="500" fill="hold"/>
                                        <p:tgtEl>
                                          <p:spTgt spid="2867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8676">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8676">
                                            <p:txEl>
                                              <p:pRg st="2" end="2"/>
                                            </p:txEl>
                                          </p:spTgt>
                                        </p:tgtEl>
                                        <p:attrNameLst>
                                          <p:attrName>style.visibility</p:attrName>
                                        </p:attrNameLst>
                                      </p:cBhvr>
                                      <p:to>
                                        <p:strVal val="visible"/>
                                      </p:to>
                                    </p:set>
                                    <p:anim calcmode="lin" valueType="num">
                                      <p:cBhvr additive="base">
                                        <p:cTn id="11" dur="500" fill="hold"/>
                                        <p:tgtEl>
                                          <p:spTgt spid="28676">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28676">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28676">
                                            <p:txEl>
                                              <p:pRg st="4" end="4"/>
                                            </p:txEl>
                                          </p:spTgt>
                                        </p:tgtEl>
                                        <p:attrNameLst>
                                          <p:attrName>style.visibility</p:attrName>
                                        </p:attrNameLst>
                                      </p:cBhvr>
                                      <p:to>
                                        <p:strVal val="visible"/>
                                      </p:to>
                                    </p:set>
                                    <p:anim calcmode="lin" valueType="num">
                                      <p:cBhvr additive="base">
                                        <p:cTn id="15" dur="500" fill="hold"/>
                                        <p:tgtEl>
                                          <p:spTgt spid="28676">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28676">
                                            <p:txEl>
                                              <p:pRg st="4" end="4"/>
                                            </p:txEl>
                                          </p:spTgt>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28676">
                                            <p:txEl>
                                              <p:pRg st="6" end="6"/>
                                            </p:txEl>
                                          </p:spTgt>
                                        </p:tgtEl>
                                        <p:attrNameLst>
                                          <p:attrName>style.visibility</p:attrName>
                                        </p:attrNameLst>
                                      </p:cBhvr>
                                      <p:to>
                                        <p:strVal val="visible"/>
                                      </p:to>
                                    </p:set>
                                    <p:anim calcmode="lin" valueType="num">
                                      <p:cBhvr additive="base">
                                        <p:cTn id="19" dur="500" fill="hold"/>
                                        <p:tgtEl>
                                          <p:spTgt spid="28676">
                                            <p:txEl>
                                              <p:pRg st="6" end="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28676">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6"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p:txBody>
          <a:bodyPr/>
          <a:lstStyle/>
          <a:p>
            <a:pPr eaLnBrk="1" hangingPunct="1"/>
            <a:endParaRPr lang="en-US" altLang="en-US" smtClean="0">
              <a:solidFill>
                <a:srgbClr val="7B9899"/>
              </a:solidFill>
            </a:endParaRPr>
          </a:p>
        </p:txBody>
      </p:sp>
      <p:pic>
        <p:nvPicPr>
          <p:cNvPr id="30723" name="Content Placeholder 5" descr="COA.jpg"/>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1752600" y="1524000"/>
            <a:ext cx="8396288" cy="4953000"/>
          </a:xfrm>
        </p:spPr>
      </p:pic>
    </p:spTree>
    <p:extLst>
      <p:ext uri="{BB962C8B-B14F-4D97-AF65-F5344CB8AC3E}">
        <p14:creationId xmlns:p14="http://schemas.microsoft.com/office/powerpoint/2010/main" val="2715513407"/>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p:nvPr>
        </p:nvSpPr>
        <p:spPr/>
        <p:txBody>
          <a:bodyPr/>
          <a:lstStyle/>
          <a:p>
            <a:pPr eaLnBrk="1" hangingPunct="1"/>
            <a:endParaRPr lang="en-US" altLang="en-US" smtClean="0">
              <a:solidFill>
                <a:srgbClr val="7B9899"/>
              </a:solidFill>
            </a:endParaRPr>
          </a:p>
        </p:txBody>
      </p:sp>
      <p:pic>
        <p:nvPicPr>
          <p:cNvPr id="29699" name="Picture 2" descr="C:\Users\NICE\Desktop\asa.jp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2743200" y="3810001"/>
            <a:ext cx="6438900" cy="2066925"/>
          </a:xfrm>
        </p:spPr>
      </p:pic>
      <p:sp>
        <p:nvSpPr>
          <p:cNvPr id="5" name="Rectangle 4"/>
          <p:cNvSpPr>
            <a:spLocks noChangeArrowheads="1"/>
          </p:cNvSpPr>
          <p:nvPr/>
        </p:nvSpPr>
        <p:spPr bwMode="auto">
          <a:xfrm>
            <a:off x="2286000" y="1600200"/>
            <a:ext cx="7924800"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fontAlgn="base">
              <a:spcBef>
                <a:spcPct val="0"/>
              </a:spcBef>
              <a:spcAft>
                <a:spcPct val="0"/>
              </a:spcAft>
              <a:buFont typeface="Wingdings" panose="05000000000000000000" pitchFamily="2" charset="2"/>
              <a:buChar char="§"/>
            </a:pPr>
            <a:r>
              <a:rPr lang="en-US" altLang="en-US" sz="2800">
                <a:solidFill>
                  <a:prstClr val="black"/>
                </a:solidFill>
                <a:latin typeface="Times New Roman" panose="02020603050405020304" pitchFamily="18" charset="0"/>
                <a:cs typeface="Times New Roman" panose="02020603050405020304" pitchFamily="18" charset="0"/>
              </a:rPr>
              <a:t>The selection lines choose the four bits of one register and transfer them into the four- line common bus.</a:t>
            </a:r>
          </a:p>
        </p:txBody>
      </p:sp>
    </p:spTree>
    <p:extLst>
      <p:ext uri="{BB962C8B-B14F-4D97-AF65-F5344CB8AC3E}">
        <p14:creationId xmlns:p14="http://schemas.microsoft.com/office/powerpoint/2010/main" val="717797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29699"/>
                                        </p:tgtEl>
                                        <p:attrNameLst>
                                          <p:attrName>style.visibility</p:attrName>
                                        </p:attrNameLst>
                                      </p:cBhvr>
                                      <p:to>
                                        <p:strVal val="visible"/>
                                      </p:to>
                                    </p:set>
                                    <p:anim calcmode="lin" valueType="num">
                                      <p:cBhvr additive="base">
                                        <p:cTn id="13" dur="500" fill="hold"/>
                                        <p:tgtEl>
                                          <p:spTgt spid="29699"/>
                                        </p:tgtEl>
                                        <p:attrNameLst>
                                          <p:attrName>ppt_x</p:attrName>
                                        </p:attrNameLst>
                                      </p:cBhvr>
                                      <p:tavLst>
                                        <p:tav tm="0">
                                          <p:val>
                                            <p:strVal val="#ppt_x"/>
                                          </p:val>
                                        </p:tav>
                                        <p:tav tm="100000">
                                          <p:val>
                                            <p:strVal val="#ppt_x"/>
                                          </p:val>
                                        </p:tav>
                                      </p:tavLst>
                                    </p:anim>
                                    <p:anim calcmode="lin" valueType="num">
                                      <p:cBhvr additive="base">
                                        <p:cTn id="14" dur="500" fill="hold"/>
                                        <p:tgtEl>
                                          <p:spTgt spid="2969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p:txBody>
          <a:bodyPr/>
          <a:lstStyle/>
          <a:p>
            <a:endParaRPr lang="en-US" altLang="en-US" smtClean="0"/>
          </a:p>
        </p:txBody>
      </p:sp>
      <p:sp>
        <p:nvSpPr>
          <p:cNvPr id="3" name="Content Placeholder 2"/>
          <p:cNvSpPr>
            <a:spLocks noGrp="1"/>
          </p:cNvSpPr>
          <p:nvPr>
            <p:ph idx="1"/>
          </p:nvPr>
        </p:nvSpPr>
        <p:spPr>
          <a:xfrm>
            <a:off x="1828800" y="1524000"/>
            <a:ext cx="8382000" cy="4876800"/>
          </a:xfrm>
        </p:spPr>
        <p:txBody>
          <a:bodyPr/>
          <a:lstStyle/>
          <a:p>
            <a:pPr lvl="1">
              <a:buFont typeface="Wingdings" panose="05000000000000000000" pitchFamily="2" charset="2"/>
              <a:buChar char="§"/>
            </a:pPr>
            <a:r>
              <a:rPr lang="en-US" altLang="en-US" smtClean="0">
                <a:latin typeface="Times New Roman" panose="02020603050405020304" pitchFamily="18" charset="0"/>
                <a:cs typeface="Times New Roman" panose="02020603050405020304" pitchFamily="18" charset="0"/>
              </a:rPr>
              <a:t>When S1S0 = 00, the 0 data inputs of all four multiplexers are selected and applied to the outputs that form the bus.</a:t>
            </a:r>
          </a:p>
          <a:p>
            <a:pPr lvl="1">
              <a:buFont typeface="Wingdings" panose="05000000000000000000" pitchFamily="2" charset="2"/>
              <a:buChar char="§"/>
            </a:pPr>
            <a:endParaRPr lang="en-US" altLang="en-US" smtClean="0">
              <a:latin typeface="Times New Roman" panose="02020603050405020304" pitchFamily="18" charset="0"/>
              <a:cs typeface="Times New Roman" panose="02020603050405020304" pitchFamily="18" charset="0"/>
            </a:endParaRPr>
          </a:p>
          <a:p>
            <a:pPr lvl="1">
              <a:buFont typeface="Wingdings" panose="05000000000000000000" pitchFamily="2" charset="2"/>
              <a:buChar char="§"/>
            </a:pPr>
            <a:r>
              <a:rPr lang="en-US" altLang="en-US" smtClean="0">
                <a:latin typeface="Times New Roman" panose="02020603050405020304" pitchFamily="18" charset="0"/>
                <a:cs typeface="Times New Roman" panose="02020603050405020304" pitchFamily="18" charset="0"/>
              </a:rPr>
              <a:t>This causes the bus lines to receive the content of register A since the outputs of this register are connected to the 0 data inputs of the multiplexers.</a:t>
            </a:r>
          </a:p>
          <a:p>
            <a:pPr lvl="1">
              <a:buFont typeface="Wingdings" panose="05000000000000000000" pitchFamily="2" charset="2"/>
              <a:buChar char="§"/>
            </a:pPr>
            <a:endParaRPr lang="en-US" altLang="en-US" smtClean="0">
              <a:latin typeface="Times New Roman" panose="02020603050405020304" pitchFamily="18" charset="0"/>
              <a:cs typeface="Times New Roman" panose="02020603050405020304" pitchFamily="18" charset="0"/>
            </a:endParaRPr>
          </a:p>
          <a:p>
            <a:pPr lvl="1">
              <a:buFont typeface="Wingdings" panose="05000000000000000000" pitchFamily="2" charset="2"/>
              <a:buChar char="§"/>
            </a:pPr>
            <a:r>
              <a:rPr lang="en-US" altLang="en-US" smtClean="0">
                <a:latin typeface="Times New Roman" panose="02020603050405020304" pitchFamily="18" charset="0"/>
                <a:cs typeface="Times New Roman" panose="02020603050405020304" pitchFamily="18" charset="0"/>
              </a:rPr>
              <a:t>Similarly, register B is selected if S1S0 = 01, and so on.</a:t>
            </a:r>
          </a:p>
        </p:txBody>
      </p:sp>
    </p:spTree>
    <p:extLst>
      <p:ext uri="{BB962C8B-B14F-4D97-AF65-F5344CB8AC3E}">
        <p14:creationId xmlns:p14="http://schemas.microsoft.com/office/powerpoint/2010/main" val="183211949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anim calcmode="lin" valueType="num">
                                      <p:cBhvr additive="base">
                                        <p:cTn id="11"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anim calcmode="lin" valueType="num">
                                      <p:cBhvr additive="base">
                                        <p:cTn id="1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1"/>
          <p:cNvSpPr>
            <a:spLocks noChangeArrowheads="1"/>
          </p:cNvSpPr>
          <p:nvPr/>
        </p:nvSpPr>
        <p:spPr bwMode="auto">
          <a:xfrm>
            <a:off x="1752600" y="381001"/>
            <a:ext cx="8534400" cy="569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marL="342900" indent="-342900">
              <a:spcBef>
                <a:spcPct val="20000"/>
              </a:spcBef>
              <a:buFont typeface="Arial" panose="020B0604020202020204" pitchFamily="34" charset="0"/>
              <a:buChar char="•"/>
              <a:tabLst>
                <a:tab pos="1211263" algn="l"/>
                <a:tab pos="1212850" algn="l"/>
              </a:tabLst>
              <a:defRPr sz="3200">
                <a:solidFill>
                  <a:schemeClr val="tx1"/>
                </a:solidFill>
                <a:latin typeface="Calibri" panose="020F0502020204030204" pitchFamily="34" charset="0"/>
              </a:defRPr>
            </a:lvl1pPr>
            <a:lvl2pPr>
              <a:spcBef>
                <a:spcPct val="20000"/>
              </a:spcBef>
              <a:buFont typeface="Arial" panose="020B0604020202020204" pitchFamily="34" charset="0"/>
              <a:buChar char="–"/>
              <a:tabLst>
                <a:tab pos="1211263" algn="l"/>
                <a:tab pos="1212850" algn="l"/>
              </a:tabLst>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tabLst>
                <a:tab pos="1211263" algn="l"/>
                <a:tab pos="1212850" algn="l"/>
              </a:tabLst>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tabLst>
                <a:tab pos="1211263" algn="l"/>
                <a:tab pos="1212850" algn="l"/>
              </a:tabLst>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tabLst>
                <a:tab pos="1211263" algn="l"/>
                <a:tab pos="1212850" algn="l"/>
              </a:tabLst>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tabLst>
                <a:tab pos="1211263" algn="l"/>
                <a:tab pos="1212850" algn="l"/>
              </a:tabLst>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tabLst>
                <a:tab pos="1211263" algn="l"/>
                <a:tab pos="1212850" algn="l"/>
              </a:tabLst>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tabLst>
                <a:tab pos="1211263" algn="l"/>
                <a:tab pos="1212850" algn="l"/>
              </a:tabLst>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tabLst>
                <a:tab pos="1211263" algn="l"/>
                <a:tab pos="1212850" algn="l"/>
              </a:tabLst>
              <a:defRPr sz="2000">
                <a:solidFill>
                  <a:schemeClr val="tx1"/>
                </a:solidFill>
                <a:latin typeface="Calibri" panose="020F0502020204030204" pitchFamily="34" charset="0"/>
              </a:defRPr>
            </a:lvl9pPr>
          </a:lstStyle>
          <a:p>
            <a:pPr lvl="1" eaLnBrk="0" fontAlgn="base" hangingPunct="0">
              <a:spcBef>
                <a:spcPct val="0"/>
              </a:spcBef>
              <a:spcAft>
                <a:spcPct val="0"/>
              </a:spcAft>
              <a:buFont typeface="Wingdings" panose="05000000000000000000" pitchFamily="2" charset="2"/>
              <a:buChar char="§"/>
            </a:pPr>
            <a:endParaRPr lang="en-US" altLang="en-US">
              <a:solidFill>
                <a:prstClr val="black"/>
              </a:solidFill>
              <a:latin typeface="Times New Roman" panose="02020603050405020304" pitchFamily="18" charset="0"/>
              <a:ea typeface="Calibri" panose="020F0502020204030204" pitchFamily="34" charset="0"/>
              <a:cs typeface="Times New Roman" panose="02020603050405020304" pitchFamily="18" charset="0"/>
            </a:endParaRPr>
          </a:p>
          <a:p>
            <a:pPr lvl="1" eaLnBrk="0" fontAlgn="base" hangingPunct="0">
              <a:spcBef>
                <a:spcPct val="0"/>
              </a:spcBef>
              <a:spcAft>
                <a:spcPct val="0"/>
              </a:spcAft>
              <a:buFont typeface="Wingdings" panose="05000000000000000000" pitchFamily="2" charset="2"/>
              <a:buChar char="§"/>
            </a:pPr>
            <a:endParaRPr lang="en-US" altLang="en-US">
              <a:solidFill>
                <a:prstClr val="black"/>
              </a:solidFill>
              <a:latin typeface="Times New Roman" panose="02020603050405020304" pitchFamily="18" charset="0"/>
              <a:ea typeface="Calibri" panose="020F0502020204030204" pitchFamily="34" charset="0"/>
              <a:cs typeface="Times New Roman" panose="02020603050405020304" pitchFamily="18" charset="0"/>
            </a:endParaRPr>
          </a:p>
          <a:p>
            <a:pPr lvl="1" eaLnBrk="0" fontAlgn="base" hangingPunct="0">
              <a:spcBef>
                <a:spcPct val="0"/>
              </a:spcBef>
              <a:spcAft>
                <a:spcPct val="0"/>
              </a:spcAft>
              <a:buFont typeface="Wingdings" panose="05000000000000000000" pitchFamily="2" charset="2"/>
              <a:buChar char="§"/>
            </a:pPr>
            <a:r>
              <a:rPr lang="en-US" altLang="en-US">
                <a:solidFill>
                  <a:prstClr val="black"/>
                </a:solidFill>
                <a:latin typeface="Times New Roman" panose="02020603050405020304" pitchFamily="18" charset="0"/>
                <a:ea typeface="Calibri" panose="020F0502020204030204" pitchFamily="34" charset="0"/>
                <a:cs typeface="Times New Roman" panose="02020603050405020304" pitchFamily="18" charset="0"/>
              </a:rPr>
              <a:t> A bus system will multiplex k registers of n bits each to produce an n-line common bus. </a:t>
            </a:r>
          </a:p>
          <a:p>
            <a:pPr lvl="1" eaLnBrk="0" fontAlgn="base" hangingPunct="0">
              <a:spcBef>
                <a:spcPct val="0"/>
              </a:spcBef>
              <a:spcAft>
                <a:spcPct val="0"/>
              </a:spcAft>
              <a:buFont typeface="Wingdings" panose="05000000000000000000" pitchFamily="2" charset="2"/>
              <a:buChar char="§"/>
            </a:pPr>
            <a:endParaRPr lang="en-US" altLang="en-US">
              <a:solidFill>
                <a:prstClr val="black"/>
              </a:solidFill>
              <a:latin typeface="Times New Roman" panose="02020603050405020304" pitchFamily="18" charset="0"/>
              <a:ea typeface="Calibri" panose="020F0502020204030204" pitchFamily="34" charset="0"/>
              <a:cs typeface="Times New Roman" panose="02020603050405020304" pitchFamily="18" charset="0"/>
            </a:endParaRPr>
          </a:p>
          <a:p>
            <a:pPr lvl="1" eaLnBrk="0" fontAlgn="base" hangingPunct="0">
              <a:spcBef>
                <a:spcPct val="0"/>
              </a:spcBef>
              <a:spcAft>
                <a:spcPct val="0"/>
              </a:spcAft>
              <a:buNone/>
            </a:pPr>
            <a:endParaRPr lang="en-US" altLang="en-US">
              <a:solidFill>
                <a:prstClr val="black"/>
              </a:solidFill>
              <a:latin typeface="Times New Roman" panose="02020603050405020304" pitchFamily="18" charset="0"/>
              <a:ea typeface="Calibri" panose="020F0502020204030204" pitchFamily="34" charset="0"/>
              <a:cs typeface="Times New Roman" panose="02020603050405020304" pitchFamily="18" charset="0"/>
            </a:endParaRPr>
          </a:p>
          <a:p>
            <a:pPr lvl="1" eaLnBrk="0" fontAlgn="base" hangingPunct="0">
              <a:spcBef>
                <a:spcPct val="0"/>
              </a:spcBef>
              <a:spcAft>
                <a:spcPct val="0"/>
              </a:spcAft>
              <a:buFont typeface="Wingdings" panose="05000000000000000000" pitchFamily="2" charset="2"/>
              <a:buChar char="§"/>
            </a:pPr>
            <a:r>
              <a:rPr lang="en-US" altLang="en-US">
                <a:solidFill>
                  <a:prstClr val="black"/>
                </a:solidFill>
                <a:latin typeface="Times New Roman" panose="02020603050405020304" pitchFamily="18" charset="0"/>
                <a:ea typeface="Calibri" panose="020F0502020204030204" pitchFamily="34" charset="0"/>
                <a:cs typeface="Times New Roman" panose="02020603050405020304" pitchFamily="18" charset="0"/>
              </a:rPr>
              <a:t> The number of multiplexers needed to construct the bus is equal to n, the number of bits in each register.</a:t>
            </a:r>
          </a:p>
          <a:p>
            <a:pPr lvl="1" eaLnBrk="0" fontAlgn="base" hangingPunct="0">
              <a:spcBef>
                <a:spcPct val="0"/>
              </a:spcBef>
              <a:spcAft>
                <a:spcPct val="0"/>
              </a:spcAft>
              <a:buNone/>
            </a:pPr>
            <a:endParaRPr lang="en-US" altLang="en-US">
              <a:solidFill>
                <a:prstClr val="black"/>
              </a:solidFill>
              <a:latin typeface="Times New Roman" panose="02020603050405020304" pitchFamily="18" charset="0"/>
              <a:ea typeface="Calibri" panose="020F0502020204030204" pitchFamily="34" charset="0"/>
              <a:cs typeface="Times New Roman" panose="02020603050405020304" pitchFamily="18" charset="0"/>
            </a:endParaRPr>
          </a:p>
          <a:p>
            <a:pPr lvl="1" eaLnBrk="0" fontAlgn="base" hangingPunct="0">
              <a:spcBef>
                <a:spcPct val="0"/>
              </a:spcBef>
              <a:spcAft>
                <a:spcPct val="0"/>
              </a:spcAft>
              <a:buNone/>
            </a:pPr>
            <a:endParaRPr lang="en-US" altLang="en-US">
              <a:solidFill>
                <a:prstClr val="black"/>
              </a:solidFill>
              <a:latin typeface="Times New Roman" panose="02020603050405020304" pitchFamily="18" charset="0"/>
              <a:ea typeface="Calibri" panose="020F0502020204030204" pitchFamily="34" charset="0"/>
              <a:cs typeface="Times New Roman" panose="02020603050405020304" pitchFamily="18" charset="0"/>
            </a:endParaRPr>
          </a:p>
          <a:p>
            <a:pPr lvl="1" eaLnBrk="0" fontAlgn="base" hangingPunct="0">
              <a:spcBef>
                <a:spcPct val="0"/>
              </a:spcBef>
              <a:spcAft>
                <a:spcPct val="0"/>
              </a:spcAft>
              <a:buFont typeface="Wingdings" panose="05000000000000000000" pitchFamily="2" charset="2"/>
              <a:buChar char="§"/>
            </a:pPr>
            <a:r>
              <a:rPr lang="en-US" altLang="en-US">
                <a:solidFill>
                  <a:prstClr val="black"/>
                </a:solidFill>
                <a:latin typeface="Times New Roman" panose="02020603050405020304" pitchFamily="18" charset="0"/>
                <a:ea typeface="Calibri" panose="020F0502020204030204" pitchFamily="34" charset="0"/>
                <a:cs typeface="Times New Roman" panose="02020603050405020304" pitchFamily="18" charset="0"/>
              </a:rPr>
              <a:t> The size of each multiplexer must be K x 1 since it multiplexes K data lines.</a:t>
            </a:r>
          </a:p>
          <a:p>
            <a:pPr lvl="1" eaLnBrk="0" fontAlgn="base" hangingPunct="0">
              <a:spcBef>
                <a:spcPct val="0"/>
              </a:spcBef>
              <a:spcAft>
                <a:spcPct val="0"/>
              </a:spcAft>
              <a:buNone/>
            </a:pPr>
            <a:endParaRPr lang="en-US" altLang="en-US">
              <a:solidFill>
                <a:prstClr val="black"/>
              </a:solidFill>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82840913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4513">
                                            <p:txEl>
                                              <p:pRg st="2" end="2"/>
                                            </p:txEl>
                                          </p:spTgt>
                                        </p:tgtEl>
                                        <p:attrNameLst>
                                          <p:attrName>style.visibility</p:attrName>
                                        </p:attrNameLst>
                                      </p:cBhvr>
                                      <p:to>
                                        <p:strVal val="visible"/>
                                      </p:to>
                                    </p:set>
                                    <p:anim calcmode="lin" valueType="num">
                                      <p:cBhvr additive="base">
                                        <p:cTn id="7" dur="500" fill="hold"/>
                                        <p:tgtEl>
                                          <p:spTgt spid="6451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4513">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64513">
                                            <p:txEl>
                                              <p:pRg st="5" end="5"/>
                                            </p:txEl>
                                          </p:spTgt>
                                        </p:tgtEl>
                                        <p:attrNameLst>
                                          <p:attrName>style.visibility</p:attrName>
                                        </p:attrNameLst>
                                      </p:cBhvr>
                                      <p:to>
                                        <p:strVal val="visible"/>
                                      </p:to>
                                    </p:set>
                                    <p:anim calcmode="lin" valueType="num">
                                      <p:cBhvr additive="base">
                                        <p:cTn id="11" dur="500" fill="hold"/>
                                        <p:tgtEl>
                                          <p:spTgt spid="64513">
                                            <p:txEl>
                                              <p:pRg st="5" end="5"/>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64513">
                                            <p:txEl>
                                              <p:pRg st="5" end="5"/>
                                            </p:txEl>
                                          </p:spTgt>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64513">
                                            <p:txEl>
                                              <p:pRg st="8" end="8"/>
                                            </p:txEl>
                                          </p:spTgt>
                                        </p:tgtEl>
                                        <p:attrNameLst>
                                          <p:attrName>style.visibility</p:attrName>
                                        </p:attrNameLst>
                                      </p:cBhvr>
                                      <p:to>
                                        <p:strVal val="visible"/>
                                      </p:to>
                                    </p:set>
                                    <p:anim calcmode="lin" valueType="num">
                                      <p:cBhvr additive="base">
                                        <p:cTn id="15" dur="500" fill="hold"/>
                                        <p:tgtEl>
                                          <p:spTgt spid="64513">
                                            <p:txEl>
                                              <p:pRg st="8" end="8"/>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6451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13" grpId="0"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1"/>
          <p:cNvSpPr>
            <a:spLocks noGrp="1"/>
          </p:cNvSpPr>
          <p:nvPr>
            <p:ph type="title"/>
          </p:nvPr>
        </p:nvSpPr>
        <p:spPr/>
        <p:txBody>
          <a:bodyPr/>
          <a:lstStyle/>
          <a:p>
            <a:endParaRPr lang="en-US" altLang="en-US" smtClean="0"/>
          </a:p>
        </p:txBody>
      </p:sp>
      <p:sp>
        <p:nvSpPr>
          <p:cNvPr id="34819" name="Content Placeholder 2"/>
          <p:cNvSpPr>
            <a:spLocks noGrp="1"/>
          </p:cNvSpPr>
          <p:nvPr>
            <p:ph idx="1"/>
          </p:nvPr>
        </p:nvSpPr>
        <p:spPr/>
        <p:txBody>
          <a:bodyPr/>
          <a:lstStyle/>
          <a:p>
            <a:r>
              <a:rPr lang="en-US" altLang="en-US" smtClean="0"/>
              <a:t>Number of mux = Number of bits in the register.</a:t>
            </a:r>
          </a:p>
          <a:p>
            <a:r>
              <a:rPr lang="en-US" altLang="en-US" smtClean="0"/>
              <a:t>Number of inputs in Mux = Number of registers.</a:t>
            </a:r>
          </a:p>
        </p:txBody>
      </p:sp>
    </p:spTree>
    <p:extLst>
      <p:ext uri="{BB962C8B-B14F-4D97-AF65-F5344CB8AC3E}">
        <p14:creationId xmlns:p14="http://schemas.microsoft.com/office/powerpoint/2010/main" val="2424170129"/>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p:txBody>
          <a:bodyPr/>
          <a:lstStyle/>
          <a:p>
            <a:r>
              <a:rPr lang="en-US" altLang="en-US" smtClean="0"/>
              <a:t>Question</a:t>
            </a:r>
          </a:p>
        </p:txBody>
      </p:sp>
      <p:sp>
        <p:nvSpPr>
          <p:cNvPr id="35843" name="Content Placeholder 2"/>
          <p:cNvSpPr>
            <a:spLocks noGrp="1"/>
          </p:cNvSpPr>
          <p:nvPr>
            <p:ph idx="1"/>
          </p:nvPr>
        </p:nvSpPr>
        <p:spPr/>
        <p:txBody>
          <a:bodyPr/>
          <a:lstStyle/>
          <a:p>
            <a:r>
              <a:rPr lang="en-US" altLang="en-US" smtClean="0"/>
              <a:t>For a common bus for eight registers of 16 bits each requires how many mux?</a:t>
            </a:r>
          </a:p>
          <a:p>
            <a:endParaRPr lang="en-US" altLang="en-US" smtClean="0"/>
          </a:p>
          <a:p>
            <a:r>
              <a:rPr lang="en-US" altLang="en-US" smtClean="0"/>
              <a:t>For a common bus system for eight registers what size of mux is required? And what number of selection lines are required?</a:t>
            </a:r>
          </a:p>
          <a:p>
            <a:endParaRPr lang="en-US" altLang="en-US" smtClean="0"/>
          </a:p>
          <a:p>
            <a:endParaRPr lang="en-US" altLang="en-US" smtClean="0"/>
          </a:p>
        </p:txBody>
      </p:sp>
    </p:spTree>
    <p:extLst>
      <p:ext uri="{BB962C8B-B14F-4D97-AF65-F5344CB8AC3E}">
        <p14:creationId xmlns:p14="http://schemas.microsoft.com/office/powerpoint/2010/main" val="1357533734"/>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p:nvPr>
        </p:nvSpPr>
        <p:spPr/>
        <p:txBody>
          <a:bodyPr/>
          <a:lstStyle/>
          <a:p>
            <a:r>
              <a:rPr lang="en-US" altLang="en-US" smtClean="0"/>
              <a:t>Ans</a:t>
            </a:r>
          </a:p>
        </p:txBody>
      </p:sp>
      <p:sp>
        <p:nvSpPr>
          <p:cNvPr id="36867" name="Content Placeholder 2"/>
          <p:cNvSpPr>
            <a:spLocks noGrp="1"/>
          </p:cNvSpPr>
          <p:nvPr>
            <p:ph idx="1"/>
          </p:nvPr>
        </p:nvSpPr>
        <p:spPr/>
        <p:txBody>
          <a:bodyPr/>
          <a:lstStyle/>
          <a:p>
            <a:r>
              <a:rPr lang="en-US" altLang="en-US" smtClean="0"/>
              <a:t>For instance, a common bus for eight registers of 16 bits each requires 16 multiplexers, one for each line in the bus. Each multiplexer must have eight data input lines and three selection lines to multiplex one significant bit in the eight registers.</a:t>
            </a:r>
          </a:p>
          <a:p>
            <a:endParaRPr lang="en-US" altLang="en-US" smtClean="0"/>
          </a:p>
        </p:txBody>
      </p:sp>
    </p:spTree>
    <p:extLst>
      <p:ext uri="{BB962C8B-B14F-4D97-AF65-F5344CB8AC3E}">
        <p14:creationId xmlns:p14="http://schemas.microsoft.com/office/powerpoint/2010/main" val="3926337770"/>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title"/>
          </p:nvPr>
        </p:nvSpPr>
        <p:spPr/>
        <p:txBody>
          <a:bodyPr/>
          <a:lstStyle/>
          <a:p>
            <a:r>
              <a:rPr lang="en-US" altLang="en-US" smtClean="0"/>
              <a:t>Question</a:t>
            </a:r>
          </a:p>
        </p:txBody>
      </p:sp>
      <p:sp>
        <p:nvSpPr>
          <p:cNvPr id="37891" name="Content Placeholder 2"/>
          <p:cNvSpPr>
            <a:spLocks noGrp="1"/>
          </p:cNvSpPr>
          <p:nvPr>
            <p:ph idx="1"/>
          </p:nvPr>
        </p:nvSpPr>
        <p:spPr/>
        <p:txBody>
          <a:bodyPr/>
          <a:lstStyle/>
          <a:p>
            <a:pPr>
              <a:buFont typeface="Arial" panose="020B0604020202020204" pitchFamily="34" charset="0"/>
              <a:buNone/>
            </a:pPr>
            <a:r>
              <a:rPr lang="en-US" altLang="en-US" smtClean="0"/>
              <a:t>A digital computer has a common bus system of 32 registers of 64 bits each. The bus is constructed with multiplexer. </a:t>
            </a:r>
          </a:p>
          <a:p>
            <a:pPr>
              <a:buFont typeface="Arial" panose="020B0604020202020204" pitchFamily="34" charset="0"/>
              <a:buNone/>
            </a:pPr>
            <a:r>
              <a:rPr lang="en-US" altLang="en-US" smtClean="0"/>
              <a:t>a) How many selection inputs are there in each multiplexer?</a:t>
            </a:r>
          </a:p>
          <a:p>
            <a:pPr>
              <a:buFont typeface="Arial" panose="020B0604020202020204" pitchFamily="34" charset="0"/>
              <a:buNone/>
            </a:pPr>
            <a:r>
              <a:rPr lang="en-US" altLang="en-US" smtClean="0"/>
              <a:t>b) What size of multiplexers are needed?</a:t>
            </a:r>
          </a:p>
          <a:p>
            <a:pPr>
              <a:buFont typeface="Arial" panose="020B0604020202020204" pitchFamily="34" charset="0"/>
              <a:buNone/>
            </a:pPr>
            <a:r>
              <a:rPr lang="en-US" altLang="en-US" smtClean="0"/>
              <a:t>c) How many multiplexers are there in the bus?</a:t>
            </a:r>
          </a:p>
          <a:p>
            <a:endParaRPr lang="en-US" altLang="en-US" smtClean="0"/>
          </a:p>
        </p:txBody>
      </p:sp>
    </p:spTree>
    <p:extLst>
      <p:ext uri="{BB962C8B-B14F-4D97-AF65-F5344CB8AC3E}">
        <p14:creationId xmlns:p14="http://schemas.microsoft.com/office/powerpoint/2010/main" val="1559845983"/>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p:cNvSpPr>
            <a:spLocks noGrp="1"/>
          </p:cNvSpPr>
          <p:nvPr>
            <p:ph type="title"/>
          </p:nvPr>
        </p:nvSpPr>
        <p:spPr/>
        <p:txBody>
          <a:bodyPr/>
          <a:lstStyle/>
          <a:p>
            <a:r>
              <a:rPr lang="en-US" altLang="en-US" smtClean="0"/>
              <a:t>Ans </a:t>
            </a:r>
          </a:p>
        </p:txBody>
      </p:sp>
      <p:sp>
        <p:nvSpPr>
          <p:cNvPr id="38915" name="Content Placeholder 2"/>
          <p:cNvSpPr>
            <a:spLocks noGrp="1"/>
          </p:cNvSpPr>
          <p:nvPr>
            <p:ph idx="1"/>
          </p:nvPr>
        </p:nvSpPr>
        <p:spPr/>
        <p:txBody>
          <a:bodyPr/>
          <a:lstStyle/>
          <a:p>
            <a:r>
              <a:rPr lang="en-US" altLang="en-US" smtClean="0"/>
              <a:t>	(a) 5 selection lines to select one of 32 registers.</a:t>
            </a:r>
          </a:p>
          <a:p>
            <a:r>
              <a:rPr lang="en-US" altLang="en-US" smtClean="0"/>
              <a:t>	(b) 32 × 1 multiplexers.</a:t>
            </a:r>
          </a:p>
          <a:p>
            <a:r>
              <a:rPr lang="en-US" altLang="en-US" smtClean="0"/>
              <a:t>	(c) 64 multiplexers, one for each bit of the registers.</a:t>
            </a:r>
          </a:p>
          <a:p>
            <a:r>
              <a:rPr lang="en-US" altLang="en-US" smtClean="0"/>
              <a:t> </a:t>
            </a:r>
          </a:p>
          <a:p>
            <a:endParaRPr lang="en-US" altLang="en-US" smtClean="0"/>
          </a:p>
        </p:txBody>
      </p:sp>
    </p:spTree>
    <p:extLst>
      <p:ext uri="{BB962C8B-B14F-4D97-AF65-F5344CB8AC3E}">
        <p14:creationId xmlns:p14="http://schemas.microsoft.com/office/powerpoint/2010/main" val="2622992300"/>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1"/>
          <p:cNvSpPr>
            <a:spLocks noChangeArrowheads="1"/>
          </p:cNvSpPr>
          <p:nvPr/>
        </p:nvSpPr>
        <p:spPr bwMode="auto">
          <a:xfrm>
            <a:off x="3581400" y="304800"/>
            <a:ext cx="4572000" cy="80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fontAlgn="base">
              <a:spcBef>
                <a:spcPct val="0"/>
              </a:spcBef>
              <a:spcAft>
                <a:spcPct val="0"/>
              </a:spcAft>
              <a:buNone/>
            </a:pPr>
            <a:r>
              <a:rPr lang="en-US" altLang="en-US" sz="1800" b="1" u="sng">
                <a:solidFill>
                  <a:prstClr val="black"/>
                </a:solidFill>
                <a:latin typeface="Arial" panose="020B0604020202020204" pitchFamily="34" charset="0"/>
                <a:cs typeface="Arial" panose="020B0604020202020204" pitchFamily="34" charset="0"/>
              </a:rPr>
              <a:t> </a:t>
            </a:r>
            <a:r>
              <a:rPr lang="en-US" altLang="en-US" sz="2800" b="1" u="sng">
                <a:solidFill>
                  <a:prstClr val="black"/>
                </a:solidFill>
                <a:latin typeface="Times New Roman" panose="02020603050405020304" pitchFamily="18" charset="0"/>
                <a:cs typeface="Times New Roman" panose="02020603050405020304" pitchFamily="18" charset="0"/>
              </a:rPr>
              <a:t>MEMORY TRANSFER</a:t>
            </a:r>
            <a:r>
              <a:rPr lang="en-US" altLang="en-US" sz="1800">
                <a:solidFill>
                  <a:prstClr val="black"/>
                </a:solidFill>
                <a:latin typeface="Arial" panose="020B0604020202020204" pitchFamily="34" charset="0"/>
                <a:cs typeface="Arial" panose="020B0604020202020204" pitchFamily="34" charset="0"/>
              </a:rPr>
              <a:t/>
            </a:r>
            <a:br>
              <a:rPr lang="en-US" altLang="en-US" sz="1800">
                <a:solidFill>
                  <a:prstClr val="black"/>
                </a:solidFill>
                <a:latin typeface="Arial" panose="020B0604020202020204" pitchFamily="34" charset="0"/>
                <a:cs typeface="Arial" panose="020B0604020202020204" pitchFamily="34" charset="0"/>
              </a:rPr>
            </a:br>
            <a:endParaRPr lang="en-US" altLang="en-US" sz="1800">
              <a:solidFill>
                <a:prstClr val="black"/>
              </a:solidFill>
              <a:latin typeface="Arial" panose="020B0604020202020204" pitchFamily="34" charset="0"/>
              <a:cs typeface="Arial" panose="020B0604020202020204" pitchFamily="34" charset="0"/>
            </a:endParaRPr>
          </a:p>
        </p:txBody>
      </p:sp>
      <p:sp>
        <p:nvSpPr>
          <p:cNvPr id="3" name="Rectangle 2"/>
          <p:cNvSpPr>
            <a:spLocks noChangeArrowheads="1"/>
          </p:cNvSpPr>
          <p:nvPr/>
        </p:nvSpPr>
        <p:spPr bwMode="auto">
          <a:xfrm>
            <a:off x="1905000" y="1219200"/>
            <a:ext cx="8077200" cy="4154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fontAlgn="base">
              <a:spcBef>
                <a:spcPct val="0"/>
              </a:spcBef>
              <a:spcAft>
                <a:spcPct val="0"/>
              </a:spcAft>
              <a:buFont typeface="Wingdings" panose="05000000000000000000" pitchFamily="2" charset="2"/>
              <a:buChar char="§"/>
            </a:pPr>
            <a:r>
              <a:rPr lang="en-US" altLang="en-US" sz="2400" b="1">
                <a:solidFill>
                  <a:prstClr val="black"/>
                </a:solidFill>
                <a:latin typeface="Times New Roman" panose="02020603050405020304" pitchFamily="18" charset="0"/>
                <a:cs typeface="Times New Roman" panose="02020603050405020304" pitchFamily="18" charset="0"/>
              </a:rPr>
              <a:t> Read Operation: </a:t>
            </a:r>
            <a:r>
              <a:rPr lang="en-US" altLang="en-US" sz="2400">
                <a:solidFill>
                  <a:prstClr val="black"/>
                </a:solidFill>
                <a:latin typeface="Times New Roman" panose="02020603050405020304" pitchFamily="18" charset="0"/>
                <a:cs typeface="Times New Roman" panose="02020603050405020304" pitchFamily="18" charset="0"/>
              </a:rPr>
              <a:t>The transfer of information from a memory word to the outside environment is called a read operation.</a:t>
            </a:r>
          </a:p>
          <a:p>
            <a:pPr lvl="1" fontAlgn="base">
              <a:spcBef>
                <a:spcPct val="0"/>
              </a:spcBef>
              <a:spcAft>
                <a:spcPct val="0"/>
              </a:spcAft>
              <a:buFont typeface="Wingdings" panose="05000000000000000000" pitchFamily="2" charset="2"/>
              <a:buChar char="§"/>
            </a:pPr>
            <a:endParaRPr lang="en-US" altLang="en-US" sz="2400">
              <a:solidFill>
                <a:prstClr val="black"/>
              </a:solidFill>
              <a:latin typeface="Times New Roman" panose="02020603050405020304" pitchFamily="18" charset="0"/>
              <a:cs typeface="Times New Roman" panose="02020603050405020304" pitchFamily="18" charset="0"/>
            </a:endParaRPr>
          </a:p>
          <a:p>
            <a:pPr lvl="1" fontAlgn="base">
              <a:spcBef>
                <a:spcPct val="0"/>
              </a:spcBef>
              <a:spcAft>
                <a:spcPct val="0"/>
              </a:spcAft>
              <a:buFont typeface="Wingdings" panose="05000000000000000000" pitchFamily="2" charset="2"/>
              <a:buChar char="§"/>
            </a:pPr>
            <a:r>
              <a:rPr lang="en-US" altLang="en-US" sz="2400" b="1">
                <a:solidFill>
                  <a:prstClr val="black"/>
                </a:solidFill>
                <a:latin typeface="Times New Roman" panose="02020603050405020304" pitchFamily="18" charset="0"/>
                <a:cs typeface="Times New Roman" panose="02020603050405020304" pitchFamily="18" charset="0"/>
              </a:rPr>
              <a:t> Write Operation: </a:t>
            </a:r>
            <a:r>
              <a:rPr lang="en-US" altLang="en-US" sz="2400">
                <a:solidFill>
                  <a:prstClr val="black"/>
                </a:solidFill>
                <a:latin typeface="Times New Roman" panose="02020603050405020304" pitchFamily="18" charset="0"/>
                <a:cs typeface="Times New Roman" panose="02020603050405020304" pitchFamily="18" charset="0"/>
              </a:rPr>
              <a:t>The transfer of new information to be stored into the memory is called a write operation.</a:t>
            </a:r>
          </a:p>
          <a:p>
            <a:pPr lvl="1" fontAlgn="base">
              <a:spcBef>
                <a:spcPct val="0"/>
              </a:spcBef>
              <a:spcAft>
                <a:spcPct val="0"/>
              </a:spcAft>
              <a:buFont typeface="Wingdings" panose="05000000000000000000" pitchFamily="2" charset="2"/>
              <a:buChar char="§"/>
            </a:pPr>
            <a:endParaRPr lang="en-US" altLang="en-US" sz="2400">
              <a:solidFill>
                <a:prstClr val="black"/>
              </a:solidFill>
              <a:latin typeface="Times New Roman" panose="02020603050405020304" pitchFamily="18" charset="0"/>
              <a:cs typeface="Times New Roman" panose="02020603050405020304" pitchFamily="18" charset="0"/>
            </a:endParaRPr>
          </a:p>
          <a:p>
            <a:pPr lvl="1" fontAlgn="base">
              <a:spcBef>
                <a:spcPct val="0"/>
              </a:spcBef>
              <a:spcAft>
                <a:spcPct val="0"/>
              </a:spcAft>
              <a:buFont typeface="Wingdings" panose="05000000000000000000" pitchFamily="2" charset="2"/>
              <a:buChar char="§"/>
            </a:pPr>
            <a:r>
              <a:rPr lang="en-US" altLang="en-US" sz="2400">
                <a:solidFill>
                  <a:prstClr val="black"/>
                </a:solidFill>
                <a:latin typeface="Times New Roman" panose="02020603050405020304" pitchFamily="18" charset="0"/>
                <a:cs typeface="Times New Roman" panose="02020603050405020304" pitchFamily="18" charset="0"/>
              </a:rPr>
              <a:t> A memory word will be symbolized by the letter M.</a:t>
            </a:r>
          </a:p>
          <a:p>
            <a:pPr lvl="1" fontAlgn="base">
              <a:spcBef>
                <a:spcPct val="0"/>
              </a:spcBef>
              <a:spcAft>
                <a:spcPct val="0"/>
              </a:spcAft>
              <a:buFont typeface="Wingdings" panose="05000000000000000000" pitchFamily="2" charset="2"/>
              <a:buChar char="§"/>
            </a:pPr>
            <a:endParaRPr lang="en-US" altLang="en-US" sz="2400">
              <a:solidFill>
                <a:prstClr val="black"/>
              </a:solidFill>
              <a:latin typeface="Times New Roman" panose="02020603050405020304" pitchFamily="18" charset="0"/>
              <a:cs typeface="Times New Roman" panose="02020603050405020304" pitchFamily="18" charset="0"/>
            </a:endParaRPr>
          </a:p>
          <a:p>
            <a:pPr lvl="1" fontAlgn="base">
              <a:spcBef>
                <a:spcPct val="0"/>
              </a:spcBef>
              <a:spcAft>
                <a:spcPct val="0"/>
              </a:spcAft>
              <a:buFont typeface="Wingdings" panose="05000000000000000000" pitchFamily="2" charset="2"/>
              <a:buChar char="§"/>
            </a:pPr>
            <a:r>
              <a:rPr lang="en-US" altLang="en-US" sz="2400">
                <a:solidFill>
                  <a:prstClr val="black"/>
                </a:solidFill>
                <a:latin typeface="Times New Roman" panose="02020603050405020304" pitchFamily="18" charset="0"/>
                <a:cs typeface="Times New Roman" panose="02020603050405020304" pitchFamily="18" charset="0"/>
              </a:rPr>
              <a:t>    This will be done by enclosing the address in square brackets following the letter M.</a:t>
            </a:r>
            <a:endParaRPr lang="en-US" altLang="en-US" sz="2400">
              <a:solidFill>
                <a:prstClr val="black"/>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36852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 calcmode="lin" valueType="num">
                                      <p:cBhvr additive="base">
                                        <p:cTn id="2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ChangeArrowheads="1"/>
          </p:cNvSpPr>
          <p:nvPr/>
        </p:nvSpPr>
        <p:spPr bwMode="auto">
          <a:xfrm>
            <a:off x="1981200" y="381000"/>
            <a:ext cx="7848600" cy="4586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fontAlgn="base">
              <a:spcBef>
                <a:spcPct val="0"/>
              </a:spcBef>
              <a:spcAft>
                <a:spcPct val="0"/>
              </a:spcAft>
              <a:buNone/>
            </a:pPr>
            <a:r>
              <a:rPr lang="en-US" altLang="en-US" sz="2800" b="1">
                <a:solidFill>
                  <a:prstClr val="black"/>
                </a:solidFill>
                <a:latin typeface="Times New Roman" panose="02020603050405020304" pitchFamily="18" charset="0"/>
                <a:cs typeface="Times New Roman" panose="02020603050405020304" pitchFamily="18" charset="0"/>
              </a:rPr>
              <a:t>Memory Read: </a:t>
            </a:r>
            <a:r>
              <a:rPr lang="en-US" altLang="en-US" sz="2800">
                <a:solidFill>
                  <a:prstClr val="black"/>
                </a:solidFill>
                <a:latin typeface="Times New Roman" panose="02020603050405020304" pitchFamily="18" charset="0"/>
                <a:cs typeface="Times New Roman" panose="02020603050405020304" pitchFamily="18" charset="0"/>
              </a:rPr>
              <a:t>Consider a memory unit that receives the address from a register, called a register denoted by </a:t>
            </a:r>
            <a:r>
              <a:rPr lang="en-US" altLang="en-US" sz="2800" b="1">
                <a:solidFill>
                  <a:prstClr val="black"/>
                </a:solidFill>
                <a:latin typeface="Times New Roman" panose="02020603050405020304" pitchFamily="18" charset="0"/>
                <a:cs typeface="Times New Roman" panose="02020603050405020304" pitchFamily="18" charset="0"/>
              </a:rPr>
              <a:t>AR.</a:t>
            </a:r>
            <a:r>
              <a:rPr lang="en-US" altLang="en-US" sz="2800">
                <a:solidFill>
                  <a:prstClr val="black"/>
                </a:solidFill>
                <a:latin typeface="Times New Roman" panose="02020603050405020304" pitchFamily="18" charset="0"/>
                <a:cs typeface="Times New Roman" panose="02020603050405020304" pitchFamily="18" charset="0"/>
              </a:rPr>
              <a:t> The data are transferred to another register called data register denoted by </a:t>
            </a:r>
            <a:r>
              <a:rPr lang="en-US" altLang="en-US" sz="2800" b="1">
                <a:solidFill>
                  <a:prstClr val="black"/>
                </a:solidFill>
                <a:latin typeface="Times New Roman" panose="02020603050405020304" pitchFamily="18" charset="0"/>
                <a:cs typeface="Times New Roman" panose="02020603050405020304" pitchFamily="18" charset="0"/>
              </a:rPr>
              <a:t>DR. </a:t>
            </a:r>
            <a:r>
              <a:rPr lang="en-US" altLang="en-US" sz="2800">
                <a:solidFill>
                  <a:prstClr val="black"/>
                </a:solidFill>
                <a:latin typeface="Times New Roman" panose="02020603050405020304" pitchFamily="18" charset="0"/>
                <a:cs typeface="Times New Roman" panose="02020603050405020304" pitchFamily="18" charset="0"/>
              </a:rPr>
              <a:t>The read operation can be stated as follows:-</a:t>
            </a:r>
          </a:p>
          <a:p>
            <a:pPr algn="just" fontAlgn="base">
              <a:spcBef>
                <a:spcPct val="0"/>
              </a:spcBef>
              <a:spcAft>
                <a:spcPct val="0"/>
              </a:spcAft>
              <a:buNone/>
            </a:pPr>
            <a:endParaRPr lang="en-US" altLang="en-US" sz="2800">
              <a:solidFill>
                <a:prstClr val="black"/>
              </a:solidFill>
              <a:latin typeface="Times New Roman" panose="02020603050405020304" pitchFamily="18" charset="0"/>
              <a:cs typeface="Times New Roman" panose="02020603050405020304" pitchFamily="18" charset="0"/>
            </a:endParaRPr>
          </a:p>
          <a:p>
            <a:pPr algn="ctr" fontAlgn="base">
              <a:spcBef>
                <a:spcPct val="0"/>
              </a:spcBef>
              <a:spcAft>
                <a:spcPct val="0"/>
              </a:spcAft>
              <a:buNone/>
            </a:pPr>
            <a:r>
              <a:rPr lang="en-US" altLang="en-US" sz="2800" b="1">
                <a:solidFill>
                  <a:prstClr val="black"/>
                </a:solidFill>
                <a:latin typeface="Times New Roman" panose="02020603050405020304" pitchFamily="18" charset="0"/>
                <a:cs typeface="Times New Roman" panose="02020603050405020304" pitchFamily="18" charset="0"/>
              </a:rPr>
              <a:t>	Read: DR </a:t>
            </a:r>
            <a:r>
              <a:rPr lang="en-US" altLang="en-US" sz="2800" b="1">
                <a:solidFill>
                  <a:prstClr val="black"/>
                </a:solidFill>
                <a:latin typeface="Times New Roman" panose="02020603050405020304" pitchFamily="18" charset="0"/>
                <a:cs typeface="Times New Roman" panose="02020603050405020304" pitchFamily="18" charset="0"/>
                <a:sym typeface="Wingdings" panose="05000000000000000000" pitchFamily="2" charset="2"/>
              </a:rPr>
              <a:t></a:t>
            </a:r>
            <a:r>
              <a:rPr lang="en-US" altLang="en-US" sz="2800" b="1">
                <a:solidFill>
                  <a:prstClr val="black"/>
                </a:solidFill>
                <a:latin typeface="Times New Roman" panose="02020603050405020304" pitchFamily="18" charset="0"/>
                <a:cs typeface="Times New Roman" panose="02020603050405020304" pitchFamily="18" charset="0"/>
              </a:rPr>
              <a:t> M[AR]</a:t>
            </a:r>
          </a:p>
          <a:p>
            <a:pPr algn="ctr" fontAlgn="base">
              <a:spcBef>
                <a:spcPct val="0"/>
              </a:spcBef>
              <a:spcAft>
                <a:spcPct val="0"/>
              </a:spcAft>
              <a:buNone/>
            </a:pPr>
            <a:endParaRPr lang="en-US" altLang="en-US" sz="2800">
              <a:solidFill>
                <a:prstClr val="black"/>
              </a:solidFill>
              <a:latin typeface="Times New Roman" panose="02020603050405020304" pitchFamily="18" charset="0"/>
              <a:cs typeface="Times New Roman" panose="02020603050405020304" pitchFamily="18" charset="0"/>
            </a:endParaRPr>
          </a:p>
          <a:p>
            <a:pPr algn="just" fontAlgn="base">
              <a:spcBef>
                <a:spcPct val="0"/>
              </a:spcBef>
              <a:spcAft>
                <a:spcPct val="0"/>
              </a:spcAft>
              <a:buNone/>
            </a:pPr>
            <a:r>
              <a:rPr lang="en-US" altLang="en-US" sz="2800">
                <a:solidFill>
                  <a:prstClr val="black"/>
                </a:solidFill>
                <a:latin typeface="Times New Roman" panose="02020603050405020304" pitchFamily="18" charset="0"/>
                <a:cs typeface="Times New Roman" panose="02020603050405020304" pitchFamily="18" charset="0"/>
              </a:rPr>
              <a:t>This causes a transfer of information into DR from word M selected by the address in AR.</a:t>
            </a:r>
          </a:p>
          <a:p>
            <a:pPr fontAlgn="base">
              <a:spcBef>
                <a:spcPct val="0"/>
              </a:spcBef>
              <a:spcAft>
                <a:spcPct val="0"/>
              </a:spcAft>
              <a:buNone/>
            </a:pPr>
            <a:endParaRPr lang="en-US" altLang="en-US" sz="1200">
              <a:solidFill>
                <a:prstClr val="black"/>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828331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 calcmode="lin" valueType="num">
                                      <p:cBhvr additive="base">
                                        <p:cTn id="7"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anim calcmode="lin" valueType="num">
                                      <p:cBhvr additive="base">
                                        <p:cTn id="13"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anim calcmode="lin" valueType="num">
                                      <p:cBhvr additive="base">
                                        <p:cTn id="19" dur="500" fill="hold"/>
                                        <p:tgtEl>
                                          <p:spTgt spid="4">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Title 1"/>
          <p:cNvSpPr>
            <a:spLocks noGrp="1"/>
          </p:cNvSpPr>
          <p:nvPr>
            <p:ph type="title"/>
          </p:nvPr>
        </p:nvSpPr>
        <p:spPr/>
        <p:txBody>
          <a:bodyPr/>
          <a:lstStyle/>
          <a:p>
            <a:pPr eaLnBrk="1" hangingPunct="1"/>
            <a:endParaRPr lang="en-US" altLang="en-US" smtClean="0">
              <a:solidFill>
                <a:srgbClr val="7B9899"/>
              </a:solidFill>
            </a:endParaRPr>
          </a:p>
        </p:txBody>
      </p:sp>
      <p:sp>
        <p:nvSpPr>
          <p:cNvPr id="37891" name="Content Placeholder 2"/>
          <p:cNvSpPr>
            <a:spLocks noGrp="1"/>
          </p:cNvSpPr>
          <p:nvPr>
            <p:ph idx="1"/>
          </p:nvPr>
        </p:nvSpPr>
        <p:spPr>
          <a:xfrm>
            <a:off x="1676400" y="1600201"/>
            <a:ext cx="8534400" cy="4525963"/>
          </a:xfrm>
        </p:spPr>
        <p:txBody>
          <a:bodyPr/>
          <a:lstStyle/>
          <a:p>
            <a:pPr algn="just" eaLnBrk="1" hangingPunct="1"/>
            <a:r>
              <a:rPr lang="en-US" altLang="en-US" sz="2800" b="1">
                <a:latin typeface="Times New Roman" panose="02020603050405020304" pitchFamily="18" charset="0"/>
                <a:cs typeface="Times New Roman" panose="02020603050405020304" pitchFamily="18" charset="0"/>
              </a:rPr>
              <a:t>Memory Write: </a:t>
            </a:r>
            <a:r>
              <a:rPr lang="en-US" altLang="en-US" sz="2800">
                <a:latin typeface="Times New Roman" panose="02020603050405020304" pitchFamily="18" charset="0"/>
                <a:cs typeface="Times New Roman" panose="02020603050405020304" pitchFamily="18" charset="0"/>
              </a:rPr>
              <a:t> The write operation transfers the content of a data register to a memory word M selected by the address. Consider that input data are in register R1 and address is in AR. The write operation can be stated symbolically as follows:</a:t>
            </a:r>
          </a:p>
          <a:p>
            <a:pPr algn="just" eaLnBrk="1" hangingPunct="1"/>
            <a:endParaRPr lang="en-US" altLang="en-US" sz="2800">
              <a:latin typeface="Times New Roman" panose="02020603050405020304" pitchFamily="18" charset="0"/>
              <a:cs typeface="Times New Roman" panose="02020603050405020304" pitchFamily="18" charset="0"/>
            </a:endParaRPr>
          </a:p>
          <a:p>
            <a:pPr eaLnBrk="1" hangingPunct="1">
              <a:buFont typeface="Wingdings 2" panose="05020102010507070707" pitchFamily="18" charset="2"/>
              <a:buNone/>
            </a:pPr>
            <a:r>
              <a:rPr lang="en-US" altLang="en-US" sz="2800" b="1">
                <a:latin typeface="Times New Roman" panose="02020603050405020304" pitchFamily="18" charset="0"/>
                <a:cs typeface="Times New Roman" panose="02020603050405020304" pitchFamily="18" charset="0"/>
              </a:rPr>
              <a:t>			Write: M[AR] </a:t>
            </a:r>
            <a:r>
              <a:rPr lang="en-US" altLang="en-US" sz="2800" b="1">
                <a:latin typeface="Times New Roman" panose="02020603050405020304" pitchFamily="18" charset="0"/>
                <a:cs typeface="Times New Roman" panose="02020603050405020304" pitchFamily="18" charset="0"/>
                <a:sym typeface="Wingdings" panose="05000000000000000000" pitchFamily="2" charset="2"/>
              </a:rPr>
              <a:t></a:t>
            </a:r>
            <a:r>
              <a:rPr lang="en-US" altLang="en-US" sz="2800" b="1">
                <a:latin typeface="Times New Roman" panose="02020603050405020304" pitchFamily="18" charset="0"/>
                <a:cs typeface="Times New Roman" panose="02020603050405020304" pitchFamily="18" charset="0"/>
              </a:rPr>
              <a:t> R1</a:t>
            </a:r>
            <a:endParaRPr lang="en-US" altLang="en-US" sz="2800">
              <a:latin typeface="Times New Roman" panose="02020603050405020304" pitchFamily="18" charset="0"/>
              <a:cs typeface="Times New Roman" panose="02020603050405020304" pitchFamily="18" charset="0"/>
            </a:endParaRPr>
          </a:p>
          <a:p>
            <a:pPr algn="just" eaLnBrk="1" hangingPunct="1"/>
            <a:r>
              <a:rPr lang="en-US" altLang="en-US" sz="2800">
                <a:latin typeface="Times New Roman" panose="02020603050405020304" pitchFamily="18" charset="0"/>
                <a:cs typeface="Times New Roman" panose="02020603050405020304" pitchFamily="18" charset="0"/>
              </a:rPr>
              <a:t> This causes a transfer of information from R1  into the memory word M selected by address in AR.</a:t>
            </a:r>
          </a:p>
          <a:p>
            <a:pPr eaLnBrk="1" hangingPunct="1"/>
            <a:endParaRPr lang="en-US" altLang="en-US" smtClean="0"/>
          </a:p>
        </p:txBody>
      </p:sp>
    </p:spTree>
    <p:extLst>
      <p:ext uri="{BB962C8B-B14F-4D97-AF65-F5344CB8AC3E}">
        <p14:creationId xmlns:p14="http://schemas.microsoft.com/office/powerpoint/2010/main" val="154772741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7891">
                                            <p:txEl>
                                              <p:pRg st="0" end="0"/>
                                            </p:txEl>
                                          </p:spTgt>
                                        </p:tgtEl>
                                        <p:attrNameLst>
                                          <p:attrName>style.visibility</p:attrName>
                                        </p:attrNameLst>
                                      </p:cBhvr>
                                      <p:to>
                                        <p:strVal val="visible"/>
                                      </p:to>
                                    </p:set>
                                    <p:anim calcmode="lin" valueType="num">
                                      <p:cBhvr additive="base">
                                        <p:cTn id="7" dur="500" fill="hold"/>
                                        <p:tgtEl>
                                          <p:spTgt spid="3789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789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7891">
                                            <p:txEl>
                                              <p:pRg st="2" end="2"/>
                                            </p:txEl>
                                          </p:spTgt>
                                        </p:tgtEl>
                                        <p:attrNameLst>
                                          <p:attrName>style.visibility</p:attrName>
                                        </p:attrNameLst>
                                      </p:cBhvr>
                                      <p:to>
                                        <p:strVal val="visible"/>
                                      </p:to>
                                    </p:set>
                                    <p:anim calcmode="lin" valueType="num">
                                      <p:cBhvr additive="base">
                                        <p:cTn id="13" dur="500" fill="hold"/>
                                        <p:tgtEl>
                                          <p:spTgt spid="37891">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789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7891">
                                            <p:txEl>
                                              <p:pRg st="3" end="3"/>
                                            </p:txEl>
                                          </p:spTgt>
                                        </p:tgtEl>
                                        <p:attrNameLst>
                                          <p:attrName>style.visibility</p:attrName>
                                        </p:attrNameLst>
                                      </p:cBhvr>
                                      <p:to>
                                        <p:strVal val="visible"/>
                                      </p:to>
                                    </p:set>
                                    <p:anim calcmode="lin" valueType="num">
                                      <p:cBhvr additive="base">
                                        <p:cTn id="19" dur="500" fill="hold"/>
                                        <p:tgtEl>
                                          <p:spTgt spid="37891">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7891">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891" grpId="0" build="p"/>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p:cNvSpPr>
            <a:spLocks noGrp="1"/>
          </p:cNvSpPr>
          <p:nvPr>
            <p:ph type="title"/>
          </p:nvPr>
        </p:nvSpPr>
        <p:spPr/>
        <p:txBody>
          <a:bodyPr/>
          <a:lstStyle/>
          <a:p>
            <a:endParaRPr lang="en-US" altLang="en-US" smtClean="0"/>
          </a:p>
        </p:txBody>
      </p:sp>
      <p:pic>
        <p:nvPicPr>
          <p:cNvPr id="4" name="image9.png"/>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a:xfrm>
            <a:off x="2395538" y="2362200"/>
            <a:ext cx="7662862" cy="2228850"/>
          </a:xfrm>
        </p:spPr>
      </p:pic>
    </p:spTree>
    <p:extLst>
      <p:ext uri="{BB962C8B-B14F-4D97-AF65-F5344CB8AC3E}">
        <p14:creationId xmlns:p14="http://schemas.microsoft.com/office/powerpoint/2010/main" val="355442445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74638"/>
            <a:ext cx="8382000" cy="1020762"/>
          </a:xfrm>
        </p:spPr>
        <p:txBody>
          <a:bodyPr>
            <a:normAutofit fontScale="90000"/>
          </a:bodyPr>
          <a:lstStyle/>
          <a:p>
            <a:pPr>
              <a:defRPr/>
            </a:pPr>
            <a:r>
              <a:rPr lang="en-US" altLang="ko-KR" sz="3600" dirty="0">
                <a:latin typeface="Times New Roman" pitchFamily="18" charset="0"/>
                <a:ea typeface="굴림" pitchFamily="50" charset="-127"/>
                <a:cs typeface="Times New Roman" pitchFamily="18" charset="0"/>
              </a:rPr>
              <a:t>      GENERAL  REGISTER  ORGANIZATION</a:t>
            </a:r>
            <a:endParaRPr lang="en-US" sz="3600" dirty="0"/>
          </a:p>
        </p:txBody>
      </p:sp>
      <p:sp>
        <p:nvSpPr>
          <p:cNvPr id="3" name="Content Placeholder 2"/>
          <p:cNvSpPr>
            <a:spLocks noGrp="1"/>
          </p:cNvSpPr>
          <p:nvPr>
            <p:ph idx="1"/>
          </p:nvPr>
        </p:nvSpPr>
        <p:spPr>
          <a:xfrm>
            <a:off x="1981200" y="1600200"/>
            <a:ext cx="8305800" cy="5029200"/>
          </a:xfrm>
        </p:spPr>
        <p:txBody>
          <a:bodyPr>
            <a:normAutofit fontScale="47500" lnSpcReduction="20000"/>
          </a:bodyPr>
          <a:lstStyle/>
          <a:p>
            <a:pPr>
              <a:buFont typeface="Arial" charset="0"/>
              <a:buChar char="•"/>
              <a:defRPr/>
            </a:pPr>
            <a:r>
              <a:rPr lang="en-US" sz="5100" dirty="0">
                <a:latin typeface="Times New Roman" pitchFamily="18" charset="0"/>
                <a:cs typeface="Times New Roman" pitchFamily="18" charset="0"/>
              </a:rPr>
              <a:t>Generally CPU has seven general registers.  </a:t>
            </a:r>
          </a:p>
          <a:p>
            <a:pPr>
              <a:buFont typeface="Arial" charset="0"/>
              <a:buChar char="•"/>
              <a:defRPr/>
            </a:pPr>
            <a:endParaRPr lang="en-US" sz="5100" dirty="0">
              <a:latin typeface="Times New Roman" pitchFamily="18" charset="0"/>
              <a:cs typeface="Times New Roman" pitchFamily="18" charset="0"/>
            </a:endParaRPr>
          </a:p>
          <a:p>
            <a:pPr>
              <a:buFont typeface="Arial" charset="0"/>
              <a:buChar char="•"/>
              <a:defRPr/>
            </a:pPr>
            <a:r>
              <a:rPr lang="en-US" sz="5100" dirty="0">
                <a:latin typeface="Times New Roman" pitchFamily="18" charset="0"/>
                <a:cs typeface="Times New Roman" pitchFamily="18" charset="0"/>
              </a:rPr>
              <a:t> Register organization show how registers are selected and how data flow between register and ALU.  </a:t>
            </a:r>
          </a:p>
          <a:p>
            <a:pPr>
              <a:buFont typeface="Arial" charset="0"/>
              <a:buChar char="•"/>
              <a:defRPr/>
            </a:pPr>
            <a:endParaRPr lang="en-US" sz="5100" dirty="0">
              <a:latin typeface="Times New Roman" pitchFamily="18" charset="0"/>
              <a:cs typeface="Times New Roman" pitchFamily="18" charset="0"/>
            </a:endParaRPr>
          </a:p>
          <a:p>
            <a:pPr>
              <a:buFont typeface="Arial" charset="0"/>
              <a:buChar char="•"/>
              <a:defRPr/>
            </a:pPr>
            <a:r>
              <a:rPr lang="en-US" sz="5100" dirty="0">
                <a:latin typeface="Times New Roman" pitchFamily="18" charset="0"/>
                <a:cs typeface="Times New Roman" pitchFamily="18" charset="0"/>
              </a:rPr>
              <a:t> A decoder is used to select a particular register.</a:t>
            </a:r>
          </a:p>
          <a:p>
            <a:pPr>
              <a:buFont typeface="Arial" charset="0"/>
              <a:buChar char="•"/>
              <a:defRPr/>
            </a:pPr>
            <a:endParaRPr lang="en-US" sz="5100" dirty="0">
              <a:latin typeface="Times New Roman" pitchFamily="18" charset="0"/>
              <a:cs typeface="Times New Roman" pitchFamily="18" charset="0"/>
            </a:endParaRPr>
          </a:p>
          <a:p>
            <a:pPr>
              <a:buFont typeface="Arial" charset="0"/>
              <a:buChar char="•"/>
              <a:defRPr/>
            </a:pPr>
            <a:r>
              <a:rPr lang="en-US" sz="5100" dirty="0">
                <a:latin typeface="Times New Roman" pitchFamily="18" charset="0"/>
                <a:cs typeface="Times New Roman" pitchFamily="18" charset="0"/>
              </a:rPr>
              <a:t>The output of each register is connected to two multiplexers to form the two buses A and B. </a:t>
            </a:r>
          </a:p>
          <a:p>
            <a:pPr>
              <a:buFont typeface="Arial" charset="0"/>
              <a:buChar char="•"/>
              <a:defRPr/>
            </a:pPr>
            <a:endParaRPr lang="en-US" sz="5100" dirty="0">
              <a:latin typeface="Times New Roman" pitchFamily="18" charset="0"/>
              <a:cs typeface="Times New Roman" pitchFamily="18" charset="0"/>
            </a:endParaRPr>
          </a:p>
          <a:p>
            <a:pPr>
              <a:buFont typeface="Arial" charset="0"/>
              <a:buChar char="•"/>
              <a:defRPr/>
            </a:pPr>
            <a:r>
              <a:rPr lang="en-US" sz="5100" dirty="0">
                <a:latin typeface="Times New Roman" pitchFamily="18" charset="0"/>
                <a:cs typeface="Times New Roman" pitchFamily="18" charset="0"/>
              </a:rPr>
              <a:t>The selection lines in each multiplexer select the input data for the particular bus. </a:t>
            </a:r>
          </a:p>
          <a:p>
            <a:pPr>
              <a:buFont typeface="Arial" charset="0"/>
              <a:buNone/>
              <a:defRPr/>
            </a:pPr>
            <a:r>
              <a:rPr lang="en-US" dirty="0" smtClean="0"/>
              <a:t/>
            </a:r>
            <a:br>
              <a:rPr lang="en-US" dirty="0" smtClean="0"/>
            </a:br>
            <a:endParaRPr lang="en-US" dirty="0"/>
          </a:p>
        </p:txBody>
      </p:sp>
    </p:spTree>
    <p:extLst>
      <p:ext uri="{BB962C8B-B14F-4D97-AF65-F5344CB8AC3E}">
        <p14:creationId xmlns:p14="http://schemas.microsoft.com/office/powerpoint/2010/main" val="33899099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 calcmode="lin" valueType="num">
                                      <p:cBhvr additive="base">
                                        <p:cTn id="2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anim calcmode="lin" valueType="num">
                                      <p:cBhvr additive="base">
                                        <p:cTn id="31"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9" end="9"/>
                                            </p:txEl>
                                          </p:spTgt>
                                        </p:tgtEl>
                                        <p:attrNameLst>
                                          <p:attrName>style.visibility</p:attrName>
                                        </p:attrNameLst>
                                      </p:cBhvr>
                                      <p:to>
                                        <p:strVal val="visible"/>
                                      </p:to>
                                    </p:set>
                                    <p:anim calcmode="lin" valueType="num">
                                      <p:cBhvr additive="base">
                                        <p:cTn id="37"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Title 1"/>
          <p:cNvSpPr>
            <a:spLocks noGrp="1"/>
          </p:cNvSpPr>
          <p:nvPr>
            <p:ph type="title"/>
          </p:nvPr>
        </p:nvSpPr>
        <p:spPr/>
        <p:txBody>
          <a:bodyPr/>
          <a:lstStyle/>
          <a:p>
            <a:endParaRPr lang="en-US" altLang="en-US" smtClean="0"/>
          </a:p>
        </p:txBody>
      </p:sp>
      <p:grpSp>
        <p:nvGrpSpPr>
          <p:cNvPr id="2" name="Group 4"/>
          <p:cNvGrpSpPr>
            <a:grpSpLocks noGrp="1"/>
          </p:cNvGrpSpPr>
          <p:nvPr/>
        </p:nvGrpSpPr>
        <p:grpSpPr bwMode="auto">
          <a:xfrm>
            <a:off x="2438400" y="1600201"/>
            <a:ext cx="8041844" cy="4536677"/>
            <a:chOff x="1037" y="887"/>
            <a:chExt cx="3812" cy="2964"/>
          </a:xfrm>
        </p:grpSpPr>
        <p:sp>
          <p:nvSpPr>
            <p:cNvPr id="150532" name="Arc 5"/>
            <p:cNvSpPr>
              <a:spLocks/>
            </p:cNvSpPr>
            <p:nvPr/>
          </p:nvSpPr>
          <p:spPr bwMode="auto">
            <a:xfrm>
              <a:off x="2264" y="2148"/>
              <a:ext cx="70" cy="72"/>
            </a:xfrm>
            <a:custGeom>
              <a:avLst/>
              <a:gdLst>
                <a:gd name="T0" fmla="*/ 0 w 17255"/>
                <a:gd name="T1" fmla="*/ 0 h 21600"/>
                <a:gd name="T2" fmla="*/ 0 w 17255"/>
                <a:gd name="T3" fmla="*/ 0 h 21600"/>
                <a:gd name="T4" fmla="*/ 0 w 17255"/>
                <a:gd name="T5" fmla="*/ 0 h 21600"/>
                <a:gd name="T6" fmla="*/ 0 60000 65536"/>
                <a:gd name="T7" fmla="*/ 0 60000 65536"/>
                <a:gd name="T8" fmla="*/ 0 60000 65536"/>
                <a:gd name="T9" fmla="*/ 0 w 17255"/>
                <a:gd name="T10" fmla="*/ 0 h 21600"/>
                <a:gd name="T11" fmla="*/ 17255 w 17255"/>
                <a:gd name="T12" fmla="*/ 21600 h 21600"/>
              </a:gdLst>
              <a:ahLst/>
              <a:cxnLst>
                <a:cxn ang="T6">
                  <a:pos x="T0" y="T1"/>
                </a:cxn>
                <a:cxn ang="T7">
                  <a:pos x="T2" y="T3"/>
                </a:cxn>
                <a:cxn ang="T8">
                  <a:pos x="T4" y="T5"/>
                </a:cxn>
              </a:cxnLst>
              <a:rect l="T9" t="T10" r="T11" b="T12"/>
              <a:pathLst>
                <a:path w="17255" h="21600" fill="none" extrusionOk="0">
                  <a:moveTo>
                    <a:pt x="-1" y="1849"/>
                  </a:moveTo>
                  <a:cubicBezTo>
                    <a:pt x="2754" y="630"/>
                    <a:pt x="5733" y="-1"/>
                    <a:pt x="8746" y="0"/>
                  </a:cubicBezTo>
                  <a:cubicBezTo>
                    <a:pt x="11671" y="0"/>
                    <a:pt x="14566" y="594"/>
                    <a:pt x="17254" y="1746"/>
                  </a:cubicBezTo>
                </a:path>
                <a:path w="17255" h="21600" stroke="0" extrusionOk="0">
                  <a:moveTo>
                    <a:pt x="-1" y="1849"/>
                  </a:moveTo>
                  <a:cubicBezTo>
                    <a:pt x="2754" y="630"/>
                    <a:pt x="5733" y="-1"/>
                    <a:pt x="8746" y="0"/>
                  </a:cubicBezTo>
                  <a:cubicBezTo>
                    <a:pt x="11671" y="0"/>
                    <a:pt x="14566" y="594"/>
                    <a:pt x="17254" y="1746"/>
                  </a:cubicBezTo>
                  <a:lnTo>
                    <a:pt x="8746" y="21600"/>
                  </a:lnTo>
                  <a:lnTo>
                    <a:pt x="-1" y="1849"/>
                  </a:lnTo>
                  <a:close/>
                </a:path>
              </a:pathLst>
            </a:custGeom>
            <a:solidFill>
              <a:srgbClr val="000000"/>
            </a:solidFill>
            <a:ln>
              <a:noFill/>
            </a:ln>
            <a:extLst>
              <a:ext uri="{91240B29-F687-4F45-9708-019B960494DF}">
                <a14:hiddenLine xmlns:a14="http://schemas.microsoft.com/office/drawing/2010/main" w="25400" cap="rnd">
                  <a:solidFill>
                    <a:srgbClr val="000000"/>
                  </a:solidFill>
                  <a:round/>
                  <a:headEnd/>
                  <a:tailEnd/>
                </a14:hiddenLine>
              </a:ext>
            </a:extLst>
          </p:spPr>
          <p:txBody>
            <a:bodyPr wrap="none" anchor="ctr"/>
            <a:lstStyle/>
            <a:p>
              <a:pPr eaLnBrk="0" fontAlgn="base" hangingPunct="0">
                <a:spcBef>
                  <a:spcPct val="0"/>
                </a:spcBef>
                <a:spcAft>
                  <a:spcPct val="0"/>
                </a:spcAft>
              </a:pPr>
              <a:endParaRPr lang="en-US">
                <a:solidFill>
                  <a:prstClr val="black"/>
                </a:solidFill>
                <a:latin typeface="Arial" panose="020B0604020202020204" pitchFamily="34" charset="0"/>
                <a:cs typeface="Arial" panose="020B0604020202020204" pitchFamily="34" charset="0"/>
              </a:endParaRPr>
            </a:p>
          </p:txBody>
        </p:sp>
        <p:sp>
          <p:nvSpPr>
            <p:cNvPr id="150533" name="Line 6"/>
            <p:cNvSpPr>
              <a:spLocks noChangeShapeType="1"/>
            </p:cNvSpPr>
            <p:nvPr/>
          </p:nvSpPr>
          <p:spPr bwMode="auto">
            <a:xfrm>
              <a:off x="2298" y="2056"/>
              <a:ext cx="0" cy="9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a:solidFill>
                  <a:prstClr val="black"/>
                </a:solidFill>
                <a:latin typeface="Arial" panose="020B0604020202020204" pitchFamily="34" charset="0"/>
                <a:cs typeface="Arial" panose="020B0604020202020204" pitchFamily="34" charset="0"/>
              </a:endParaRPr>
            </a:p>
          </p:txBody>
        </p:sp>
        <p:sp>
          <p:nvSpPr>
            <p:cNvPr id="150534" name="Arc 7"/>
            <p:cNvSpPr>
              <a:spLocks/>
            </p:cNvSpPr>
            <p:nvPr/>
          </p:nvSpPr>
          <p:spPr bwMode="auto">
            <a:xfrm>
              <a:off x="2365" y="2148"/>
              <a:ext cx="69" cy="72"/>
            </a:xfrm>
            <a:custGeom>
              <a:avLst/>
              <a:gdLst>
                <a:gd name="T0" fmla="*/ 0 w 17255"/>
                <a:gd name="T1" fmla="*/ 0 h 21600"/>
                <a:gd name="T2" fmla="*/ 0 w 17255"/>
                <a:gd name="T3" fmla="*/ 0 h 21600"/>
                <a:gd name="T4" fmla="*/ 0 w 17255"/>
                <a:gd name="T5" fmla="*/ 0 h 21600"/>
                <a:gd name="T6" fmla="*/ 0 60000 65536"/>
                <a:gd name="T7" fmla="*/ 0 60000 65536"/>
                <a:gd name="T8" fmla="*/ 0 60000 65536"/>
                <a:gd name="T9" fmla="*/ 0 w 17255"/>
                <a:gd name="T10" fmla="*/ 0 h 21600"/>
                <a:gd name="T11" fmla="*/ 17255 w 17255"/>
                <a:gd name="T12" fmla="*/ 21600 h 21600"/>
              </a:gdLst>
              <a:ahLst/>
              <a:cxnLst>
                <a:cxn ang="T6">
                  <a:pos x="T0" y="T1"/>
                </a:cxn>
                <a:cxn ang="T7">
                  <a:pos x="T2" y="T3"/>
                </a:cxn>
                <a:cxn ang="T8">
                  <a:pos x="T4" y="T5"/>
                </a:cxn>
              </a:cxnLst>
              <a:rect l="T9" t="T10" r="T11" b="T12"/>
              <a:pathLst>
                <a:path w="17255" h="21600" fill="none" extrusionOk="0">
                  <a:moveTo>
                    <a:pt x="-1" y="1849"/>
                  </a:moveTo>
                  <a:cubicBezTo>
                    <a:pt x="2754" y="630"/>
                    <a:pt x="5733" y="-1"/>
                    <a:pt x="8746" y="0"/>
                  </a:cubicBezTo>
                  <a:cubicBezTo>
                    <a:pt x="11671" y="0"/>
                    <a:pt x="14566" y="594"/>
                    <a:pt x="17254" y="1746"/>
                  </a:cubicBezTo>
                </a:path>
                <a:path w="17255" h="21600" stroke="0" extrusionOk="0">
                  <a:moveTo>
                    <a:pt x="-1" y="1849"/>
                  </a:moveTo>
                  <a:cubicBezTo>
                    <a:pt x="2754" y="630"/>
                    <a:pt x="5733" y="-1"/>
                    <a:pt x="8746" y="0"/>
                  </a:cubicBezTo>
                  <a:cubicBezTo>
                    <a:pt x="11671" y="0"/>
                    <a:pt x="14566" y="594"/>
                    <a:pt x="17254" y="1746"/>
                  </a:cubicBezTo>
                  <a:lnTo>
                    <a:pt x="8746" y="21600"/>
                  </a:lnTo>
                  <a:lnTo>
                    <a:pt x="-1" y="1849"/>
                  </a:lnTo>
                  <a:close/>
                </a:path>
              </a:pathLst>
            </a:custGeom>
            <a:solidFill>
              <a:srgbClr val="000000"/>
            </a:solidFill>
            <a:ln>
              <a:noFill/>
            </a:ln>
            <a:extLst>
              <a:ext uri="{91240B29-F687-4F45-9708-019B960494DF}">
                <a14:hiddenLine xmlns:a14="http://schemas.microsoft.com/office/drawing/2010/main" w="25400" cap="rnd">
                  <a:solidFill>
                    <a:srgbClr val="000000"/>
                  </a:solidFill>
                  <a:round/>
                  <a:headEnd/>
                  <a:tailEnd/>
                </a14:hiddenLine>
              </a:ext>
            </a:extLst>
          </p:spPr>
          <p:txBody>
            <a:bodyPr wrap="none" anchor="ctr"/>
            <a:lstStyle/>
            <a:p>
              <a:pPr eaLnBrk="0" fontAlgn="base" hangingPunct="0">
                <a:spcBef>
                  <a:spcPct val="0"/>
                </a:spcBef>
                <a:spcAft>
                  <a:spcPct val="0"/>
                </a:spcAft>
              </a:pPr>
              <a:endParaRPr lang="en-US">
                <a:solidFill>
                  <a:prstClr val="black"/>
                </a:solidFill>
                <a:latin typeface="Arial" panose="020B0604020202020204" pitchFamily="34" charset="0"/>
                <a:cs typeface="Arial" panose="020B0604020202020204" pitchFamily="34" charset="0"/>
              </a:endParaRPr>
            </a:p>
          </p:txBody>
        </p:sp>
        <p:sp>
          <p:nvSpPr>
            <p:cNvPr id="150535" name="Line 8"/>
            <p:cNvSpPr>
              <a:spLocks noChangeShapeType="1"/>
            </p:cNvSpPr>
            <p:nvPr/>
          </p:nvSpPr>
          <p:spPr bwMode="auto">
            <a:xfrm>
              <a:off x="2399" y="1927"/>
              <a:ext cx="0" cy="22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a:solidFill>
                  <a:prstClr val="black"/>
                </a:solidFill>
                <a:latin typeface="Arial" panose="020B0604020202020204" pitchFamily="34" charset="0"/>
                <a:cs typeface="Arial" panose="020B0604020202020204" pitchFamily="34" charset="0"/>
              </a:endParaRPr>
            </a:p>
          </p:txBody>
        </p:sp>
        <p:sp>
          <p:nvSpPr>
            <p:cNvPr id="150536" name="Arc 9"/>
            <p:cNvSpPr>
              <a:spLocks/>
            </p:cNvSpPr>
            <p:nvPr/>
          </p:nvSpPr>
          <p:spPr bwMode="auto">
            <a:xfrm>
              <a:off x="2475" y="2148"/>
              <a:ext cx="69" cy="72"/>
            </a:xfrm>
            <a:custGeom>
              <a:avLst/>
              <a:gdLst>
                <a:gd name="T0" fmla="*/ 0 w 17255"/>
                <a:gd name="T1" fmla="*/ 0 h 21600"/>
                <a:gd name="T2" fmla="*/ 0 w 17255"/>
                <a:gd name="T3" fmla="*/ 0 h 21600"/>
                <a:gd name="T4" fmla="*/ 0 w 17255"/>
                <a:gd name="T5" fmla="*/ 0 h 21600"/>
                <a:gd name="T6" fmla="*/ 0 60000 65536"/>
                <a:gd name="T7" fmla="*/ 0 60000 65536"/>
                <a:gd name="T8" fmla="*/ 0 60000 65536"/>
                <a:gd name="T9" fmla="*/ 0 w 17255"/>
                <a:gd name="T10" fmla="*/ 0 h 21600"/>
                <a:gd name="T11" fmla="*/ 17255 w 17255"/>
                <a:gd name="T12" fmla="*/ 21600 h 21600"/>
              </a:gdLst>
              <a:ahLst/>
              <a:cxnLst>
                <a:cxn ang="T6">
                  <a:pos x="T0" y="T1"/>
                </a:cxn>
                <a:cxn ang="T7">
                  <a:pos x="T2" y="T3"/>
                </a:cxn>
                <a:cxn ang="T8">
                  <a:pos x="T4" y="T5"/>
                </a:cxn>
              </a:cxnLst>
              <a:rect l="T9" t="T10" r="T11" b="T12"/>
              <a:pathLst>
                <a:path w="17255" h="21600" fill="none" extrusionOk="0">
                  <a:moveTo>
                    <a:pt x="-1" y="1849"/>
                  </a:moveTo>
                  <a:cubicBezTo>
                    <a:pt x="2754" y="630"/>
                    <a:pt x="5733" y="-1"/>
                    <a:pt x="8746" y="0"/>
                  </a:cubicBezTo>
                  <a:cubicBezTo>
                    <a:pt x="11671" y="0"/>
                    <a:pt x="14566" y="594"/>
                    <a:pt x="17254" y="1746"/>
                  </a:cubicBezTo>
                </a:path>
                <a:path w="17255" h="21600" stroke="0" extrusionOk="0">
                  <a:moveTo>
                    <a:pt x="-1" y="1849"/>
                  </a:moveTo>
                  <a:cubicBezTo>
                    <a:pt x="2754" y="630"/>
                    <a:pt x="5733" y="-1"/>
                    <a:pt x="8746" y="0"/>
                  </a:cubicBezTo>
                  <a:cubicBezTo>
                    <a:pt x="11671" y="0"/>
                    <a:pt x="14566" y="594"/>
                    <a:pt x="17254" y="1746"/>
                  </a:cubicBezTo>
                  <a:lnTo>
                    <a:pt x="8746" y="21600"/>
                  </a:lnTo>
                  <a:lnTo>
                    <a:pt x="-1" y="1849"/>
                  </a:lnTo>
                  <a:close/>
                </a:path>
              </a:pathLst>
            </a:custGeom>
            <a:solidFill>
              <a:srgbClr val="000000"/>
            </a:solidFill>
            <a:ln>
              <a:noFill/>
            </a:ln>
            <a:extLst>
              <a:ext uri="{91240B29-F687-4F45-9708-019B960494DF}">
                <a14:hiddenLine xmlns:a14="http://schemas.microsoft.com/office/drawing/2010/main" w="25400" cap="rnd">
                  <a:solidFill>
                    <a:srgbClr val="000000"/>
                  </a:solidFill>
                  <a:round/>
                  <a:headEnd/>
                  <a:tailEnd/>
                </a14:hiddenLine>
              </a:ext>
            </a:extLst>
          </p:spPr>
          <p:txBody>
            <a:bodyPr wrap="none" anchor="ctr"/>
            <a:lstStyle/>
            <a:p>
              <a:pPr eaLnBrk="0" fontAlgn="base" hangingPunct="0">
                <a:spcBef>
                  <a:spcPct val="0"/>
                </a:spcBef>
                <a:spcAft>
                  <a:spcPct val="0"/>
                </a:spcAft>
              </a:pPr>
              <a:endParaRPr lang="en-US">
                <a:solidFill>
                  <a:prstClr val="black"/>
                </a:solidFill>
                <a:latin typeface="Arial" panose="020B0604020202020204" pitchFamily="34" charset="0"/>
                <a:cs typeface="Arial" panose="020B0604020202020204" pitchFamily="34" charset="0"/>
              </a:endParaRPr>
            </a:p>
          </p:txBody>
        </p:sp>
        <p:sp>
          <p:nvSpPr>
            <p:cNvPr id="150537" name="Line 10"/>
            <p:cNvSpPr>
              <a:spLocks noChangeShapeType="1"/>
            </p:cNvSpPr>
            <p:nvPr/>
          </p:nvSpPr>
          <p:spPr bwMode="auto">
            <a:xfrm>
              <a:off x="2509" y="1799"/>
              <a:ext cx="0" cy="35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a:solidFill>
                  <a:prstClr val="black"/>
                </a:solidFill>
                <a:latin typeface="Arial" panose="020B0604020202020204" pitchFamily="34" charset="0"/>
                <a:cs typeface="Arial" panose="020B0604020202020204" pitchFamily="34" charset="0"/>
              </a:endParaRPr>
            </a:p>
          </p:txBody>
        </p:sp>
        <p:sp>
          <p:nvSpPr>
            <p:cNvPr id="150538" name="Arc 11"/>
            <p:cNvSpPr>
              <a:spLocks/>
            </p:cNvSpPr>
            <p:nvPr/>
          </p:nvSpPr>
          <p:spPr bwMode="auto">
            <a:xfrm>
              <a:off x="2576" y="2148"/>
              <a:ext cx="69" cy="72"/>
            </a:xfrm>
            <a:custGeom>
              <a:avLst/>
              <a:gdLst>
                <a:gd name="T0" fmla="*/ 0 w 17255"/>
                <a:gd name="T1" fmla="*/ 0 h 21600"/>
                <a:gd name="T2" fmla="*/ 0 w 17255"/>
                <a:gd name="T3" fmla="*/ 0 h 21600"/>
                <a:gd name="T4" fmla="*/ 0 w 17255"/>
                <a:gd name="T5" fmla="*/ 0 h 21600"/>
                <a:gd name="T6" fmla="*/ 0 60000 65536"/>
                <a:gd name="T7" fmla="*/ 0 60000 65536"/>
                <a:gd name="T8" fmla="*/ 0 60000 65536"/>
                <a:gd name="T9" fmla="*/ 0 w 17255"/>
                <a:gd name="T10" fmla="*/ 0 h 21600"/>
                <a:gd name="T11" fmla="*/ 17255 w 17255"/>
                <a:gd name="T12" fmla="*/ 21600 h 21600"/>
              </a:gdLst>
              <a:ahLst/>
              <a:cxnLst>
                <a:cxn ang="T6">
                  <a:pos x="T0" y="T1"/>
                </a:cxn>
                <a:cxn ang="T7">
                  <a:pos x="T2" y="T3"/>
                </a:cxn>
                <a:cxn ang="T8">
                  <a:pos x="T4" y="T5"/>
                </a:cxn>
              </a:cxnLst>
              <a:rect l="T9" t="T10" r="T11" b="T12"/>
              <a:pathLst>
                <a:path w="17255" h="21600" fill="none" extrusionOk="0">
                  <a:moveTo>
                    <a:pt x="-1" y="1849"/>
                  </a:moveTo>
                  <a:cubicBezTo>
                    <a:pt x="2754" y="630"/>
                    <a:pt x="5733" y="-1"/>
                    <a:pt x="8746" y="0"/>
                  </a:cubicBezTo>
                  <a:cubicBezTo>
                    <a:pt x="11671" y="0"/>
                    <a:pt x="14566" y="594"/>
                    <a:pt x="17254" y="1746"/>
                  </a:cubicBezTo>
                </a:path>
                <a:path w="17255" h="21600" stroke="0" extrusionOk="0">
                  <a:moveTo>
                    <a:pt x="-1" y="1849"/>
                  </a:moveTo>
                  <a:cubicBezTo>
                    <a:pt x="2754" y="630"/>
                    <a:pt x="5733" y="-1"/>
                    <a:pt x="8746" y="0"/>
                  </a:cubicBezTo>
                  <a:cubicBezTo>
                    <a:pt x="11671" y="0"/>
                    <a:pt x="14566" y="594"/>
                    <a:pt x="17254" y="1746"/>
                  </a:cubicBezTo>
                  <a:lnTo>
                    <a:pt x="8746" y="21600"/>
                  </a:lnTo>
                  <a:lnTo>
                    <a:pt x="-1" y="1849"/>
                  </a:lnTo>
                  <a:close/>
                </a:path>
              </a:pathLst>
            </a:custGeom>
            <a:solidFill>
              <a:srgbClr val="000000"/>
            </a:solidFill>
            <a:ln>
              <a:noFill/>
            </a:ln>
            <a:extLst>
              <a:ext uri="{91240B29-F687-4F45-9708-019B960494DF}">
                <a14:hiddenLine xmlns:a14="http://schemas.microsoft.com/office/drawing/2010/main" w="25400" cap="rnd">
                  <a:solidFill>
                    <a:srgbClr val="000000"/>
                  </a:solidFill>
                  <a:round/>
                  <a:headEnd/>
                  <a:tailEnd/>
                </a14:hiddenLine>
              </a:ext>
            </a:extLst>
          </p:spPr>
          <p:txBody>
            <a:bodyPr wrap="none" anchor="ctr"/>
            <a:lstStyle/>
            <a:p>
              <a:pPr eaLnBrk="0" fontAlgn="base" hangingPunct="0">
                <a:spcBef>
                  <a:spcPct val="0"/>
                </a:spcBef>
                <a:spcAft>
                  <a:spcPct val="0"/>
                </a:spcAft>
              </a:pPr>
              <a:endParaRPr lang="en-US">
                <a:solidFill>
                  <a:prstClr val="black"/>
                </a:solidFill>
                <a:latin typeface="Arial" panose="020B0604020202020204" pitchFamily="34" charset="0"/>
                <a:cs typeface="Arial" panose="020B0604020202020204" pitchFamily="34" charset="0"/>
              </a:endParaRPr>
            </a:p>
          </p:txBody>
        </p:sp>
        <p:sp>
          <p:nvSpPr>
            <p:cNvPr id="150539" name="Line 12"/>
            <p:cNvSpPr>
              <a:spLocks noChangeShapeType="1"/>
            </p:cNvSpPr>
            <p:nvPr/>
          </p:nvSpPr>
          <p:spPr bwMode="auto">
            <a:xfrm>
              <a:off x="2610" y="1669"/>
              <a:ext cx="0" cy="48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a:solidFill>
                  <a:prstClr val="black"/>
                </a:solidFill>
                <a:latin typeface="Arial" panose="020B0604020202020204" pitchFamily="34" charset="0"/>
                <a:cs typeface="Arial" panose="020B0604020202020204" pitchFamily="34" charset="0"/>
              </a:endParaRPr>
            </a:p>
          </p:txBody>
        </p:sp>
        <p:sp>
          <p:nvSpPr>
            <p:cNvPr id="150540" name="Arc 13"/>
            <p:cNvSpPr>
              <a:spLocks/>
            </p:cNvSpPr>
            <p:nvPr/>
          </p:nvSpPr>
          <p:spPr bwMode="auto">
            <a:xfrm>
              <a:off x="2677" y="2148"/>
              <a:ext cx="69" cy="72"/>
            </a:xfrm>
            <a:custGeom>
              <a:avLst/>
              <a:gdLst>
                <a:gd name="T0" fmla="*/ 0 w 17255"/>
                <a:gd name="T1" fmla="*/ 0 h 21600"/>
                <a:gd name="T2" fmla="*/ 0 w 17255"/>
                <a:gd name="T3" fmla="*/ 0 h 21600"/>
                <a:gd name="T4" fmla="*/ 0 w 17255"/>
                <a:gd name="T5" fmla="*/ 0 h 21600"/>
                <a:gd name="T6" fmla="*/ 0 60000 65536"/>
                <a:gd name="T7" fmla="*/ 0 60000 65536"/>
                <a:gd name="T8" fmla="*/ 0 60000 65536"/>
                <a:gd name="T9" fmla="*/ 0 w 17255"/>
                <a:gd name="T10" fmla="*/ 0 h 21600"/>
                <a:gd name="T11" fmla="*/ 17255 w 17255"/>
                <a:gd name="T12" fmla="*/ 21600 h 21600"/>
              </a:gdLst>
              <a:ahLst/>
              <a:cxnLst>
                <a:cxn ang="T6">
                  <a:pos x="T0" y="T1"/>
                </a:cxn>
                <a:cxn ang="T7">
                  <a:pos x="T2" y="T3"/>
                </a:cxn>
                <a:cxn ang="T8">
                  <a:pos x="T4" y="T5"/>
                </a:cxn>
              </a:cxnLst>
              <a:rect l="T9" t="T10" r="T11" b="T12"/>
              <a:pathLst>
                <a:path w="17255" h="21600" fill="none" extrusionOk="0">
                  <a:moveTo>
                    <a:pt x="-1" y="1849"/>
                  </a:moveTo>
                  <a:cubicBezTo>
                    <a:pt x="2754" y="630"/>
                    <a:pt x="5733" y="-1"/>
                    <a:pt x="8746" y="0"/>
                  </a:cubicBezTo>
                  <a:cubicBezTo>
                    <a:pt x="11671" y="0"/>
                    <a:pt x="14566" y="594"/>
                    <a:pt x="17254" y="1746"/>
                  </a:cubicBezTo>
                </a:path>
                <a:path w="17255" h="21600" stroke="0" extrusionOk="0">
                  <a:moveTo>
                    <a:pt x="-1" y="1849"/>
                  </a:moveTo>
                  <a:cubicBezTo>
                    <a:pt x="2754" y="630"/>
                    <a:pt x="5733" y="-1"/>
                    <a:pt x="8746" y="0"/>
                  </a:cubicBezTo>
                  <a:cubicBezTo>
                    <a:pt x="11671" y="0"/>
                    <a:pt x="14566" y="594"/>
                    <a:pt x="17254" y="1746"/>
                  </a:cubicBezTo>
                  <a:lnTo>
                    <a:pt x="8746" y="21600"/>
                  </a:lnTo>
                  <a:lnTo>
                    <a:pt x="-1" y="1849"/>
                  </a:lnTo>
                  <a:close/>
                </a:path>
              </a:pathLst>
            </a:custGeom>
            <a:solidFill>
              <a:srgbClr val="000000"/>
            </a:solidFill>
            <a:ln>
              <a:noFill/>
            </a:ln>
            <a:extLst>
              <a:ext uri="{91240B29-F687-4F45-9708-019B960494DF}">
                <a14:hiddenLine xmlns:a14="http://schemas.microsoft.com/office/drawing/2010/main" w="25400" cap="rnd">
                  <a:solidFill>
                    <a:srgbClr val="000000"/>
                  </a:solidFill>
                  <a:round/>
                  <a:headEnd/>
                  <a:tailEnd/>
                </a14:hiddenLine>
              </a:ext>
            </a:extLst>
          </p:spPr>
          <p:txBody>
            <a:bodyPr wrap="none" anchor="ctr"/>
            <a:lstStyle/>
            <a:p>
              <a:pPr eaLnBrk="0" fontAlgn="base" hangingPunct="0">
                <a:spcBef>
                  <a:spcPct val="0"/>
                </a:spcBef>
                <a:spcAft>
                  <a:spcPct val="0"/>
                </a:spcAft>
              </a:pPr>
              <a:endParaRPr lang="en-US">
                <a:solidFill>
                  <a:prstClr val="black"/>
                </a:solidFill>
                <a:latin typeface="Arial" panose="020B0604020202020204" pitchFamily="34" charset="0"/>
                <a:cs typeface="Arial" panose="020B0604020202020204" pitchFamily="34" charset="0"/>
              </a:endParaRPr>
            </a:p>
          </p:txBody>
        </p:sp>
        <p:sp>
          <p:nvSpPr>
            <p:cNvPr id="150541" name="Line 14"/>
            <p:cNvSpPr>
              <a:spLocks noChangeShapeType="1"/>
            </p:cNvSpPr>
            <p:nvPr/>
          </p:nvSpPr>
          <p:spPr bwMode="auto">
            <a:xfrm>
              <a:off x="2711" y="1540"/>
              <a:ext cx="0" cy="61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a:solidFill>
                  <a:prstClr val="black"/>
                </a:solidFill>
                <a:latin typeface="Arial" panose="020B0604020202020204" pitchFamily="34" charset="0"/>
                <a:cs typeface="Arial" panose="020B0604020202020204" pitchFamily="34" charset="0"/>
              </a:endParaRPr>
            </a:p>
          </p:txBody>
        </p:sp>
        <p:sp>
          <p:nvSpPr>
            <p:cNvPr id="150542" name="Arc 15"/>
            <p:cNvSpPr>
              <a:spLocks/>
            </p:cNvSpPr>
            <p:nvPr/>
          </p:nvSpPr>
          <p:spPr bwMode="auto">
            <a:xfrm>
              <a:off x="2787" y="2148"/>
              <a:ext cx="70" cy="72"/>
            </a:xfrm>
            <a:custGeom>
              <a:avLst/>
              <a:gdLst>
                <a:gd name="T0" fmla="*/ 0 w 17255"/>
                <a:gd name="T1" fmla="*/ 0 h 21600"/>
                <a:gd name="T2" fmla="*/ 0 w 17255"/>
                <a:gd name="T3" fmla="*/ 0 h 21600"/>
                <a:gd name="T4" fmla="*/ 0 w 17255"/>
                <a:gd name="T5" fmla="*/ 0 h 21600"/>
                <a:gd name="T6" fmla="*/ 0 60000 65536"/>
                <a:gd name="T7" fmla="*/ 0 60000 65536"/>
                <a:gd name="T8" fmla="*/ 0 60000 65536"/>
                <a:gd name="T9" fmla="*/ 0 w 17255"/>
                <a:gd name="T10" fmla="*/ 0 h 21600"/>
                <a:gd name="T11" fmla="*/ 17255 w 17255"/>
                <a:gd name="T12" fmla="*/ 21600 h 21600"/>
              </a:gdLst>
              <a:ahLst/>
              <a:cxnLst>
                <a:cxn ang="T6">
                  <a:pos x="T0" y="T1"/>
                </a:cxn>
                <a:cxn ang="T7">
                  <a:pos x="T2" y="T3"/>
                </a:cxn>
                <a:cxn ang="T8">
                  <a:pos x="T4" y="T5"/>
                </a:cxn>
              </a:cxnLst>
              <a:rect l="T9" t="T10" r="T11" b="T12"/>
              <a:pathLst>
                <a:path w="17255" h="21600" fill="none" extrusionOk="0">
                  <a:moveTo>
                    <a:pt x="-1" y="1849"/>
                  </a:moveTo>
                  <a:cubicBezTo>
                    <a:pt x="2754" y="630"/>
                    <a:pt x="5733" y="-1"/>
                    <a:pt x="8746" y="0"/>
                  </a:cubicBezTo>
                  <a:cubicBezTo>
                    <a:pt x="11671" y="0"/>
                    <a:pt x="14566" y="594"/>
                    <a:pt x="17254" y="1746"/>
                  </a:cubicBezTo>
                </a:path>
                <a:path w="17255" h="21600" stroke="0" extrusionOk="0">
                  <a:moveTo>
                    <a:pt x="-1" y="1849"/>
                  </a:moveTo>
                  <a:cubicBezTo>
                    <a:pt x="2754" y="630"/>
                    <a:pt x="5733" y="-1"/>
                    <a:pt x="8746" y="0"/>
                  </a:cubicBezTo>
                  <a:cubicBezTo>
                    <a:pt x="11671" y="0"/>
                    <a:pt x="14566" y="594"/>
                    <a:pt x="17254" y="1746"/>
                  </a:cubicBezTo>
                  <a:lnTo>
                    <a:pt x="8746" y="21600"/>
                  </a:lnTo>
                  <a:lnTo>
                    <a:pt x="-1" y="1849"/>
                  </a:lnTo>
                  <a:close/>
                </a:path>
              </a:pathLst>
            </a:custGeom>
            <a:solidFill>
              <a:srgbClr val="000000"/>
            </a:solidFill>
            <a:ln>
              <a:noFill/>
            </a:ln>
            <a:extLst>
              <a:ext uri="{91240B29-F687-4F45-9708-019B960494DF}">
                <a14:hiddenLine xmlns:a14="http://schemas.microsoft.com/office/drawing/2010/main" w="25400" cap="rnd">
                  <a:solidFill>
                    <a:srgbClr val="000000"/>
                  </a:solidFill>
                  <a:round/>
                  <a:headEnd/>
                  <a:tailEnd/>
                </a14:hiddenLine>
              </a:ext>
            </a:extLst>
          </p:spPr>
          <p:txBody>
            <a:bodyPr wrap="none" anchor="ctr"/>
            <a:lstStyle/>
            <a:p>
              <a:pPr eaLnBrk="0" fontAlgn="base" hangingPunct="0">
                <a:spcBef>
                  <a:spcPct val="0"/>
                </a:spcBef>
                <a:spcAft>
                  <a:spcPct val="0"/>
                </a:spcAft>
              </a:pPr>
              <a:endParaRPr lang="en-US">
                <a:solidFill>
                  <a:prstClr val="black"/>
                </a:solidFill>
                <a:latin typeface="Arial" panose="020B0604020202020204" pitchFamily="34" charset="0"/>
                <a:cs typeface="Arial" panose="020B0604020202020204" pitchFamily="34" charset="0"/>
              </a:endParaRPr>
            </a:p>
          </p:txBody>
        </p:sp>
        <p:sp>
          <p:nvSpPr>
            <p:cNvPr id="150543" name="Line 16"/>
            <p:cNvSpPr>
              <a:spLocks noChangeShapeType="1"/>
            </p:cNvSpPr>
            <p:nvPr/>
          </p:nvSpPr>
          <p:spPr bwMode="auto">
            <a:xfrm>
              <a:off x="2821" y="1411"/>
              <a:ext cx="0" cy="74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a:solidFill>
                  <a:prstClr val="black"/>
                </a:solidFill>
                <a:latin typeface="Arial" panose="020B0604020202020204" pitchFamily="34" charset="0"/>
                <a:cs typeface="Arial" panose="020B0604020202020204" pitchFamily="34" charset="0"/>
              </a:endParaRPr>
            </a:p>
          </p:txBody>
        </p:sp>
        <p:sp>
          <p:nvSpPr>
            <p:cNvPr id="150544" name="Arc 17"/>
            <p:cNvSpPr>
              <a:spLocks/>
            </p:cNvSpPr>
            <p:nvPr/>
          </p:nvSpPr>
          <p:spPr bwMode="auto">
            <a:xfrm>
              <a:off x="2887" y="2148"/>
              <a:ext cx="71" cy="72"/>
            </a:xfrm>
            <a:custGeom>
              <a:avLst/>
              <a:gdLst>
                <a:gd name="T0" fmla="*/ 0 w 17255"/>
                <a:gd name="T1" fmla="*/ 0 h 21600"/>
                <a:gd name="T2" fmla="*/ 0 w 17255"/>
                <a:gd name="T3" fmla="*/ 0 h 21600"/>
                <a:gd name="T4" fmla="*/ 0 w 17255"/>
                <a:gd name="T5" fmla="*/ 0 h 21600"/>
                <a:gd name="T6" fmla="*/ 0 60000 65536"/>
                <a:gd name="T7" fmla="*/ 0 60000 65536"/>
                <a:gd name="T8" fmla="*/ 0 60000 65536"/>
                <a:gd name="T9" fmla="*/ 0 w 17255"/>
                <a:gd name="T10" fmla="*/ 0 h 21600"/>
                <a:gd name="T11" fmla="*/ 17255 w 17255"/>
                <a:gd name="T12" fmla="*/ 21600 h 21600"/>
              </a:gdLst>
              <a:ahLst/>
              <a:cxnLst>
                <a:cxn ang="T6">
                  <a:pos x="T0" y="T1"/>
                </a:cxn>
                <a:cxn ang="T7">
                  <a:pos x="T2" y="T3"/>
                </a:cxn>
                <a:cxn ang="T8">
                  <a:pos x="T4" y="T5"/>
                </a:cxn>
              </a:cxnLst>
              <a:rect l="T9" t="T10" r="T11" b="T12"/>
              <a:pathLst>
                <a:path w="17255" h="21600" fill="none" extrusionOk="0">
                  <a:moveTo>
                    <a:pt x="-1" y="1849"/>
                  </a:moveTo>
                  <a:cubicBezTo>
                    <a:pt x="2754" y="630"/>
                    <a:pt x="5733" y="-1"/>
                    <a:pt x="8746" y="0"/>
                  </a:cubicBezTo>
                  <a:cubicBezTo>
                    <a:pt x="11671" y="0"/>
                    <a:pt x="14566" y="594"/>
                    <a:pt x="17254" y="1746"/>
                  </a:cubicBezTo>
                </a:path>
                <a:path w="17255" h="21600" stroke="0" extrusionOk="0">
                  <a:moveTo>
                    <a:pt x="-1" y="1849"/>
                  </a:moveTo>
                  <a:cubicBezTo>
                    <a:pt x="2754" y="630"/>
                    <a:pt x="5733" y="-1"/>
                    <a:pt x="8746" y="0"/>
                  </a:cubicBezTo>
                  <a:cubicBezTo>
                    <a:pt x="11671" y="0"/>
                    <a:pt x="14566" y="594"/>
                    <a:pt x="17254" y="1746"/>
                  </a:cubicBezTo>
                  <a:lnTo>
                    <a:pt x="8746" y="21600"/>
                  </a:lnTo>
                  <a:lnTo>
                    <a:pt x="-1" y="1849"/>
                  </a:lnTo>
                  <a:close/>
                </a:path>
              </a:pathLst>
            </a:custGeom>
            <a:solidFill>
              <a:srgbClr val="000000"/>
            </a:solidFill>
            <a:ln>
              <a:noFill/>
            </a:ln>
            <a:extLst>
              <a:ext uri="{91240B29-F687-4F45-9708-019B960494DF}">
                <a14:hiddenLine xmlns:a14="http://schemas.microsoft.com/office/drawing/2010/main" w="25400" cap="rnd">
                  <a:solidFill>
                    <a:srgbClr val="000000"/>
                  </a:solidFill>
                  <a:round/>
                  <a:headEnd/>
                  <a:tailEnd/>
                </a14:hiddenLine>
              </a:ext>
            </a:extLst>
          </p:spPr>
          <p:txBody>
            <a:bodyPr wrap="none" anchor="ctr"/>
            <a:lstStyle/>
            <a:p>
              <a:pPr eaLnBrk="0" fontAlgn="base" hangingPunct="0">
                <a:spcBef>
                  <a:spcPct val="0"/>
                </a:spcBef>
                <a:spcAft>
                  <a:spcPct val="0"/>
                </a:spcAft>
              </a:pPr>
              <a:endParaRPr lang="en-US">
                <a:solidFill>
                  <a:prstClr val="black"/>
                </a:solidFill>
                <a:latin typeface="Arial" panose="020B0604020202020204" pitchFamily="34" charset="0"/>
                <a:cs typeface="Arial" panose="020B0604020202020204" pitchFamily="34" charset="0"/>
              </a:endParaRPr>
            </a:p>
          </p:txBody>
        </p:sp>
        <p:sp>
          <p:nvSpPr>
            <p:cNvPr id="150545" name="Line 18"/>
            <p:cNvSpPr>
              <a:spLocks noChangeShapeType="1"/>
            </p:cNvSpPr>
            <p:nvPr/>
          </p:nvSpPr>
          <p:spPr bwMode="auto">
            <a:xfrm>
              <a:off x="2922" y="1283"/>
              <a:ext cx="0" cy="87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a:solidFill>
                  <a:prstClr val="black"/>
                </a:solidFill>
                <a:latin typeface="Arial" panose="020B0604020202020204" pitchFamily="34" charset="0"/>
                <a:cs typeface="Arial" panose="020B0604020202020204" pitchFamily="34" charset="0"/>
              </a:endParaRPr>
            </a:p>
          </p:txBody>
        </p:sp>
        <p:sp>
          <p:nvSpPr>
            <p:cNvPr id="150546" name="Arc 19"/>
            <p:cNvSpPr>
              <a:spLocks/>
            </p:cNvSpPr>
            <p:nvPr/>
          </p:nvSpPr>
          <p:spPr bwMode="auto">
            <a:xfrm>
              <a:off x="2988" y="2148"/>
              <a:ext cx="71" cy="72"/>
            </a:xfrm>
            <a:custGeom>
              <a:avLst/>
              <a:gdLst>
                <a:gd name="T0" fmla="*/ 0 w 17255"/>
                <a:gd name="T1" fmla="*/ 0 h 21600"/>
                <a:gd name="T2" fmla="*/ 0 w 17255"/>
                <a:gd name="T3" fmla="*/ 0 h 21600"/>
                <a:gd name="T4" fmla="*/ 0 w 17255"/>
                <a:gd name="T5" fmla="*/ 0 h 21600"/>
                <a:gd name="T6" fmla="*/ 0 60000 65536"/>
                <a:gd name="T7" fmla="*/ 0 60000 65536"/>
                <a:gd name="T8" fmla="*/ 0 60000 65536"/>
                <a:gd name="T9" fmla="*/ 0 w 17255"/>
                <a:gd name="T10" fmla="*/ 0 h 21600"/>
                <a:gd name="T11" fmla="*/ 17255 w 17255"/>
                <a:gd name="T12" fmla="*/ 21600 h 21600"/>
              </a:gdLst>
              <a:ahLst/>
              <a:cxnLst>
                <a:cxn ang="T6">
                  <a:pos x="T0" y="T1"/>
                </a:cxn>
                <a:cxn ang="T7">
                  <a:pos x="T2" y="T3"/>
                </a:cxn>
                <a:cxn ang="T8">
                  <a:pos x="T4" y="T5"/>
                </a:cxn>
              </a:cxnLst>
              <a:rect l="T9" t="T10" r="T11" b="T12"/>
              <a:pathLst>
                <a:path w="17255" h="21600" fill="none" extrusionOk="0">
                  <a:moveTo>
                    <a:pt x="-1" y="1849"/>
                  </a:moveTo>
                  <a:cubicBezTo>
                    <a:pt x="2754" y="630"/>
                    <a:pt x="5733" y="-1"/>
                    <a:pt x="8746" y="0"/>
                  </a:cubicBezTo>
                  <a:cubicBezTo>
                    <a:pt x="11671" y="0"/>
                    <a:pt x="14566" y="594"/>
                    <a:pt x="17254" y="1746"/>
                  </a:cubicBezTo>
                </a:path>
                <a:path w="17255" h="21600" stroke="0" extrusionOk="0">
                  <a:moveTo>
                    <a:pt x="-1" y="1849"/>
                  </a:moveTo>
                  <a:cubicBezTo>
                    <a:pt x="2754" y="630"/>
                    <a:pt x="5733" y="-1"/>
                    <a:pt x="8746" y="0"/>
                  </a:cubicBezTo>
                  <a:cubicBezTo>
                    <a:pt x="11671" y="0"/>
                    <a:pt x="14566" y="594"/>
                    <a:pt x="17254" y="1746"/>
                  </a:cubicBezTo>
                  <a:lnTo>
                    <a:pt x="8746" y="21600"/>
                  </a:lnTo>
                  <a:lnTo>
                    <a:pt x="-1" y="1849"/>
                  </a:lnTo>
                  <a:close/>
                </a:path>
              </a:pathLst>
            </a:custGeom>
            <a:solidFill>
              <a:srgbClr val="000000"/>
            </a:solidFill>
            <a:ln>
              <a:noFill/>
            </a:ln>
            <a:extLst>
              <a:ext uri="{91240B29-F687-4F45-9708-019B960494DF}">
                <a14:hiddenLine xmlns:a14="http://schemas.microsoft.com/office/drawing/2010/main" w="25400" cap="rnd">
                  <a:solidFill>
                    <a:srgbClr val="000000"/>
                  </a:solidFill>
                  <a:round/>
                  <a:headEnd/>
                  <a:tailEnd/>
                </a14:hiddenLine>
              </a:ext>
            </a:extLst>
          </p:spPr>
          <p:txBody>
            <a:bodyPr wrap="none" anchor="ctr"/>
            <a:lstStyle/>
            <a:p>
              <a:pPr eaLnBrk="0" fontAlgn="base" hangingPunct="0">
                <a:spcBef>
                  <a:spcPct val="0"/>
                </a:spcBef>
                <a:spcAft>
                  <a:spcPct val="0"/>
                </a:spcAft>
              </a:pPr>
              <a:endParaRPr lang="en-US">
                <a:solidFill>
                  <a:prstClr val="black"/>
                </a:solidFill>
                <a:latin typeface="Arial" panose="020B0604020202020204" pitchFamily="34" charset="0"/>
                <a:cs typeface="Arial" panose="020B0604020202020204" pitchFamily="34" charset="0"/>
              </a:endParaRPr>
            </a:p>
          </p:txBody>
        </p:sp>
        <p:sp>
          <p:nvSpPr>
            <p:cNvPr id="150547" name="Line 20"/>
            <p:cNvSpPr>
              <a:spLocks noChangeShapeType="1"/>
            </p:cNvSpPr>
            <p:nvPr/>
          </p:nvSpPr>
          <p:spPr bwMode="auto">
            <a:xfrm>
              <a:off x="3023" y="1154"/>
              <a:ext cx="0" cy="100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a:solidFill>
                  <a:prstClr val="black"/>
                </a:solidFill>
                <a:latin typeface="Arial" panose="020B0604020202020204" pitchFamily="34" charset="0"/>
                <a:cs typeface="Arial" panose="020B0604020202020204" pitchFamily="34" charset="0"/>
              </a:endParaRPr>
            </a:p>
          </p:txBody>
        </p:sp>
        <p:sp>
          <p:nvSpPr>
            <p:cNvPr id="150548" name="Rectangle 21"/>
            <p:cNvSpPr>
              <a:spLocks noChangeArrowheads="1"/>
            </p:cNvSpPr>
            <p:nvPr/>
          </p:nvSpPr>
          <p:spPr bwMode="auto">
            <a:xfrm>
              <a:off x="2202" y="2230"/>
              <a:ext cx="917" cy="326"/>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fontAlgn="base">
                <a:spcBef>
                  <a:spcPct val="0"/>
                </a:spcBef>
                <a:spcAft>
                  <a:spcPct val="0"/>
                </a:spcAft>
                <a:buNone/>
              </a:pPr>
              <a:endParaRPr lang="en-US" altLang="en-US" sz="1800">
                <a:solidFill>
                  <a:prstClr val="black"/>
                </a:solidFill>
                <a:latin typeface="Arial" panose="020B0604020202020204" pitchFamily="34" charset="0"/>
                <a:cs typeface="Arial" panose="020B0604020202020204" pitchFamily="34" charset="0"/>
              </a:endParaRPr>
            </a:p>
          </p:txBody>
        </p:sp>
        <p:sp>
          <p:nvSpPr>
            <p:cNvPr id="150549" name="Rectangle 22"/>
            <p:cNvSpPr>
              <a:spLocks noChangeArrowheads="1"/>
            </p:cNvSpPr>
            <p:nvPr/>
          </p:nvSpPr>
          <p:spPr bwMode="auto">
            <a:xfrm>
              <a:off x="2438" y="2297"/>
              <a:ext cx="330" cy="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76200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7620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7620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7620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0" fontAlgn="base" hangingPunct="0">
                <a:lnSpc>
                  <a:spcPct val="90000"/>
                </a:lnSpc>
                <a:spcBef>
                  <a:spcPct val="0"/>
                </a:spcBef>
                <a:spcAft>
                  <a:spcPct val="0"/>
                </a:spcAft>
                <a:buNone/>
              </a:pPr>
              <a:r>
                <a:rPr kumimoji="1" lang="en-US" altLang="ko-KR" sz="1800" b="1">
                  <a:solidFill>
                    <a:srgbClr val="000000"/>
                  </a:solidFill>
                  <a:latin typeface="Arial" panose="020B0604020202020204" pitchFamily="34" charset="0"/>
                  <a:ea typeface="굴림" pitchFamily="34" charset="-127"/>
                  <a:cs typeface="Arial" panose="020B0604020202020204" pitchFamily="34" charset="0"/>
                </a:rPr>
                <a:t>MUX</a:t>
              </a:r>
            </a:p>
          </p:txBody>
        </p:sp>
        <p:sp>
          <p:nvSpPr>
            <p:cNvPr id="150550" name="Arc 23"/>
            <p:cNvSpPr>
              <a:spLocks/>
            </p:cNvSpPr>
            <p:nvPr/>
          </p:nvSpPr>
          <p:spPr bwMode="auto">
            <a:xfrm>
              <a:off x="2111" y="2278"/>
              <a:ext cx="87" cy="57"/>
            </a:xfrm>
            <a:custGeom>
              <a:avLst/>
              <a:gdLst>
                <a:gd name="T0" fmla="*/ 0 w 21600"/>
                <a:gd name="T1" fmla="*/ 0 h 17255"/>
                <a:gd name="T2" fmla="*/ 0 w 21600"/>
                <a:gd name="T3" fmla="*/ 0 h 17255"/>
                <a:gd name="T4" fmla="*/ 0 w 21600"/>
                <a:gd name="T5" fmla="*/ 0 h 17255"/>
                <a:gd name="T6" fmla="*/ 0 60000 65536"/>
                <a:gd name="T7" fmla="*/ 0 60000 65536"/>
                <a:gd name="T8" fmla="*/ 0 60000 65536"/>
                <a:gd name="T9" fmla="*/ 0 w 21600"/>
                <a:gd name="T10" fmla="*/ 0 h 17255"/>
                <a:gd name="T11" fmla="*/ 21600 w 21600"/>
                <a:gd name="T12" fmla="*/ 17255 h 17255"/>
              </a:gdLst>
              <a:ahLst/>
              <a:cxnLst>
                <a:cxn ang="T6">
                  <a:pos x="T0" y="T1"/>
                </a:cxn>
                <a:cxn ang="T7">
                  <a:pos x="T2" y="T3"/>
                </a:cxn>
                <a:cxn ang="T8">
                  <a:pos x="T4" y="T5"/>
                </a:cxn>
              </a:cxnLst>
              <a:rect l="T9" t="T10" r="T11" b="T12"/>
              <a:pathLst>
                <a:path w="21600" h="17255" fill="none" extrusionOk="0">
                  <a:moveTo>
                    <a:pt x="1746" y="17254"/>
                  </a:moveTo>
                  <a:cubicBezTo>
                    <a:pt x="594" y="14566"/>
                    <a:pt x="0" y="11671"/>
                    <a:pt x="0" y="8746"/>
                  </a:cubicBezTo>
                  <a:cubicBezTo>
                    <a:pt x="-1" y="5733"/>
                    <a:pt x="630" y="2754"/>
                    <a:pt x="1849" y="-1"/>
                  </a:cubicBezTo>
                </a:path>
                <a:path w="21600" h="17255" stroke="0" extrusionOk="0">
                  <a:moveTo>
                    <a:pt x="1746" y="17254"/>
                  </a:moveTo>
                  <a:cubicBezTo>
                    <a:pt x="594" y="14566"/>
                    <a:pt x="0" y="11671"/>
                    <a:pt x="0" y="8746"/>
                  </a:cubicBezTo>
                  <a:cubicBezTo>
                    <a:pt x="-1" y="5733"/>
                    <a:pt x="630" y="2754"/>
                    <a:pt x="1849" y="-1"/>
                  </a:cubicBezTo>
                  <a:lnTo>
                    <a:pt x="21600" y="8746"/>
                  </a:lnTo>
                  <a:lnTo>
                    <a:pt x="1746" y="17254"/>
                  </a:lnTo>
                  <a:close/>
                </a:path>
              </a:pathLst>
            </a:custGeom>
            <a:solidFill>
              <a:srgbClr val="000000"/>
            </a:solidFill>
            <a:ln>
              <a:noFill/>
            </a:ln>
            <a:extLst>
              <a:ext uri="{91240B29-F687-4F45-9708-019B960494DF}">
                <a14:hiddenLine xmlns:a14="http://schemas.microsoft.com/office/drawing/2010/main" w="25400" cap="rnd">
                  <a:solidFill>
                    <a:srgbClr val="000000"/>
                  </a:solidFill>
                  <a:round/>
                  <a:headEnd/>
                  <a:tailEnd/>
                </a14:hiddenLine>
              </a:ext>
            </a:extLst>
          </p:spPr>
          <p:txBody>
            <a:bodyPr wrap="none" anchor="ctr"/>
            <a:lstStyle/>
            <a:p>
              <a:pPr eaLnBrk="0" fontAlgn="base" hangingPunct="0">
                <a:spcBef>
                  <a:spcPct val="0"/>
                </a:spcBef>
                <a:spcAft>
                  <a:spcPct val="0"/>
                </a:spcAft>
              </a:pPr>
              <a:endParaRPr lang="en-US">
                <a:solidFill>
                  <a:prstClr val="black"/>
                </a:solidFill>
                <a:latin typeface="Arial" panose="020B0604020202020204" pitchFamily="34" charset="0"/>
                <a:cs typeface="Arial" panose="020B0604020202020204" pitchFamily="34" charset="0"/>
              </a:endParaRPr>
            </a:p>
          </p:txBody>
        </p:sp>
        <p:sp>
          <p:nvSpPr>
            <p:cNvPr id="150551" name="Line 24"/>
            <p:cNvSpPr>
              <a:spLocks noChangeShapeType="1"/>
            </p:cNvSpPr>
            <p:nvPr/>
          </p:nvSpPr>
          <p:spPr bwMode="auto">
            <a:xfrm flipH="1">
              <a:off x="2028" y="2309"/>
              <a:ext cx="101"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a:solidFill>
                  <a:prstClr val="black"/>
                </a:solidFill>
                <a:latin typeface="Arial" panose="020B0604020202020204" pitchFamily="34" charset="0"/>
                <a:cs typeface="Arial" panose="020B0604020202020204" pitchFamily="34" charset="0"/>
              </a:endParaRPr>
            </a:p>
          </p:txBody>
        </p:sp>
        <p:sp>
          <p:nvSpPr>
            <p:cNvPr id="150552" name="Arc 25"/>
            <p:cNvSpPr>
              <a:spLocks/>
            </p:cNvSpPr>
            <p:nvPr/>
          </p:nvSpPr>
          <p:spPr bwMode="auto">
            <a:xfrm>
              <a:off x="2111" y="2366"/>
              <a:ext cx="87" cy="57"/>
            </a:xfrm>
            <a:custGeom>
              <a:avLst/>
              <a:gdLst>
                <a:gd name="T0" fmla="*/ 0 w 21600"/>
                <a:gd name="T1" fmla="*/ 0 h 17255"/>
                <a:gd name="T2" fmla="*/ 0 w 21600"/>
                <a:gd name="T3" fmla="*/ 0 h 17255"/>
                <a:gd name="T4" fmla="*/ 0 w 21600"/>
                <a:gd name="T5" fmla="*/ 0 h 17255"/>
                <a:gd name="T6" fmla="*/ 0 60000 65536"/>
                <a:gd name="T7" fmla="*/ 0 60000 65536"/>
                <a:gd name="T8" fmla="*/ 0 60000 65536"/>
                <a:gd name="T9" fmla="*/ 0 w 21600"/>
                <a:gd name="T10" fmla="*/ 0 h 17255"/>
                <a:gd name="T11" fmla="*/ 21600 w 21600"/>
                <a:gd name="T12" fmla="*/ 17255 h 17255"/>
              </a:gdLst>
              <a:ahLst/>
              <a:cxnLst>
                <a:cxn ang="T6">
                  <a:pos x="T0" y="T1"/>
                </a:cxn>
                <a:cxn ang="T7">
                  <a:pos x="T2" y="T3"/>
                </a:cxn>
                <a:cxn ang="T8">
                  <a:pos x="T4" y="T5"/>
                </a:cxn>
              </a:cxnLst>
              <a:rect l="T9" t="T10" r="T11" b="T12"/>
              <a:pathLst>
                <a:path w="21600" h="17255" fill="none" extrusionOk="0">
                  <a:moveTo>
                    <a:pt x="1746" y="17254"/>
                  </a:moveTo>
                  <a:cubicBezTo>
                    <a:pt x="594" y="14566"/>
                    <a:pt x="0" y="11671"/>
                    <a:pt x="0" y="8746"/>
                  </a:cubicBezTo>
                  <a:cubicBezTo>
                    <a:pt x="-1" y="5733"/>
                    <a:pt x="630" y="2754"/>
                    <a:pt x="1849" y="-1"/>
                  </a:cubicBezTo>
                </a:path>
                <a:path w="21600" h="17255" stroke="0" extrusionOk="0">
                  <a:moveTo>
                    <a:pt x="1746" y="17254"/>
                  </a:moveTo>
                  <a:cubicBezTo>
                    <a:pt x="594" y="14566"/>
                    <a:pt x="0" y="11671"/>
                    <a:pt x="0" y="8746"/>
                  </a:cubicBezTo>
                  <a:cubicBezTo>
                    <a:pt x="-1" y="5733"/>
                    <a:pt x="630" y="2754"/>
                    <a:pt x="1849" y="-1"/>
                  </a:cubicBezTo>
                  <a:lnTo>
                    <a:pt x="21600" y="8746"/>
                  </a:lnTo>
                  <a:lnTo>
                    <a:pt x="1746" y="17254"/>
                  </a:lnTo>
                  <a:close/>
                </a:path>
              </a:pathLst>
            </a:custGeom>
            <a:solidFill>
              <a:srgbClr val="000000"/>
            </a:solidFill>
            <a:ln>
              <a:noFill/>
            </a:ln>
            <a:extLst>
              <a:ext uri="{91240B29-F687-4F45-9708-019B960494DF}">
                <a14:hiddenLine xmlns:a14="http://schemas.microsoft.com/office/drawing/2010/main" w="25400" cap="rnd">
                  <a:solidFill>
                    <a:srgbClr val="000000"/>
                  </a:solidFill>
                  <a:round/>
                  <a:headEnd/>
                  <a:tailEnd/>
                </a14:hiddenLine>
              </a:ext>
            </a:extLst>
          </p:spPr>
          <p:txBody>
            <a:bodyPr wrap="none" anchor="ctr"/>
            <a:lstStyle/>
            <a:p>
              <a:pPr eaLnBrk="0" fontAlgn="base" hangingPunct="0">
                <a:spcBef>
                  <a:spcPct val="0"/>
                </a:spcBef>
                <a:spcAft>
                  <a:spcPct val="0"/>
                </a:spcAft>
              </a:pPr>
              <a:endParaRPr lang="en-US">
                <a:solidFill>
                  <a:prstClr val="black"/>
                </a:solidFill>
                <a:latin typeface="Arial" panose="020B0604020202020204" pitchFamily="34" charset="0"/>
                <a:cs typeface="Arial" panose="020B0604020202020204" pitchFamily="34" charset="0"/>
              </a:endParaRPr>
            </a:p>
          </p:txBody>
        </p:sp>
        <p:sp>
          <p:nvSpPr>
            <p:cNvPr id="150553" name="Line 26"/>
            <p:cNvSpPr>
              <a:spLocks noChangeShapeType="1"/>
            </p:cNvSpPr>
            <p:nvPr/>
          </p:nvSpPr>
          <p:spPr bwMode="auto">
            <a:xfrm flipH="1">
              <a:off x="2028" y="2393"/>
              <a:ext cx="101"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a:solidFill>
                  <a:prstClr val="black"/>
                </a:solidFill>
                <a:latin typeface="Arial" panose="020B0604020202020204" pitchFamily="34" charset="0"/>
                <a:cs typeface="Arial" panose="020B0604020202020204" pitchFamily="34" charset="0"/>
              </a:endParaRPr>
            </a:p>
          </p:txBody>
        </p:sp>
        <p:sp>
          <p:nvSpPr>
            <p:cNvPr id="150554" name="Arc 27"/>
            <p:cNvSpPr>
              <a:spLocks/>
            </p:cNvSpPr>
            <p:nvPr/>
          </p:nvSpPr>
          <p:spPr bwMode="auto">
            <a:xfrm>
              <a:off x="2111" y="2452"/>
              <a:ext cx="87" cy="59"/>
            </a:xfrm>
            <a:custGeom>
              <a:avLst/>
              <a:gdLst>
                <a:gd name="T0" fmla="*/ 0 w 21600"/>
                <a:gd name="T1" fmla="*/ 0 h 17255"/>
                <a:gd name="T2" fmla="*/ 0 w 21600"/>
                <a:gd name="T3" fmla="*/ 0 h 17255"/>
                <a:gd name="T4" fmla="*/ 0 w 21600"/>
                <a:gd name="T5" fmla="*/ 0 h 17255"/>
                <a:gd name="T6" fmla="*/ 0 60000 65536"/>
                <a:gd name="T7" fmla="*/ 0 60000 65536"/>
                <a:gd name="T8" fmla="*/ 0 60000 65536"/>
                <a:gd name="T9" fmla="*/ 0 w 21600"/>
                <a:gd name="T10" fmla="*/ 0 h 17255"/>
                <a:gd name="T11" fmla="*/ 21600 w 21600"/>
                <a:gd name="T12" fmla="*/ 17255 h 17255"/>
              </a:gdLst>
              <a:ahLst/>
              <a:cxnLst>
                <a:cxn ang="T6">
                  <a:pos x="T0" y="T1"/>
                </a:cxn>
                <a:cxn ang="T7">
                  <a:pos x="T2" y="T3"/>
                </a:cxn>
                <a:cxn ang="T8">
                  <a:pos x="T4" y="T5"/>
                </a:cxn>
              </a:cxnLst>
              <a:rect l="T9" t="T10" r="T11" b="T12"/>
              <a:pathLst>
                <a:path w="21600" h="17255" fill="none" extrusionOk="0">
                  <a:moveTo>
                    <a:pt x="1746" y="17254"/>
                  </a:moveTo>
                  <a:cubicBezTo>
                    <a:pt x="594" y="14566"/>
                    <a:pt x="0" y="11671"/>
                    <a:pt x="0" y="8746"/>
                  </a:cubicBezTo>
                  <a:cubicBezTo>
                    <a:pt x="-1" y="5733"/>
                    <a:pt x="630" y="2754"/>
                    <a:pt x="1849" y="-1"/>
                  </a:cubicBezTo>
                </a:path>
                <a:path w="21600" h="17255" stroke="0" extrusionOk="0">
                  <a:moveTo>
                    <a:pt x="1746" y="17254"/>
                  </a:moveTo>
                  <a:cubicBezTo>
                    <a:pt x="594" y="14566"/>
                    <a:pt x="0" y="11671"/>
                    <a:pt x="0" y="8746"/>
                  </a:cubicBezTo>
                  <a:cubicBezTo>
                    <a:pt x="-1" y="5733"/>
                    <a:pt x="630" y="2754"/>
                    <a:pt x="1849" y="-1"/>
                  </a:cubicBezTo>
                  <a:lnTo>
                    <a:pt x="21600" y="8746"/>
                  </a:lnTo>
                  <a:lnTo>
                    <a:pt x="1746" y="17254"/>
                  </a:lnTo>
                  <a:close/>
                </a:path>
              </a:pathLst>
            </a:custGeom>
            <a:solidFill>
              <a:srgbClr val="000000"/>
            </a:solidFill>
            <a:ln>
              <a:noFill/>
            </a:ln>
            <a:extLst>
              <a:ext uri="{91240B29-F687-4F45-9708-019B960494DF}">
                <a14:hiddenLine xmlns:a14="http://schemas.microsoft.com/office/drawing/2010/main" w="25400" cap="rnd">
                  <a:solidFill>
                    <a:srgbClr val="000000"/>
                  </a:solidFill>
                  <a:round/>
                  <a:headEnd/>
                  <a:tailEnd/>
                </a14:hiddenLine>
              </a:ext>
            </a:extLst>
          </p:spPr>
          <p:txBody>
            <a:bodyPr wrap="none" anchor="ctr"/>
            <a:lstStyle/>
            <a:p>
              <a:pPr eaLnBrk="0" fontAlgn="base" hangingPunct="0">
                <a:spcBef>
                  <a:spcPct val="0"/>
                </a:spcBef>
                <a:spcAft>
                  <a:spcPct val="0"/>
                </a:spcAft>
              </a:pPr>
              <a:endParaRPr lang="en-US">
                <a:solidFill>
                  <a:prstClr val="black"/>
                </a:solidFill>
                <a:latin typeface="Arial" panose="020B0604020202020204" pitchFamily="34" charset="0"/>
                <a:cs typeface="Arial" panose="020B0604020202020204" pitchFamily="34" charset="0"/>
              </a:endParaRPr>
            </a:p>
          </p:txBody>
        </p:sp>
        <p:sp>
          <p:nvSpPr>
            <p:cNvPr id="150555" name="Line 28"/>
            <p:cNvSpPr>
              <a:spLocks noChangeShapeType="1"/>
            </p:cNvSpPr>
            <p:nvPr/>
          </p:nvSpPr>
          <p:spPr bwMode="auto">
            <a:xfrm flipH="1">
              <a:off x="2028" y="2485"/>
              <a:ext cx="101"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a:solidFill>
                  <a:prstClr val="black"/>
                </a:solidFill>
                <a:latin typeface="Arial" panose="020B0604020202020204" pitchFamily="34" charset="0"/>
                <a:cs typeface="Arial" panose="020B0604020202020204" pitchFamily="34" charset="0"/>
              </a:endParaRPr>
            </a:p>
          </p:txBody>
        </p:sp>
        <p:sp>
          <p:nvSpPr>
            <p:cNvPr id="150556" name="Rectangle 29"/>
            <p:cNvSpPr>
              <a:spLocks noChangeArrowheads="1"/>
            </p:cNvSpPr>
            <p:nvPr/>
          </p:nvSpPr>
          <p:spPr bwMode="auto">
            <a:xfrm>
              <a:off x="1590" y="2311"/>
              <a:ext cx="281" cy="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76200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7620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7620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7620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0" fontAlgn="base" hangingPunct="0">
                <a:lnSpc>
                  <a:spcPct val="90000"/>
                </a:lnSpc>
                <a:spcBef>
                  <a:spcPct val="0"/>
                </a:spcBef>
                <a:spcAft>
                  <a:spcPct val="0"/>
                </a:spcAft>
                <a:buNone/>
              </a:pPr>
              <a:r>
                <a:rPr kumimoji="1" lang="en-US" altLang="ko-KR" sz="1200" b="1">
                  <a:solidFill>
                    <a:srgbClr val="000000"/>
                  </a:solidFill>
                  <a:latin typeface="Arial" panose="020B0604020202020204" pitchFamily="34" charset="0"/>
                  <a:ea typeface="굴림" pitchFamily="34" charset="-127"/>
                  <a:cs typeface="Arial" panose="020B0604020202020204" pitchFamily="34" charset="0"/>
                </a:rPr>
                <a:t>SELA</a:t>
              </a:r>
            </a:p>
          </p:txBody>
        </p:sp>
        <p:sp>
          <p:nvSpPr>
            <p:cNvPr id="150557" name="Rectangle 30"/>
            <p:cNvSpPr>
              <a:spLocks noChangeArrowheads="1"/>
            </p:cNvSpPr>
            <p:nvPr/>
          </p:nvSpPr>
          <p:spPr bwMode="auto">
            <a:xfrm>
              <a:off x="1860" y="2252"/>
              <a:ext cx="144"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76200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7620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7620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7620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0" fontAlgn="base" hangingPunct="0">
                <a:lnSpc>
                  <a:spcPct val="90000"/>
                </a:lnSpc>
                <a:spcBef>
                  <a:spcPct val="0"/>
                </a:spcBef>
                <a:spcAft>
                  <a:spcPct val="0"/>
                </a:spcAft>
                <a:buNone/>
              </a:pPr>
              <a:r>
                <a:rPr kumimoji="1" lang="en-US" altLang="ko-KR" sz="2400" b="1">
                  <a:solidFill>
                    <a:srgbClr val="000000"/>
                  </a:solidFill>
                  <a:latin typeface="Arial" panose="020B0604020202020204" pitchFamily="34" charset="0"/>
                  <a:ea typeface="굴림" pitchFamily="34" charset="-127"/>
                  <a:cs typeface="Arial" panose="020B0604020202020204" pitchFamily="34" charset="0"/>
                </a:rPr>
                <a:t>{</a:t>
              </a:r>
            </a:p>
          </p:txBody>
        </p:sp>
        <p:sp>
          <p:nvSpPr>
            <p:cNvPr id="150558" name="Arc 31"/>
            <p:cNvSpPr>
              <a:spLocks/>
            </p:cNvSpPr>
            <p:nvPr/>
          </p:nvSpPr>
          <p:spPr bwMode="auto">
            <a:xfrm>
              <a:off x="3456" y="2148"/>
              <a:ext cx="71" cy="72"/>
            </a:xfrm>
            <a:custGeom>
              <a:avLst/>
              <a:gdLst>
                <a:gd name="T0" fmla="*/ 0 w 17255"/>
                <a:gd name="T1" fmla="*/ 0 h 21600"/>
                <a:gd name="T2" fmla="*/ 0 w 17255"/>
                <a:gd name="T3" fmla="*/ 0 h 21600"/>
                <a:gd name="T4" fmla="*/ 0 w 17255"/>
                <a:gd name="T5" fmla="*/ 0 h 21600"/>
                <a:gd name="T6" fmla="*/ 0 60000 65536"/>
                <a:gd name="T7" fmla="*/ 0 60000 65536"/>
                <a:gd name="T8" fmla="*/ 0 60000 65536"/>
                <a:gd name="T9" fmla="*/ 0 w 17255"/>
                <a:gd name="T10" fmla="*/ 0 h 21600"/>
                <a:gd name="T11" fmla="*/ 17255 w 17255"/>
                <a:gd name="T12" fmla="*/ 21600 h 21600"/>
              </a:gdLst>
              <a:ahLst/>
              <a:cxnLst>
                <a:cxn ang="T6">
                  <a:pos x="T0" y="T1"/>
                </a:cxn>
                <a:cxn ang="T7">
                  <a:pos x="T2" y="T3"/>
                </a:cxn>
                <a:cxn ang="T8">
                  <a:pos x="T4" y="T5"/>
                </a:cxn>
              </a:cxnLst>
              <a:rect l="T9" t="T10" r="T11" b="T12"/>
              <a:pathLst>
                <a:path w="17255" h="21600" fill="none" extrusionOk="0">
                  <a:moveTo>
                    <a:pt x="-1" y="1849"/>
                  </a:moveTo>
                  <a:cubicBezTo>
                    <a:pt x="2754" y="630"/>
                    <a:pt x="5733" y="-1"/>
                    <a:pt x="8746" y="0"/>
                  </a:cubicBezTo>
                  <a:cubicBezTo>
                    <a:pt x="11671" y="0"/>
                    <a:pt x="14566" y="594"/>
                    <a:pt x="17254" y="1746"/>
                  </a:cubicBezTo>
                </a:path>
                <a:path w="17255" h="21600" stroke="0" extrusionOk="0">
                  <a:moveTo>
                    <a:pt x="-1" y="1849"/>
                  </a:moveTo>
                  <a:cubicBezTo>
                    <a:pt x="2754" y="630"/>
                    <a:pt x="5733" y="-1"/>
                    <a:pt x="8746" y="0"/>
                  </a:cubicBezTo>
                  <a:cubicBezTo>
                    <a:pt x="11671" y="0"/>
                    <a:pt x="14566" y="594"/>
                    <a:pt x="17254" y="1746"/>
                  </a:cubicBezTo>
                  <a:lnTo>
                    <a:pt x="8746" y="21600"/>
                  </a:lnTo>
                  <a:lnTo>
                    <a:pt x="-1" y="1849"/>
                  </a:lnTo>
                  <a:close/>
                </a:path>
              </a:pathLst>
            </a:custGeom>
            <a:solidFill>
              <a:srgbClr val="000000"/>
            </a:solidFill>
            <a:ln>
              <a:noFill/>
            </a:ln>
            <a:extLst>
              <a:ext uri="{91240B29-F687-4F45-9708-019B960494DF}">
                <a14:hiddenLine xmlns:a14="http://schemas.microsoft.com/office/drawing/2010/main" w="25400" cap="rnd">
                  <a:solidFill>
                    <a:srgbClr val="000000"/>
                  </a:solidFill>
                  <a:round/>
                  <a:headEnd/>
                  <a:tailEnd/>
                </a14:hiddenLine>
              </a:ext>
            </a:extLst>
          </p:spPr>
          <p:txBody>
            <a:bodyPr wrap="none" anchor="ctr"/>
            <a:lstStyle/>
            <a:p>
              <a:pPr eaLnBrk="0" fontAlgn="base" hangingPunct="0">
                <a:spcBef>
                  <a:spcPct val="0"/>
                </a:spcBef>
                <a:spcAft>
                  <a:spcPct val="0"/>
                </a:spcAft>
              </a:pPr>
              <a:endParaRPr lang="en-US">
                <a:solidFill>
                  <a:prstClr val="black"/>
                </a:solidFill>
                <a:latin typeface="Arial" panose="020B0604020202020204" pitchFamily="34" charset="0"/>
                <a:cs typeface="Arial" panose="020B0604020202020204" pitchFamily="34" charset="0"/>
              </a:endParaRPr>
            </a:p>
          </p:txBody>
        </p:sp>
        <p:sp>
          <p:nvSpPr>
            <p:cNvPr id="150559" name="Line 32"/>
            <p:cNvSpPr>
              <a:spLocks noChangeShapeType="1"/>
            </p:cNvSpPr>
            <p:nvPr/>
          </p:nvSpPr>
          <p:spPr bwMode="auto">
            <a:xfrm>
              <a:off x="3491" y="2056"/>
              <a:ext cx="0" cy="99"/>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a:solidFill>
                  <a:prstClr val="black"/>
                </a:solidFill>
                <a:latin typeface="Arial" panose="020B0604020202020204" pitchFamily="34" charset="0"/>
                <a:cs typeface="Arial" panose="020B0604020202020204" pitchFamily="34" charset="0"/>
              </a:endParaRPr>
            </a:p>
          </p:txBody>
        </p:sp>
        <p:sp>
          <p:nvSpPr>
            <p:cNvPr id="150560" name="Arc 33"/>
            <p:cNvSpPr>
              <a:spLocks/>
            </p:cNvSpPr>
            <p:nvPr/>
          </p:nvSpPr>
          <p:spPr bwMode="auto">
            <a:xfrm>
              <a:off x="3566" y="2148"/>
              <a:ext cx="71" cy="72"/>
            </a:xfrm>
            <a:custGeom>
              <a:avLst/>
              <a:gdLst>
                <a:gd name="T0" fmla="*/ 0 w 17255"/>
                <a:gd name="T1" fmla="*/ 0 h 21600"/>
                <a:gd name="T2" fmla="*/ 0 w 17255"/>
                <a:gd name="T3" fmla="*/ 0 h 21600"/>
                <a:gd name="T4" fmla="*/ 0 w 17255"/>
                <a:gd name="T5" fmla="*/ 0 h 21600"/>
                <a:gd name="T6" fmla="*/ 0 60000 65536"/>
                <a:gd name="T7" fmla="*/ 0 60000 65536"/>
                <a:gd name="T8" fmla="*/ 0 60000 65536"/>
                <a:gd name="T9" fmla="*/ 0 w 17255"/>
                <a:gd name="T10" fmla="*/ 0 h 21600"/>
                <a:gd name="T11" fmla="*/ 17255 w 17255"/>
                <a:gd name="T12" fmla="*/ 21600 h 21600"/>
              </a:gdLst>
              <a:ahLst/>
              <a:cxnLst>
                <a:cxn ang="T6">
                  <a:pos x="T0" y="T1"/>
                </a:cxn>
                <a:cxn ang="T7">
                  <a:pos x="T2" y="T3"/>
                </a:cxn>
                <a:cxn ang="T8">
                  <a:pos x="T4" y="T5"/>
                </a:cxn>
              </a:cxnLst>
              <a:rect l="T9" t="T10" r="T11" b="T12"/>
              <a:pathLst>
                <a:path w="17255" h="21600" fill="none" extrusionOk="0">
                  <a:moveTo>
                    <a:pt x="-1" y="1849"/>
                  </a:moveTo>
                  <a:cubicBezTo>
                    <a:pt x="2754" y="630"/>
                    <a:pt x="5733" y="-1"/>
                    <a:pt x="8746" y="0"/>
                  </a:cubicBezTo>
                  <a:cubicBezTo>
                    <a:pt x="11671" y="0"/>
                    <a:pt x="14566" y="594"/>
                    <a:pt x="17254" y="1746"/>
                  </a:cubicBezTo>
                </a:path>
                <a:path w="17255" h="21600" stroke="0" extrusionOk="0">
                  <a:moveTo>
                    <a:pt x="-1" y="1849"/>
                  </a:moveTo>
                  <a:cubicBezTo>
                    <a:pt x="2754" y="630"/>
                    <a:pt x="5733" y="-1"/>
                    <a:pt x="8746" y="0"/>
                  </a:cubicBezTo>
                  <a:cubicBezTo>
                    <a:pt x="11671" y="0"/>
                    <a:pt x="14566" y="594"/>
                    <a:pt x="17254" y="1746"/>
                  </a:cubicBezTo>
                  <a:lnTo>
                    <a:pt x="8746" y="21600"/>
                  </a:lnTo>
                  <a:lnTo>
                    <a:pt x="-1" y="1849"/>
                  </a:lnTo>
                  <a:close/>
                </a:path>
              </a:pathLst>
            </a:custGeom>
            <a:solidFill>
              <a:srgbClr val="000000"/>
            </a:solidFill>
            <a:ln>
              <a:noFill/>
            </a:ln>
            <a:extLst>
              <a:ext uri="{91240B29-F687-4F45-9708-019B960494DF}">
                <a14:hiddenLine xmlns:a14="http://schemas.microsoft.com/office/drawing/2010/main" w="25400" cap="rnd">
                  <a:solidFill>
                    <a:srgbClr val="000000"/>
                  </a:solidFill>
                  <a:round/>
                  <a:headEnd/>
                  <a:tailEnd/>
                </a14:hiddenLine>
              </a:ext>
            </a:extLst>
          </p:spPr>
          <p:txBody>
            <a:bodyPr wrap="none" anchor="ctr"/>
            <a:lstStyle/>
            <a:p>
              <a:pPr eaLnBrk="0" fontAlgn="base" hangingPunct="0">
                <a:spcBef>
                  <a:spcPct val="0"/>
                </a:spcBef>
                <a:spcAft>
                  <a:spcPct val="0"/>
                </a:spcAft>
              </a:pPr>
              <a:endParaRPr lang="en-US">
                <a:solidFill>
                  <a:prstClr val="black"/>
                </a:solidFill>
                <a:latin typeface="Arial" panose="020B0604020202020204" pitchFamily="34" charset="0"/>
                <a:cs typeface="Arial" panose="020B0604020202020204" pitchFamily="34" charset="0"/>
              </a:endParaRPr>
            </a:p>
          </p:txBody>
        </p:sp>
        <p:sp>
          <p:nvSpPr>
            <p:cNvPr id="150561" name="Line 34"/>
            <p:cNvSpPr>
              <a:spLocks noChangeShapeType="1"/>
            </p:cNvSpPr>
            <p:nvPr/>
          </p:nvSpPr>
          <p:spPr bwMode="auto">
            <a:xfrm>
              <a:off x="3601" y="1927"/>
              <a:ext cx="0" cy="22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a:solidFill>
                  <a:prstClr val="black"/>
                </a:solidFill>
                <a:latin typeface="Arial" panose="020B0604020202020204" pitchFamily="34" charset="0"/>
                <a:cs typeface="Arial" panose="020B0604020202020204" pitchFamily="34" charset="0"/>
              </a:endParaRPr>
            </a:p>
          </p:txBody>
        </p:sp>
        <p:sp>
          <p:nvSpPr>
            <p:cNvPr id="150562" name="Arc 35"/>
            <p:cNvSpPr>
              <a:spLocks/>
            </p:cNvSpPr>
            <p:nvPr/>
          </p:nvSpPr>
          <p:spPr bwMode="auto">
            <a:xfrm>
              <a:off x="3667" y="2148"/>
              <a:ext cx="70" cy="72"/>
            </a:xfrm>
            <a:custGeom>
              <a:avLst/>
              <a:gdLst>
                <a:gd name="T0" fmla="*/ 0 w 17255"/>
                <a:gd name="T1" fmla="*/ 0 h 21600"/>
                <a:gd name="T2" fmla="*/ 0 w 17255"/>
                <a:gd name="T3" fmla="*/ 0 h 21600"/>
                <a:gd name="T4" fmla="*/ 0 w 17255"/>
                <a:gd name="T5" fmla="*/ 0 h 21600"/>
                <a:gd name="T6" fmla="*/ 0 60000 65536"/>
                <a:gd name="T7" fmla="*/ 0 60000 65536"/>
                <a:gd name="T8" fmla="*/ 0 60000 65536"/>
                <a:gd name="T9" fmla="*/ 0 w 17255"/>
                <a:gd name="T10" fmla="*/ 0 h 21600"/>
                <a:gd name="T11" fmla="*/ 17255 w 17255"/>
                <a:gd name="T12" fmla="*/ 21600 h 21600"/>
              </a:gdLst>
              <a:ahLst/>
              <a:cxnLst>
                <a:cxn ang="T6">
                  <a:pos x="T0" y="T1"/>
                </a:cxn>
                <a:cxn ang="T7">
                  <a:pos x="T2" y="T3"/>
                </a:cxn>
                <a:cxn ang="T8">
                  <a:pos x="T4" y="T5"/>
                </a:cxn>
              </a:cxnLst>
              <a:rect l="T9" t="T10" r="T11" b="T12"/>
              <a:pathLst>
                <a:path w="17255" h="21600" fill="none" extrusionOk="0">
                  <a:moveTo>
                    <a:pt x="-1" y="1849"/>
                  </a:moveTo>
                  <a:cubicBezTo>
                    <a:pt x="2754" y="630"/>
                    <a:pt x="5733" y="-1"/>
                    <a:pt x="8746" y="0"/>
                  </a:cubicBezTo>
                  <a:cubicBezTo>
                    <a:pt x="11671" y="0"/>
                    <a:pt x="14566" y="594"/>
                    <a:pt x="17254" y="1746"/>
                  </a:cubicBezTo>
                </a:path>
                <a:path w="17255" h="21600" stroke="0" extrusionOk="0">
                  <a:moveTo>
                    <a:pt x="-1" y="1849"/>
                  </a:moveTo>
                  <a:cubicBezTo>
                    <a:pt x="2754" y="630"/>
                    <a:pt x="5733" y="-1"/>
                    <a:pt x="8746" y="0"/>
                  </a:cubicBezTo>
                  <a:cubicBezTo>
                    <a:pt x="11671" y="0"/>
                    <a:pt x="14566" y="594"/>
                    <a:pt x="17254" y="1746"/>
                  </a:cubicBezTo>
                  <a:lnTo>
                    <a:pt x="8746" y="21600"/>
                  </a:lnTo>
                  <a:lnTo>
                    <a:pt x="-1" y="1849"/>
                  </a:lnTo>
                  <a:close/>
                </a:path>
              </a:pathLst>
            </a:custGeom>
            <a:solidFill>
              <a:srgbClr val="000000"/>
            </a:solidFill>
            <a:ln>
              <a:noFill/>
            </a:ln>
            <a:extLst>
              <a:ext uri="{91240B29-F687-4F45-9708-019B960494DF}">
                <a14:hiddenLine xmlns:a14="http://schemas.microsoft.com/office/drawing/2010/main" w="25400" cap="rnd">
                  <a:solidFill>
                    <a:srgbClr val="000000"/>
                  </a:solidFill>
                  <a:round/>
                  <a:headEnd/>
                  <a:tailEnd/>
                </a14:hiddenLine>
              </a:ext>
            </a:extLst>
          </p:spPr>
          <p:txBody>
            <a:bodyPr wrap="none" anchor="ctr"/>
            <a:lstStyle/>
            <a:p>
              <a:pPr eaLnBrk="0" fontAlgn="base" hangingPunct="0">
                <a:spcBef>
                  <a:spcPct val="0"/>
                </a:spcBef>
                <a:spcAft>
                  <a:spcPct val="0"/>
                </a:spcAft>
              </a:pPr>
              <a:endParaRPr lang="en-US">
                <a:solidFill>
                  <a:prstClr val="black"/>
                </a:solidFill>
                <a:latin typeface="Arial" panose="020B0604020202020204" pitchFamily="34" charset="0"/>
                <a:cs typeface="Arial" panose="020B0604020202020204" pitchFamily="34" charset="0"/>
              </a:endParaRPr>
            </a:p>
          </p:txBody>
        </p:sp>
        <p:sp>
          <p:nvSpPr>
            <p:cNvPr id="150563" name="Line 36"/>
            <p:cNvSpPr>
              <a:spLocks noChangeShapeType="1"/>
            </p:cNvSpPr>
            <p:nvPr/>
          </p:nvSpPr>
          <p:spPr bwMode="auto">
            <a:xfrm>
              <a:off x="3701" y="1799"/>
              <a:ext cx="0" cy="35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a:solidFill>
                  <a:prstClr val="black"/>
                </a:solidFill>
                <a:latin typeface="Arial" panose="020B0604020202020204" pitchFamily="34" charset="0"/>
                <a:cs typeface="Arial" panose="020B0604020202020204" pitchFamily="34" charset="0"/>
              </a:endParaRPr>
            </a:p>
          </p:txBody>
        </p:sp>
        <p:sp>
          <p:nvSpPr>
            <p:cNvPr id="150564" name="Arc 37"/>
            <p:cNvSpPr>
              <a:spLocks/>
            </p:cNvSpPr>
            <p:nvPr/>
          </p:nvSpPr>
          <p:spPr bwMode="auto">
            <a:xfrm>
              <a:off x="3769" y="2148"/>
              <a:ext cx="69" cy="72"/>
            </a:xfrm>
            <a:custGeom>
              <a:avLst/>
              <a:gdLst>
                <a:gd name="T0" fmla="*/ 0 w 17255"/>
                <a:gd name="T1" fmla="*/ 0 h 21600"/>
                <a:gd name="T2" fmla="*/ 0 w 17255"/>
                <a:gd name="T3" fmla="*/ 0 h 21600"/>
                <a:gd name="T4" fmla="*/ 0 w 17255"/>
                <a:gd name="T5" fmla="*/ 0 h 21600"/>
                <a:gd name="T6" fmla="*/ 0 60000 65536"/>
                <a:gd name="T7" fmla="*/ 0 60000 65536"/>
                <a:gd name="T8" fmla="*/ 0 60000 65536"/>
                <a:gd name="T9" fmla="*/ 0 w 17255"/>
                <a:gd name="T10" fmla="*/ 0 h 21600"/>
                <a:gd name="T11" fmla="*/ 17255 w 17255"/>
                <a:gd name="T12" fmla="*/ 21600 h 21600"/>
              </a:gdLst>
              <a:ahLst/>
              <a:cxnLst>
                <a:cxn ang="T6">
                  <a:pos x="T0" y="T1"/>
                </a:cxn>
                <a:cxn ang="T7">
                  <a:pos x="T2" y="T3"/>
                </a:cxn>
                <a:cxn ang="T8">
                  <a:pos x="T4" y="T5"/>
                </a:cxn>
              </a:cxnLst>
              <a:rect l="T9" t="T10" r="T11" b="T12"/>
              <a:pathLst>
                <a:path w="17255" h="21600" fill="none" extrusionOk="0">
                  <a:moveTo>
                    <a:pt x="-1" y="1849"/>
                  </a:moveTo>
                  <a:cubicBezTo>
                    <a:pt x="2754" y="630"/>
                    <a:pt x="5733" y="-1"/>
                    <a:pt x="8746" y="0"/>
                  </a:cubicBezTo>
                  <a:cubicBezTo>
                    <a:pt x="11671" y="0"/>
                    <a:pt x="14566" y="594"/>
                    <a:pt x="17254" y="1746"/>
                  </a:cubicBezTo>
                </a:path>
                <a:path w="17255" h="21600" stroke="0" extrusionOk="0">
                  <a:moveTo>
                    <a:pt x="-1" y="1849"/>
                  </a:moveTo>
                  <a:cubicBezTo>
                    <a:pt x="2754" y="630"/>
                    <a:pt x="5733" y="-1"/>
                    <a:pt x="8746" y="0"/>
                  </a:cubicBezTo>
                  <a:cubicBezTo>
                    <a:pt x="11671" y="0"/>
                    <a:pt x="14566" y="594"/>
                    <a:pt x="17254" y="1746"/>
                  </a:cubicBezTo>
                  <a:lnTo>
                    <a:pt x="8746" y="21600"/>
                  </a:lnTo>
                  <a:lnTo>
                    <a:pt x="-1" y="1849"/>
                  </a:lnTo>
                  <a:close/>
                </a:path>
              </a:pathLst>
            </a:custGeom>
            <a:solidFill>
              <a:srgbClr val="000000"/>
            </a:solidFill>
            <a:ln>
              <a:noFill/>
            </a:ln>
            <a:extLst>
              <a:ext uri="{91240B29-F687-4F45-9708-019B960494DF}">
                <a14:hiddenLine xmlns:a14="http://schemas.microsoft.com/office/drawing/2010/main" w="25400" cap="rnd">
                  <a:solidFill>
                    <a:srgbClr val="000000"/>
                  </a:solidFill>
                  <a:round/>
                  <a:headEnd/>
                  <a:tailEnd/>
                </a14:hiddenLine>
              </a:ext>
            </a:extLst>
          </p:spPr>
          <p:txBody>
            <a:bodyPr wrap="none" anchor="ctr"/>
            <a:lstStyle/>
            <a:p>
              <a:pPr eaLnBrk="0" fontAlgn="base" hangingPunct="0">
                <a:spcBef>
                  <a:spcPct val="0"/>
                </a:spcBef>
                <a:spcAft>
                  <a:spcPct val="0"/>
                </a:spcAft>
              </a:pPr>
              <a:endParaRPr lang="en-US">
                <a:solidFill>
                  <a:prstClr val="black"/>
                </a:solidFill>
                <a:latin typeface="Arial" panose="020B0604020202020204" pitchFamily="34" charset="0"/>
                <a:cs typeface="Arial" panose="020B0604020202020204" pitchFamily="34" charset="0"/>
              </a:endParaRPr>
            </a:p>
          </p:txBody>
        </p:sp>
        <p:sp>
          <p:nvSpPr>
            <p:cNvPr id="150565" name="Line 38"/>
            <p:cNvSpPr>
              <a:spLocks noChangeShapeType="1"/>
            </p:cNvSpPr>
            <p:nvPr/>
          </p:nvSpPr>
          <p:spPr bwMode="auto">
            <a:xfrm>
              <a:off x="3802" y="1669"/>
              <a:ext cx="0" cy="486"/>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a:solidFill>
                  <a:prstClr val="black"/>
                </a:solidFill>
                <a:latin typeface="Arial" panose="020B0604020202020204" pitchFamily="34" charset="0"/>
                <a:cs typeface="Arial" panose="020B0604020202020204" pitchFamily="34" charset="0"/>
              </a:endParaRPr>
            </a:p>
          </p:txBody>
        </p:sp>
        <p:sp>
          <p:nvSpPr>
            <p:cNvPr id="150566" name="Arc 39"/>
            <p:cNvSpPr>
              <a:spLocks/>
            </p:cNvSpPr>
            <p:nvPr/>
          </p:nvSpPr>
          <p:spPr bwMode="auto">
            <a:xfrm>
              <a:off x="3879" y="2148"/>
              <a:ext cx="69" cy="72"/>
            </a:xfrm>
            <a:custGeom>
              <a:avLst/>
              <a:gdLst>
                <a:gd name="T0" fmla="*/ 0 w 17255"/>
                <a:gd name="T1" fmla="*/ 0 h 21600"/>
                <a:gd name="T2" fmla="*/ 0 w 17255"/>
                <a:gd name="T3" fmla="*/ 0 h 21600"/>
                <a:gd name="T4" fmla="*/ 0 w 17255"/>
                <a:gd name="T5" fmla="*/ 0 h 21600"/>
                <a:gd name="T6" fmla="*/ 0 60000 65536"/>
                <a:gd name="T7" fmla="*/ 0 60000 65536"/>
                <a:gd name="T8" fmla="*/ 0 60000 65536"/>
                <a:gd name="T9" fmla="*/ 0 w 17255"/>
                <a:gd name="T10" fmla="*/ 0 h 21600"/>
                <a:gd name="T11" fmla="*/ 17255 w 17255"/>
                <a:gd name="T12" fmla="*/ 21600 h 21600"/>
              </a:gdLst>
              <a:ahLst/>
              <a:cxnLst>
                <a:cxn ang="T6">
                  <a:pos x="T0" y="T1"/>
                </a:cxn>
                <a:cxn ang="T7">
                  <a:pos x="T2" y="T3"/>
                </a:cxn>
                <a:cxn ang="T8">
                  <a:pos x="T4" y="T5"/>
                </a:cxn>
              </a:cxnLst>
              <a:rect l="T9" t="T10" r="T11" b="T12"/>
              <a:pathLst>
                <a:path w="17255" h="21600" fill="none" extrusionOk="0">
                  <a:moveTo>
                    <a:pt x="-1" y="1849"/>
                  </a:moveTo>
                  <a:cubicBezTo>
                    <a:pt x="2754" y="630"/>
                    <a:pt x="5733" y="-1"/>
                    <a:pt x="8746" y="0"/>
                  </a:cubicBezTo>
                  <a:cubicBezTo>
                    <a:pt x="11671" y="0"/>
                    <a:pt x="14566" y="594"/>
                    <a:pt x="17254" y="1746"/>
                  </a:cubicBezTo>
                </a:path>
                <a:path w="17255" h="21600" stroke="0" extrusionOk="0">
                  <a:moveTo>
                    <a:pt x="-1" y="1849"/>
                  </a:moveTo>
                  <a:cubicBezTo>
                    <a:pt x="2754" y="630"/>
                    <a:pt x="5733" y="-1"/>
                    <a:pt x="8746" y="0"/>
                  </a:cubicBezTo>
                  <a:cubicBezTo>
                    <a:pt x="11671" y="0"/>
                    <a:pt x="14566" y="594"/>
                    <a:pt x="17254" y="1746"/>
                  </a:cubicBezTo>
                  <a:lnTo>
                    <a:pt x="8746" y="21600"/>
                  </a:lnTo>
                  <a:lnTo>
                    <a:pt x="-1" y="1849"/>
                  </a:lnTo>
                  <a:close/>
                </a:path>
              </a:pathLst>
            </a:custGeom>
            <a:solidFill>
              <a:srgbClr val="000000"/>
            </a:solidFill>
            <a:ln>
              <a:noFill/>
            </a:ln>
            <a:extLst>
              <a:ext uri="{91240B29-F687-4F45-9708-019B960494DF}">
                <a14:hiddenLine xmlns:a14="http://schemas.microsoft.com/office/drawing/2010/main" w="25400" cap="rnd">
                  <a:solidFill>
                    <a:srgbClr val="000000"/>
                  </a:solidFill>
                  <a:round/>
                  <a:headEnd/>
                  <a:tailEnd/>
                </a14:hiddenLine>
              </a:ext>
            </a:extLst>
          </p:spPr>
          <p:txBody>
            <a:bodyPr wrap="none" anchor="ctr"/>
            <a:lstStyle/>
            <a:p>
              <a:pPr eaLnBrk="0" fontAlgn="base" hangingPunct="0">
                <a:spcBef>
                  <a:spcPct val="0"/>
                </a:spcBef>
                <a:spcAft>
                  <a:spcPct val="0"/>
                </a:spcAft>
              </a:pPr>
              <a:endParaRPr lang="en-US">
                <a:solidFill>
                  <a:prstClr val="black"/>
                </a:solidFill>
                <a:latin typeface="Arial" panose="020B0604020202020204" pitchFamily="34" charset="0"/>
                <a:cs typeface="Arial" panose="020B0604020202020204" pitchFamily="34" charset="0"/>
              </a:endParaRPr>
            </a:p>
          </p:txBody>
        </p:sp>
        <p:sp>
          <p:nvSpPr>
            <p:cNvPr id="150567" name="Line 40"/>
            <p:cNvSpPr>
              <a:spLocks noChangeShapeType="1"/>
            </p:cNvSpPr>
            <p:nvPr/>
          </p:nvSpPr>
          <p:spPr bwMode="auto">
            <a:xfrm>
              <a:off x="3913" y="1540"/>
              <a:ext cx="0" cy="61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a:solidFill>
                  <a:prstClr val="black"/>
                </a:solidFill>
                <a:latin typeface="Arial" panose="020B0604020202020204" pitchFamily="34" charset="0"/>
                <a:cs typeface="Arial" panose="020B0604020202020204" pitchFamily="34" charset="0"/>
              </a:endParaRPr>
            </a:p>
          </p:txBody>
        </p:sp>
        <p:sp>
          <p:nvSpPr>
            <p:cNvPr id="150568" name="Arc 41"/>
            <p:cNvSpPr>
              <a:spLocks/>
            </p:cNvSpPr>
            <p:nvPr/>
          </p:nvSpPr>
          <p:spPr bwMode="auto">
            <a:xfrm>
              <a:off x="3980" y="2148"/>
              <a:ext cx="69" cy="72"/>
            </a:xfrm>
            <a:custGeom>
              <a:avLst/>
              <a:gdLst>
                <a:gd name="T0" fmla="*/ 0 w 17255"/>
                <a:gd name="T1" fmla="*/ 0 h 21600"/>
                <a:gd name="T2" fmla="*/ 0 w 17255"/>
                <a:gd name="T3" fmla="*/ 0 h 21600"/>
                <a:gd name="T4" fmla="*/ 0 w 17255"/>
                <a:gd name="T5" fmla="*/ 0 h 21600"/>
                <a:gd name="T6" fmla="*/ 0 60000 65536"/>
                <a:gd name="T7" fmla="*/ 0 60000 65536"/>
                <a:gd name="T8" fmla="*/ 0 60000 65536"/>
                <a:gd name="T9" fmla="*/ 0 w 17255"/>
                <a:gd name="T10" fmla="*/ 0 h 21600"/>
                <a:gd name="T11" fmla="*/ 17255 w 17255"/>
                <a:gd name="T12" fmla="*/ 21600 h 21600"/>
              </a:gdLst>
              <a:ahLst/>
              <a:cxnLst>
                <a:cxn ang="T6">
                  <a:pos x="T0" y="T1"/>
                </a:cxn>
                <a:cxn ang="T7">
                  <a:pos x="T2" y="T3"/>
                </a:cxn>
                <a:cxn ang="T8">
                  <a:pos x="T4" y="T5"/>
                </a:cxn>
              </a:cxnLst>
              <a:rect l="T9" t="T10" r="T11" b="T12"/>
              <a:pathLst>
                <a:path w="17255" h="21600" fill="none" extrusionOk="0">
                  <a:moveTo>
                    <a:pt x="-1" y="1849"/>
                  </a:moveTo>
                  <a:cubicBezTo>
                    <a:pt x="2754" y="630"/>
                    <a:pt x="5733" y="-1"/>
                    <a:pt x="8746" y="0"/>
                  </a:cubicBezTo>
                  <a:cubicBezTo>
                    <a:pt x="11671" y="0"/>
                    <a:pt x="14566" y="594"/>
                    <a:pt x="17254" y="1746"/>
                  </a:cubicBezTo>
                </a:path>
                <a:path w="17255" h="21600" stroke="0" extrusionOk="0">
                  <a:moveTo>
                    <a:pt x="-1" y="1849"/>
                  </a:moveTo>
                  <a:cubicBezTo>
                    <a:pt x="2754" y="630"/>
                    <a:pt x="5733" y="-1"/>
                    <a:pt x="8746" y="0"/>
                  </a:cubicBezTo>
                  <a:cubicBezTo>
                    <a:pt x="11671" y="0"/>
                    <a:pt x="14566" y="594"/>
                    <a:pt x="17254" y="1746"/>
                  </a:cubicBezTo>
                  <a:lnTo>
                    <a:pt x="8746" y="21600"/>
                  </a:lnTo>
                  <a:lnTo>
                    <a:pt x="-1" y="1849"/>
                  </a:lnTo>
                  <a:close/>
                </a:path>
              </a:pathLst>
            </a:custGeom>
            <a:solidFill>
              <a:srgbClr val="000000"/>
            </a:solidFill>
            <a:ln>
              <a:noFill/>
            </a:ln>
            <a:extLst>
              <a:ext uri="{91240B29-F687-4F45-9708-019B960494DF}">
                <a14:hiddenLine xmlns:a14="http://schemas.microsoft.com/office/drawing/2010/main" w="25400" cap="rnd">
                  <a:solidFill>
                    <a:srgbClr val="000000"/>
                  </a:solidFill>
                  <a:round/>
                  <a:headEnd/>
                  <a:tailEnd/>
                </a14:hiddenLine>
              </a:ext>
            </a:extLst>
          </p:spPr>
          <p:txBody>
            <a:bodyPr wrap="none" anchor="ctr"/>
            <a:lstStyle/>
            <a:p>
              <a:pPr eaLnBrk="0" fontAlgn="base" hangingPunct="0">
                <a:spcBef>
                  <a:spcPct val="0"/>
                </a:spcBef>
                <a:spcAft>
                  <a:spcPct val="0"/>
                </a:spcAft>
              </a:pPr>
              <a:endParaRPr lang="en-US">
                <a:solidFill>
                  <a:prstClr val="black"/>
                </a:solidFill>
                <a:latin typeface="Arial" panose="020B0604020202020204" pitchFamily="34" charset="0"/>
                <a:cs typeface="Arial" panose="020B0604020202020204" pitchFamily="34" charset="0"/>
              </a:endParaRPr>
            </a:p>
          </p:txBody>
        </p:sp>
        <p:sp>
          <p:nvSpPr>
            <p:cNvPr id="150569" name="Line 42"/>
            <p:cNvSpPr>
              <a:spLocks noChangeShapeType="1"/>
            </p:cNvSpPr>
            <p:nvPr/>
          </p:nvSpPr>
          <p:spPr bwMode="auto">
            <a:xfrm>
              <a:off x="4014" y="1411"/>
              <a:ext cx="0" cy="74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a:solidFill>
                  <a:prstClr val="black"/>
                </a:solidFill>
                <a:latin typeface="Arial" panose="020B0604020202020204" pitchFamily="34" charset="0"/>
                <a:cs typeface="Arial" panose="020B0604020202020204" pitchFamily="34" charset="0"/>
              </a:endParaRPr>
            </a:p>
          </p:txBody>
        </p:sp>
        <p:sp>
          <p:nvSpPr>
            <p:cNvPr id="150570" name="Arc 43"/>
            <p:cNvSpPr>
              <a:spLocks/>
            </p:cNvSpPr>
            <p:nvPr/>
          </p:nvSpPr>
          <p:spPr bwMode="auto">
            <a:xfrm>
              <a:off x="4080" y="2148"/>
              <a:ext cx="70" cy="72"/>
            </a:xfrm>
            <a:custGeom>
              <a:avLst/>
              <a:gdLst>
                <a:gd name="T0" fmla="*/ 0 w 17255"/>
                <a:gd name="T1" fmla="*/ 0 h 21600"/>
                <a:gd name="T2" fmla="*/ 0 w 17255"/>
                <a:gd name="T3" fmla="*/ 0 h 21600"/>
                <a:gd name="T4" fmla="*/ 0 w 17255"/>
                <a:gd name="T5" fmla="*/ 0 h 21600"/>
                <a:gd name="T6" fmla="*/ 0 60000 65536"/>
                <a:gd name="T7" fmla="*/ 0 60000 65536"/>
                <a:gd name="T8" fmla="*/ 0 60000 65536"/>
                <a:gd name="T9" fmla="*/ 0 w 17255"/>
                <a:gd name="T10" fmla="*/ 0 h 21600"/>
                <a:gd name="T11" fmla="*/ 17255 w 17255"/>
                <a:gd name="T12" fmla="*/ 21600 h 21600"/>
              </a:gdLst>
              <a:ahLst/>
              <a:cxnLst>
                <a:cxn ang="T6">
                  <a:pos x="T0" y="T1"/>
                </a:cxn>
                <a:cxn ang="T7">
                  <a:pos x="T2" y="T3"/>
                </a:cxn>
                <a:cxn ang="T8">
                  <a:pos x="T4" y="T5"/>
                </a:cxn>
              </a:cxnLst>
              <a:rect l="T9" t="T10" r="T11" b="T12"/>
              <a:pathLst>
                <a:path w="17255" h="21600" fill="none" extrusionOk="0">
                  <a:moveTo>
                    <a:pt x="-1" y="1849"/>
                  </a:moveTo>
                  <a:cubicBezTo>
                    <a:pt x="2754" y="630"/>
                    <a:pt x="5733" y="-1"/>
                    <a:pt x="8746" y="0"/>
                  </a:cubicBezTo>
                  <a:cubicBezTo>
                    <a:pt x="11671" y="0"/>
                    <a:pt x="14566" y="594"/>
                    <a:pt x="17254" y="1746"/>
                  </a:cubicBezTo>
                </a:path>
                <a:path w="17255" h="21600" stroke="0" extrusionOk="0">
                  <a:moveTo>
                    <a:pt x="-1" y="1849"/>
                  </a:moveTo>
                  <a:cubicBezTo>
                    <a:pt x="2754" y="630"/>
                    <a:pt x="5733" y="-1"/>
                    <a:pt x="8746" y="0"/>
                  </a:cubicBezTo>
                  <a:cubicBezTo>
                    <a:pt x="11671" y="0"/>
                    <a:pt x="14566" y="594"/>
                    <a:pt x="17254" y="1746"/>
                  </a:cubicBezTo>
                  <a:lnTo>
                    <a:pt x="8746" y="21600"/>
                  </a:lnTo>
                  <a:lnTo>
                    <a:pt x="-1" y="1849"/>
                  </a:lnTo>
                  <a:close/>
                </a:path>
              </a:pathLst>
            </a:custGeom>
            <a:solidFill>
              <a:srgbClr val="000000"/>
            </a:solidFill>
            <a:ln>
              <a:noFill/>
            </a:ln>
            <a:extLst>
              <a:ext uri="{91240B29-F687-4F45-9708-019B960494DF}">
                <a14:hiddenLine xmlns:a14="http://schemas.microsoft.com/office/drawing/2010/main" w="25400" cap="rnd">
                  <a:solidFill>
                    <a:srgbClr val="000000"/>
                  </a:solidFill>
                  <a:round/>
                  <a:headEnd/>
                  <a:tailEnd/>
                </a14:hiddenLine>
              </a:ext>
            </a:extLst>
          </p:spPr>
          <p:txBody>
            <a:bodyPr wrap="none" anchor="ctr"/>
            <a:lstStyle/>
            <a:p>
              <a:pPr eaLnBrk="0" fontAlgn="base" hangingPunct="0">
                <a:spcBef>
                  <a:spcPct val="0"/>
                </a:spcBef>
                <a:spcAft>
                  <a:spcPct val="0"/>
                </a:spcAft>
              </a:pPr>
              <a:endParaRPr lang="en-US">
                <a:solidFill>
                  <a:prstClr val="black"/>
                </a:solidFill>
                <a:latin typeface="Arial" panose="020B0604020202020204" pitchFamily="34" charset="0"/>
                <a:cs typeface="Arial" panose="020B0604020202020204" pitchFamily="34" charset="0"/>
              </a:endParaRPr>
            </a:p>
          </p:txBody>
        </p:sp>
        <p:sp>
          <p:nvSpPr>
            <p:cNvPr id="150571" name="Line 44"/>
            <p:cNvSpPr>
              <a:spLocks noChangeShapeType="1"/>
            </p:cNvSpPr>
            <p:nvPr/>
          </p:nvSpPr>
          <p:spPr bwMode="auto">
            <a:xfrm>
              <a:off x="4115" y="1283"/>
              <a:ext cx="0" cy="872"/>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a:solidFill>
                  <a:prstClr val="black"/>
                </a:solidFill>
                <a:latin typeface="Arial" panose="020B0604020202020204" pitchFamily="34" charset="0"/>
                <a:cs typeface="Arial" panose="020B0604020202020204" pitchFamily="34" charset="0"/>
              </a:endParaRPr>
            </a:p>
          </p:txBody>
        </p:sp>
        <p:sp>
          <p:nvSpPr>
            <p:cNvPr id="150572" name="Arc 45"/>
            <p:cNvSpPr>
              <a:spLocks/>
            </p:cNvSpPr>
            <p:nvPr/>
          </p:nvSpPr>
          <p:spPr bwMode="auto">
            <a:xfrm>
              <a:off x="4190" y="2148"/>
              <a:ext cx="71" cy="72"/>
            </a:xfrm>
            <a:custGeom>
              <a:avLst/>
              <a:gdLst>
                <a:gd name="T0" fmla="*/ 0 w 17255"/>
                <a:gd name="T1" fmla="*/ 0 h 21600"/>
                <a:gd name="T2" fmla="*/ 0 w 17255"/>
                <a:gd name="T3" fmla="*/ 0 h 21600"/>
                <a:gd name="T4" fmla="*/ 0 w 17255"/>
                <a:gd name="T5" fmla="*/ 0 h 21600"/>
                <a:gd name="T6" fmla="*/ 0 60000 65536"/>
                <a:gd name="T7" fmla="*/ 0 60000 65536"/>
                <a:gd name="T8" fmla="*/ 0 60000 65536"/>
                <a:gd name="T9" fmla="*/ 0 w 17255"/>
                <a:gd name="T10" fmla="*/ 0 h 21600"/>
                <a:gd name="T11" fmla="*/ 17255 w 17255"/>
                <a:gd name="T12" fmla="*/ 21600 h 21600"/>
              </a:gdLst>
              <a:ahLst/>
              <a:cxnLst>
                <a:cxn ang="T6">
                  <a:pos x="T0" y="T1"/>
                </a:cxn>
                <a:cxn ang="T7">
                  <a:pos x="T2" y="T3"/>
                </a:cxn>
                <a:cxn ang="T8">
                  <a:pos x="T4" y="T5"/>
                </a:cxn>
              </a:cxnLst>
              <a:rect l="T9" t="T10" r="T11" b="T12"/>
              <a:pathLst>
                <a:path w="17255" h="21600" fill="none" extrusionOk="0">
                  <a:moveTo>
                    <a:pt x="-1" y="1849"/>
                  </a:moveTo>
                  <a:cubicBezTo>
                    <a:pt x="2754" y="630"/>
                    <a:pt x="5733" y="-1"/>
                    <a:pt x="8746" y="0"/>
                  </a:cubicBezTo>
                  <a:cubicBezTo>
                    <a:pt x="11671" y="0"/>
                    <a:pt x="14566" y="594"/>
                    <a:pt x="17254" y="1746"/>
                  </a:cubicBezTo>
                </a:path>
                <a:path w="17255" h="21600" stroke="0" extrusionOk="0">
                  <a:moveTo>
                    <a:pt x="-1" y="1849"/>
                  </a:moveTo>
                  <a:cubicBezTo>
                    <a:pt x="2754" y="630"/>
                    <a:pt x="5733" y="-1"/>
                    <a:pt x="8746" y="0"/>
                  </a:cubicBezTo>
                  <a:cubicBezTo>
                    <a:pt x="11671" y="0"/>
                    <a:pt x="14566" y="594"/>
                    <a:pt x="17254" y="1746"/>
                  </a:cubicBezTo>
                  <a:lnTo>
                    <a:pt x="8746" y="21600"/>
                  </a:lnTo>
                  <a:lnTo>
                    <a:pt x="-1" y="1849"/>
                  </a:lnTo>
                  <a:close/>
                </a:path>
              </a:pathLst>
            </a:custGeom>
            <a:solidFill>
              <a:srgbClr val="000000"/>
            </a:solidFill>
            <a:ln>
              <a:noFill/>
            </a:ln>
            <a:extLst>
              <a:ext uri="{91240B29-F687-4F45-9708-019B960494DF}">
                <a14:hiddenLine xmlns:a14="http://schemas.microsoft.com/office/drawing/2010/main" w="25400" cap="rnd">
                  <a:solidFill>
                    <a:srgbClr val="000000"/>
                  </a:solidFill>
                  <a:round/>
                  <a:headEnd/>
                  <a:tailEnd/>
                </a14:hiddenLine>
              </a:ext>
            </a:extLst>
          </p:spPr>
          <p:txBody>
            <a:bodyPr wrap="none" anchor="ctr"/>
            <a:lstStyle/>
            <a:p>
              <a:pPr eaLnBrk="0" fontAlgn="base" hangingPunct="0">
                <a:spcBef>
                  <a:spcPct val="0"/>
                </a:spcBef>
                <a:spcAft>
                  <a:spcPct val="0"/>
                </a:spcAft>
              </a:pPr>
              <a:endParaRPr lang="en-US">
                <a:solidFill>
                  <a:prstClr val="black"/>
                </a:solidFill>
                <a:latin typeface="Arial" panose="020B0604020202020204" pitchFamily="34" charset="0"/>
                <a:cs typeface="Arial" panose="020B0604020202020204" pitchFamily="34" charset="0"/>
              </a:endParaRPr>
            </a:p>
          </p:txBody>
        </p:sp>
        <p:sp>
          <p:nvSpPr>
            <p:cNvPr id="150573" name="Line 46"/>
            <p:cNvSpPr>
              <a:spLocks noChangeShapeType="1"/>
            </p:cNvSpPr>
            <p:nvPr/>
          </p:nvSpPr>
          <p:spPr bwMode="auto">
            <a:xfrm>
              <a:off x="4225" y="1070"/>
              <a:ext cx="0" cy="1085"/>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a:solidFill>
                  <a:prstClr val="black"/>
                </a:solidFill>
                <a:latin typeface="Arial" panose="020B0604020202020204" pitchFamily="34" charset="0"/>
                <a:cs typeface="Arial" panose="020B0604020202020204" pitchFamily="34" charset="0"/>
              </a:endParaRPr>
            </a:p>
          </p:txBody>
        </p:sp>
        <p:sp>
          <p:nvSpPr>
            <p:cNvPr id="150574" name="Rectangle 47"/>
            <p:cNvSpPr>
              <a:spLocks noChangeArrowheads="1"/>
            </p:cNvSpPr>
            <p:nvPr/>
          </p:nvSpPr>
          <p:spPr bwMode="auto">
            <a:xfrm>
              <a:off x="3394" y="2230"/>
              <a:ext cx="918" cy="326"/>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fontAlgn="base">
                <a:spcBef>
                  <a:spcPct val="0"/>
                </a:spcBef>
                <a:spcAft>
                  <a:spcPct val="0"/>
                </a:spcAft>
                <a:buNone/>
              </a:pPr>
              <a:endParaRPr lang="en-US" altLang="en-US" sz="1800">
                <a:solidFill>
                  <a:prstClr val="black"/>
                </a:solidFill>
                <a:latin typeface="Arial" panose="020B0604020202020204" pitchFamily="34" charset="0"/>
                <a:cs typeface="Arial" panose="020B0604020202020204" pitchFamily="34" charset="0"/>
              </a:endParaRPr>
            </a:p>
          </p:txBody>
        </p:sp>
        <p:sp>
          <p:nvSpPr>
            <p:cNvPr id="150575" name="Rectangle 48"/>
            <p:cNvSpPr>
              <a:spLocks noChangeArrowheads="1"/>
            </p:cNvSpPr>
            <p:nvPr/>
          </p:nvSpPr>
          <p:spPr bwMode="auto">
            <a:xfrm>
              <a:off x="3631" y="2297"/>
              <a:ext cx="330" cy="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76200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7620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7620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7620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0" fontAlgn="base" hangingPunct="0">
                <a:lnSpc>
                  <a:spcPct val="90000"/>
                </a:lnSpc>
                <a:spcBef>
                  <a:spcPct val="0"/>
                </a:spcBef>
                <a:spcAft>
                  <a:spcPct val="0"/>
                </a:spcAft>
                <a:buNone/>
              </a:pPr>
              <a:r>
                <a:rPr kumimoji="1" lang="en-US" altLang="ko-KR" sz="1800" b="1">
                  <a:solidFill>
                    <a:srgbClr val="000000"/>
                  </a:solidFill>
                  <a:latin typeface="Arial" panose="020B0604020202020204" pitchFamily="34" charset="0"/>
                  <a:ea typeface="굴림" pitchFamily="34" charset="-127"/>
                  <a:cs typeface="Arial" panose="020B0604020202020204" pitchFamily="34" charset="0"/>
                </a:rPr>
                <a:t>MUX</a:t>
              </a:r>
            </a:p>
          </p:txBody>
        </p:sp>
        <p:sp>
          <p:nvSpPr>
            <p:cNvPr id="150576" name="Arc 49"/>
            <p:cNvSpPr>
              <a:spLocks/>
            </p:cNvSpPr>
            <p:nvPr/>
          </p:nvSpPr>
          <p:spPr bwMode="auto">
            <a:xfrm>
              <a:off x="4326" y="2278"/>
              <a:ext cx="87" cy="57"/>
            </a:xfrm>
            <a:custGeom>
              <a:avLst/>
              <a:gdLst>
                <a:gd name="T0" fmla="*/ 0 w 21600"/>
                <a:gd name="T1" fmla="*/ 0 h 17464"/>
                <a:gd name="T2" fmla="*/ 0 w 21600"/>
                <a:gd name="T3" fmla="*/ 0 h 17464"/>
                <a:gd name="T4" fmla="*/ 0 w 21600"/>
                <a:gd name="T5" fmla="*/ 0 h 17464"/>
                <a:gd name="T6" fmla="*/ 0 60000 65536"/>
                <a:gd name="T7" fmla="*/ 0 60000 65536"/>
                <a:gd name="T8" fmla="*/ 0 60000 65536"/>
                <a:gd name="T9" fmla="*/ 0 w 21600"/>
                <a:gd name="T10" fmla="*/ 0 h 17464"/>
                <a:gd name="T11" fmla="*/ 21600 w 21600"/>
                <a:gd name="T12" fmla="*/ 17464 h 17464"/>
              </a:gdLst>
              <a:ahLst/>
              <a:cxnLst>
                <a:cxn ang="T6">
                  <a:pos x="T0" y="T1"/>
                </a:cxn>
                <a:cxn ang="T7">
                  <a:pos x="T2" y="T3"/>
                </a:cxn>
                <a:cxn ang="T8">
                  <a:pos x="T4" y="T5"/>
                </a:cxn>
              </a:cxnLst>
              <a:rect l="T9" t="T10" r="T11" b="T12"/>
              <a:pathLst>
                <a:path w="21600" h="17464" fill="none" extrusionOk="0">
                  <a:moveTo>
                    <a:pt x="19702" y="0"/>
                  </a:moveTo>
                  <a:cubicBezTo>
                    <a:pt x="20953" y="2783"/>
                    <a:pt x="21600" y="5800"/>
                    <a:pt x="21600" y="8852"/>
                  </a:cubicBezTo>
                  <a:cubicBezTo>
                    <a:pt x="21600" y="11815"/>
                    <a:pt x="20990" y="14746"/>
                    <a:pt x="19808" y="17463"/>
                  </a:cubicBezTo>
                </a:path>
                <a:path w="21600" h="17464" stroke="0" extrusionOk="0">
                  <a:moveTo>
                    <a:pt x="19702" y="0"/>
                  </a:moveTo>
                  <a:cubicBezTo>
                    <a:pt x="20953" y="2783"/>
                    <a:pt x="21600" y="5800"/>
                    <a:pt x="21600" y="8852"/>
                  </a:cubicBezTo>
                  <a:cubicBezTo>
                    <a:pt x="21600" y="11815"/>
                    <a:pt x="20990" y="14746"/>
                    <a:pt x="19808" y="17463"/>
                  </a:cubicBezTo>
                  <a:lnTo>
                    <a:pt x="0" y="8852"/>
                  </a:lnTo>
                  <a:lnTo>
                    <a:pt x="19702" y="0"/>
                  </a:lnTo>
                  <a:close/>
                </a:path>
              </a:pathLst>
            </a:custGeom>
            <a:solidFill>
              <a:srgbClr val="000000"/>
            </a:solidFill>
            <a:ln>
              <a:noFill/>
            </a:ln>
            <a:extLst>
              <a:ext uri="{91240B29-F687-4F45-9708-019B960494DF}">
                <a14:hiddenLine xmlns:a14="http://schemas.microsoft.com/office/drawing/2010/main" w="25400" cap="rnd">
                  <a:solidFill>
                    <a:srgbClr val="000000"/>
                  </a:solidFill>
                  <a:round/>
                  <a:headEnd/>
                  <a:tailEnd/>
                </a14:hiddenLine>
              </a:ext>
            </a:extLst>
          </p:spPr>
          <p:txBody>
            <a:bodyPr wrap="none" anchor="ctr"/>
            <a:lstStyle/>
            <a:p>
              <a:pPr eaLnBrk="0" fontAlgn="base" hangingPunct="0">
                <a:spcBef>
                  <a:spcPct val="0"/>
                </a:spcBef>
                <a:spcAft>
                  <a:spcPct val="0"/>
                </a:spcAft>
              </a:pPr>
              <a:endParaRPr lang="en-US">
                <a:solidFill>
                  <a:prstClr val="black"/>
                </a:solidFill>
                <a:latin typeface="Arial" panose="020B0604020202020204" pitchFamily="34" charset="0"/>
                <a:cs typeface="Arial" panose="020B0604020202020204" pitchFamily="34" charset="0"/>
              </a:endParaRPr>
            </a:p>
          </p:txBody>
        </p:sp>
        <p:sp>
          <p:nvSpPr>
            <p:cNvPr id="150577" name="Line 50"/>
            <p:cNvSpPr>
              <a:spLocks noChangeShapeType="1"/>
            </p:cNvSpPr>
            <p:nvPr/>
          </p:nvSpPr>
          <p:spPr bwMode="auto">
            <a:xfrm flipH="1">
              <a:off x="4386" y="2309"/>
              <a:ext cx="101"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a:solidFill>
                  <a:prstClr val="black"/>
                </a:solidFill>
                <a:latin typeface="Arial" panose="020B0604020202020204" pitchFamily="34" charset="0"/>
                <a:cs typeface="Arial" panose="020B0604020202020204" pitchFamily="34" charset="0"/>
              </a:endParaRPr>
            </a:p>
          </p:txBody>
        </p:sp>
        <p:sp>
          <p:nvSpPr>
            <p:cNvPr id="150578" name="Arc 51"/>
            <p:cNvSpPr>
              <a:spLocks/>
            </p:cNvSpPr>
            <p:nvPr/>
          </p:nvSpPr>
          <p:spPr bwMode="auto">
            <a:xfrm>
              <a:off x="4326" y="2361"/>
              <a:ext cx="87" cy="58"/>
            </a:xfrm>
            <a:custGeom>
              <a:avLst/>
              <a:gdLst>
                <a:gd name="T0" fmla="*/ 0 w 21600"/>
                <a:gd name="T1" fmla="*/ 0 h 17464"/>
                <a:gd name="T2" fmla="*/ 0 w 21600"/>
                <a:gd name="T3" fmla="*/ 0 h 17464"/>
                <a:gd name="T4" fmla="*/ 0 w 21600"/>
                <a:gd name="T5" fmla="*/ 0 h 17464"/>
                <a:gd name="T6" fmla="*/ 0 60000 65536"/>
                <a:gd name="T7" fmla="*/ 0 60000 65536"/>
                <a:gd name="T8" fmla="*/ 0 60000 65536"/>
                <a:gd name="T9" fmla="*/ 0 w 21600"/>
                <a:gd name="T10" fmla="*/ 0 h 17464"/>
                <a:gd name="T11" fmla="*/ 21600 w 21600"/>
                <a:gd name="T12" fmla="*/ 17464 h 17464"/>
              </a:gdLst>
              <a:ahLst/>
              <a:cxnLst>
                <a:cxn ang="T6">
                  <a:pos x="T0" y="T1"/>
                </a:cxn>
                <a:cxn ang="T7">
                  <a:pos x="T2" y="T3"/>
                </a:cxn>
                <a:cxn ang="T8">
                  <a:pos x="T4" y="T5"/>
                </a:cxn>
              </a:cxnLst>
              <a:rect l="T9" t="T10" r="T11" b="T12"/>
              <a:pathLst>
                <a:path w="21600" h="17464" fill="none" extrusionOk="0">
                  <a:moveTo>
                    <a:pt x="19702" y="0"/>
                  </a:moveTo>
                  <a:cubicBezTo>
                    <a:pt x="20953" y="2783"/>
                    <a:pt x="21600" y="5800"/>
                    <a:pt x="21600" y="8852"/>
                  </a:cubicBezTo>
                  <a:cubicBezTo>
                    <a:pt x="21600" y="11815"/>
                    <a:pt x="20990" y="14746"/>
                    <a:pt x="19808" y="17463"/>
                  </a:cubicBezTo>
                </a:path>
                <a:path w="21600" h="17464" stroke="0" extrusionOk="0">
                  <a:moveTo>
                    <a:pt x="19702" y="0"/>
                  </a:moveTo>
                  <a:cubicBezTo>
                    <a:pt x="20953" y="2783"/>
                    <a:pt x="21600" y="5800"/>
                    <a:pt x="21600" y="8852"/>
                  </a:cubicBezTo>
                  <a:cubicBezTo>
                    <a:pt x="21600" y="11815"/>
                    <a:pt x="20990" y="14746"/>
                    <a:pt x="19808" y="17463"/>
                  </a:cubicBezTo>
                  <a:lnTo>
                    <a:pt x="0" y="8852"/>
                  </a:lnTo>
                  <a:lnTo>
                    <a:pt x="19702" y="0"/>
                  </a:lnTo>
                  <a:close/>
                </a:path>
              </a:pathLst>
            </a:custGeom>
            <a:solidFill>
              <a:srgbClr val="000000"/>
            </a:solidFill>
            <a:ln>
              <a:noFill/>
            </a:ln>
            <a:extLst>
              <a:ext uri="{91240B29-F687-4F45-9708-019B960494DF}">
                <a14:hiddenLine xmlns:a14="http://schemas.microsoft.com/office/drawing/2010/main" w="25400" cap="rnd">
                  <a:solidFill>
                    <a:srgbClr val="000000"/>
                  </a:solidFill>
                  <a:round/>
                  <a:headEnd/>
                  <a:tailEnd/>
                </a14:hiddenLine>
              </a:ext>
            </a:extLst>
          </p:spPr>
          <p:txBody>
            <a:bodyPr wrap="none" anchor="ctr"/>
            <a:lstStyle/>
            <a:p>
              <a:pPr eaLnBrk="0" fontAlgn="base" hangingPunct="0">
                <a:spcBef>
                  <a:spcPct val="0"/>
                </a:spcBef>
                <a:spcAft>
                  <a:spcPct val="0"/>
                </a:spcAft>
              </a:pPr>
              <a:endParaRPr lang="en-US">
                <a:solidFill>
                  <a:prstClr val="black"/>
                </a:solidFill>
                <a:latin typeface="Arial" panose="020B0604020202020204" pitchFamily="34" charset="0"/>
                <a:cs typeface="Arial" panose="020B0604020202020204" pitchFamily="34" charset="0"/>
              </a:endParaRPr>
            </a:p>
          </p:txBody>
        </p:sp>
        <p:sp>
          <p:nvSpPr>
            <p:cNvPr id="150579" name="Line 52"/>
            <p:cNvSpPr>
              <a:spLocks noChangeShapeType="1"/>
            </p:cNvSpPr>
            <p:nvPr/>
          </p:nvSpPr>
          <p:spPr bwMode="auto">
            <a:xfrm flipH="1">
              <a:off x="4386" y="2393"/>
              <a:ext cx="101"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a:solidFill>
                  <a:prstClr val="black"/>
                </a:solidFill>
                <a:latin typeface="Arial" panose="020B0604020202020204" pitchFamily="34" charset="0"/>
                <a:cs typeface="Arial" panose="020B0604020202020204" pitchFamily="34" charset="0"/>
              </a:endParaRPr>
            </a:p>
          </p:txBody>
        </p:sp>
        <p:sp>
          <p:nvSpPr>
            <p:cNvPr id="150580" name="Arc 53"/>
            <p:cNvSpPr>
              <a:spLocks/>
            </p:cNvSpPr>
            <p:nvPr/>
          </p:nvSpPr>
          <p:spPr bwMode="auto">
            <a:xfrm>
              <a:off x="4326" y="2452"/>
              <a:ext cx="87" cy="59"/>
            </a:xfrm>
            <a:custGeom>
              <a:avLst/>
              <a:gdLst>
                <a:gd name="T0" fmla="*/ 0 w 21600"/>
                <a:gd name="T1" fmla="*/ 0 h 17464"/>
                <a:gd name="T2" fmla="*/ 0 w 21600"/>
                <a:gd name="T3" fmla="*/ 0 h 17464"/>
                <a:gd name="T4" fmla="*/ 0 w 21600"/>
                <a:gd name="T5" fmla="*/ 0 h 17464"/>
                <a:gd name="T6" fmla="*/ 0 60000 65536"/>
                <a:gd name="T7" fmla="*/ 0 60000 65536"/>
                <a:gd name="T8" fmla="*/ 0 60000 65536"/>
                <a:gd name="T9" fmla="*/ 0 w 21600"/>
                <a:gd name="T10" fmla="*/ 0 h 17464"/>
                <a:gd name="T11" fmla="*/ 21600 w 21600"/>
                <a:gd name="T12" fmla="*/ 17464 h 17464"/>
              </a:gdLst>
              <a:ahLst/>
              <a:cxnLst>
                <a:cxn ang="T6">
                  <a:pos x="T0" y="T1"/>
                </a:cxn>
                <a:cxn ang="T7">
                  <a:pos x="T2" y="T3"/>
                </a:cxn>
                <a:cxn ang="T8">
                  <a:pos x="T4" y="T5"/>
                </a:cxn>
              </a:cxnLst>
              <a:rect l="T9" t="T10" r="T11" b="T12"/>
              <a:pathLst>
                <a:path w="21600" h="17464" fill="none" extrusionOk="0">
                  <a:moveTo>
                    <a:pt x="19702" y="0"/>
                  </a:moveTo>
                  <a:cubicBezTo>
                    <a:pt x="20953" y="2783"/>
                    <a:pt x="21600" y="5800"/>
                    <a:pt x="21600" y="8852"/>
                  </a:cubicBezTo>
                  <a:cubicBezTo>
                    <a:pt x="21600" y="11815"/>
                    <a:pt x="20990" y="14746"/>
                    <a:pt x="19808" y="17463"/>
                  </a:cubicBezTo>
                </a:path>
                <a:path w="21600" h="17464" stroke="0" extrusionOk="0">
                  <a:moveTo>
                    <a:pt x="19702" y="0"/>
                  </a:moveTo>
                  <a:cubicBezTo>
                    <a:pt x="20953" y="2783"/>
                    <a:pt x="21600" y="5800"/>
                    <a:pt x="21600" y="8852"/>
                  </a:cubicBezTo>
                  <a:cubicBezTo>
                    <a:pt x="21600" y="11815"/>
                    <a:pt x="20990" y="14746"/>
                    <a:pt x="19808" y="17463"/>
                  </a:cubicBezTo>
                  <a:lnTo>
                    <a:pt x="0" y="8852"/>
                  </a:lnTo>
                  <a:lnTo>
                    <a:pt x="19702" y="0"/>
                  </a:lnTo>
                  <a:close/>
                </a:path>
              </a:pathLst>
            </a:custGeom>
            <a:solidFill>
              <a:srgbClr val="000000"/>
            </a:solidFill>
            <a:ln>
              <a:noFill/>
            </a:ln>
            <a:extLst>
              <a:ext uri="{91240B29-F687-4F45-9708-019B960494DF}">
                <a14:hiddenLine xmlns:a14="http://schemas.microsoft.com/office/drawing/2010/main" w="25400" cap="rnd">
                  <a:solidFill>
                    <a:srgbClr val="000000"/>
                  </a:solidFill>
                  <a:round/>
                  <a:headEnd/>
                  <a:tailEnd/>
                </a14:hiddenLine>
              </a:ext>
            </a:extLst>
          </p:spPr>
          <p:txBody>
            <a:bodyPr wrap="none" anchor="ctr"/>
            <a:lstStyle/>
            <a:p>
              <a:pPr eaLnBrk="0" fontAlgn="base" hangingPunct="0">
                <a:spcBef>
                  <a:spcPct val="0"/>
                </a:spcBef>
                <a:spcAft>
                  <a:spcPct val="0"/>
                </a:spcAft>
              </a:pPr>
              <a:endParaRPr lang="en-US">
                <a:solidFill>
                  <a:prstClr val="black"/>
                </a:solidFill>
                <a:latin typeface="Arial" panose="020B0604020202020204" pitchFamily="34" charset="0"/>
                <a:cs typeface="Arial" panose="020B0604020202020204" pitchFamily="34" charset="0"/>
              </a:endParaRPr>
            </a:p>
          </p:txBody>
        </p:sp>
        <p:sp>
          <p:nvSpPr>
            <p:cNvPr id="150581" name="Line 54"/>
            <p:cNvSpPr>
              <a:spLocks noChangeShapeType="1"/>
            </p:cNvSpPr>
            <p:nvPr/>
          </p:nvSpPr>
          <p:spPr bwMode="auto">
            <a:xfrm flipH="1">
              <a:off x="4386" y="2485"/>
              <a:ext cx="101"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a:solidFill>
                  <a:prstClr val="black"/>
                </a:solidFill>
                <a:latin typeface="Arial" panose="020B0604020202020204" pitchFamily="34" charset="0"/>
                <a:cs typeface="Arial" panose="020B0604020202020204" pitchFamily="34" charset="0"/>
              </a:endParaRPr>
            </a:p>
          </p:txBody>
        </p:sp>
        <p:sp>
          <p:nvSpPr>
            <p:cNvPr id="150582" name="Rectangle 55"/>
            <p:cNvSpPr>
              <a:spLocks noChangeArrowheads="1"/>
            </p:cNvSpPr>
            <p:nvPr/>
          </p:nvSpPr>
          <p:spPr bwMode="auto">
            <a:xfrm>
              <a:off x="4467" y="2243"/>
              <a:ext cx="144"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76200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7620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7620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7620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0" fontAlgn="base" hangingPunct="0">
                <a:lnSpc>
                  <a:spcPct val="90000"/>
                </a:lnSpc>
                <a:spcBef>
                  <a:spcPct val="0"/>
                </a:spcBef>
                <a:spcAft>
                  <a:spcPct val="0"/>
                </a:spcAft>
                <a:buNone/>
              </a:pPr>
              <a:r>
                <a:rPr kumimoji="1" lang="en-US" altLang="ko-KR" sz="2400" b="1">
                  <a:solidFill>
                    <a:srgbClr val="000000"/>
                  </a:solidFill>
                  <a:latin typeface="Arial" panose="020B0604020202020204" pitchFamily="34" charset="0"/>
                  <a:ea typeface="굴림" pitchFamily="34" charset="-127"/>
                  <a:cs typeface="Arial" panose="020B0604020202020204" pitchFamily="34" charset="0"/>
                </a:rPr>
                <a:t>}</a:t>
              </a:r>
            </a:p>
          </p:txBody>
        </p:sp>
        <p:sp>
          <p:nvSpPr>
            <p:cNvPr id="150583" name="Rectangle 56"/>
            <p:cNvSpPr>
              <a:spLocks noChangeArrowheads="1"/>
            </p:cNvSpPr>
            <p:nvPr/>
          </p:nvSpPr>
          <p:spPr bwMode="auto">
            <a:xfrm>
              <a:off x="4568" y="2305"/>
              <a:ext cx="281" cy="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76200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7620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7620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7620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0" fontAlgn="base" hangingPunct="0">
                <a:lnSpc>
                  <a:spcPct val="90000"/>
                </a:lnSpc>
                <a:spcBef>
                  <a:spcPct val="0"/>
                </a:spcBef>
                <a:spcAft>
                  <a:spcPct val="0"/>
                </a:spcAft>
                <a:buNone/>
              </a:pPr>
              <a:r>
                <a:rPr kumimoji="1" lang="en-US" altLang="ko-KR" sz="1200" b="1">
                  <a:solidFill>
                    <a:srgbClr val="000000"/>
                  </a:solidFill>
                  <a:latin typeface="Arial" panose="020B0604020202020204" pitchFamily="34" charset="0"/>
                  <a:ea typeface="굴림" pitchFamily="34" charset="-127"/>
                  <a:cs typeface="Arial" panose="020B0604020202020204" pitchFamily="34" charset="0"/>
                </a:rPr>
                <a:t>SELB</a:t>
              </a:r>
            </a:p>
          </p:txBody>
        </p:sp>
        <p:sp>
          <p:nvSpPr>
            <p:cNvPr id="150584" name="Arc 57"/>
            <p:cNvSpPr>
              <a:spLocks/>
            </p:cNvSpPr>
            <p:nvPr/>
          </p:nvSpPr>
          <p:spPr bwMode="auto">
            <a:xfrm>
              <a:off x="2631" y="2876"/>
              <a:ext cx="70" cy="71"/>
            </a:xfrm>
            <a:custGeom>
              <a:avLst/>
              <a:gdLst>
                <a:gd name="T0" fmla="*/ 0 w 17255"/>
                <a:gd name="T1" fmla="*/ 0 h 21600"/>
                <a:gd name="T2" fmla="*/ 0 w 17255"/>
                <a:gd name="T3" fmla="*/ 0 h 21600"/>
                <a:gd name="T4" fmla="*/ 0 w 17255"/>
                <a:gd name="T5" fmla="*/ 0 h 21600"/>
                <a:gd name="T6" fmla="*/ 0 60000 65536"/>
                <a:gd name="T7" fmla="*/ 0 60000 65536"/>
                <a:gd name="T8" fmla="*/ 0 60000 65536"/>
                <a:gd name="T9" fmla="*/ 0 w 17255"/>
                <a:gd name="T10" fmla="*/ 0 h 21600"/>
                <a:gd name="T11" fmla="*/ 17255 w 17255"/>
                <a:gd name="T12" fmla="*/ 21600 h 21600"/>
              </a:gdLst>
              <a:ahLst/>
              <a:cxnLst>
                <a:cxn ang="T6">
                  <a:pos x="T0" y="T1"/>
                </a:cxn>
                <a:cxn ang="T7">
                  <a:pos x="T2" y="T3"/>
                </a:cxn>
                <a:cxn ang="T8">
                  <a:pos x="T4" y="T5"/>
                </a:cxn>
              </a:cxnLst>
              <a:rect l="T9" t="T10" r="T11" b="T12"/>
              <a:pathLst>
                <a:path w="17255" h="21600" fill="none" extrusionOk="0">
                  <a:moveTo>
                    <a:pt x="-1" y="1849"/>
                  </a:moveTo>
                  <a:cubicBezTo>
                    <a:pt x="2754" y="630"/>
                    <a:pt x="5733" y="-1"/>
                    <a:pt x="8746" y="0"/>
                  </a:cubicBezTo>
                  <a:cubicBezTo>
                    <a:pt x="11671" y="0"/>
                    <a:pt x="14566" y="594"/>
                    <a:pt x="17254" y="1746"/>
                  </a:cubicBezTo>
                </a:path>
                <a:path w="17255" h="21600" stroke="0" extrusionOk="0">
                  <a:moveTo>
                    <a:pt x="-1" y="1849"/>
                  </a:moveTo>
                  <a:cubicBezTo>
                    <a:pt x="2754" y="630"/>
                    <a:pt x="5733" y="-1"/>
                    <a:pt x="8746" y="0"/>
                  </a:cubicBezTo>
                  <a:cubicBezTo>
                    <a:pt x="11671" y="0"/>
                    <a:pt x="14566" y="594"/>
                    <a:pt x="17254" y="1746"/>
                  </a:cubicBezTo>
                  <a:lnTo>
                    <a:pt x="8746" y="21600"/>
                  </a:lnTo>
                  <a:lnTo>
                    <a:pt x="-1" y="1849"/>
                  </a:lnTo>
                  <a:close/>
                </a:path>
              </a:pathLst>
            </a:custGeom>
            <a:solidFill>
              <a:srgbClr val="000000"/>
            </a:solidFill>
            <a:ln>
              <a:noFill/>
            </a:ln>
            <a:extLst>
              <a:ext uri="{91240B29-F687-4F45-9708-019B960494DF}">
                <a14:hiddenLine xmlns:a14="http://schemas.microsoft.com/office/drawing/2010/main" w="25400" cap="rnd">
                  <a:solidFill>
                    <a:srgbClr val="000000"/>
                  </a:solidFill>
                  <a:round/>
                  <a:headEnd/>
                  <a:tailEnd/>
                </a14:hiddenLine>
              </a:ext>
            </a:extLst>
          </p:spPr>
          <p:txBody>
            <a:bodyPr wrap="none" anchor="ctr"/>
            <a:lstStyle/>
            <a:p>
              <a:pPr eaLnBrk="0" fontAlgn="base" hangingPunct="0">
                <a:spcBef>
                  <a:spcPct val="0"/>
                </a:spcBef>
                <a:spcAft>
                  <a:spcPct val="0"/>
                </a:spcAft>
              </a:pPr>
              <a:endParaRPr lang="en-US">
                <a:solidFill>
                  <a:prstClr val="black"/>
                </a:solidFill>
                <a:latin typeface="Arial" panose="020B0604020202020204" pitchFamily="34" charset="0"/>
                <a:cs typeface="Arial" panose="020B0604020202020204" pitchFamily="34" charset="0"/>
              </a:endParaRPr>
            </a:p>
          </p:txBody>
        </p:sp>
        <p:sp>
          <p:nvSpPr>
            <p:cNvPr id="150585" name="Line 58"/>
            <p:cNvSpPr>
              <a:spLocks noChangeShapeType="1"/>
            </p:cNvSpPr>
            <p:nvPr/>
          </p:nvSpPr>
          <p:spPr bwMode="auto">
            <a:xfrm>
              <a:off x="2665" y="2553"/>
              <a:ext cx="0" cy="33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a:solidFill>
                  <a:prstClr val="black"/>
                </a:solidFill>
                <a:latin typeface="Arial" panose="020B0604020202020204" pitchFamily="34" charset="0"/>
                <a:cs typeface="Arial" panose="020B0604020202020204" pitchFamily="34" charset="0"/>
              </a:endParaRPr>
            </a:p>
          </p:txBody>
        </p:sp>
        <p:sp>
          <p:nvSpPr>
            <p:cNvPr id="150586" name="Arc 59"/>
            <p:cNvSpPr>
              <a:spLocks/>
            </p:cNvSpPr>
            <p:nvPr/>
          </p:nvSpPr>
          <p:spPr bwMode="auto">
            <a:xfrm>
              <a:off x="3823" y="2876"/>
              <a:ext cx="71" cy="71"/>
            </a:xfrm>
            <a:custGeom>
              <a:avLst/>
              <a:gdLst>
                <a:gd name="T0" fmla="*/ 0 w 17255"/>
                <a:gd name="T1" fmla="*/ 0 h 21600"/>
                <a:gd name="T2" fmla="*/ 0 w 17255"/>
                <a:gd name="T3" fmla="*/ 0 h 21600"/>
                <a:gd name="T4" fmla="*/ 0 w 17255"/>
                <a:gd name="T5" fmla="*/ 0 h 21600"/>
                <a:gd name="T6" fmla="*/ 0 60000 65536"/>
                <a:gd name="T7" fmla="*/ 0 60000 65536"/>
                <a:gd name="T8" fmla="*/ 0 60000 65536"/>
                <a:gd name="T9" fmla="*/ 0 w 17255"/>
                <a:gd name="T10" fmla="*/ 0 h 21600"/>
                <a:gd name="T11" fmla="*/ 17255 w 17255"/>
                <a:gd name="T12" fmla="*/ 21600 h 21600"/>
              </a:gdLst>
              <a:ahLst/>
              <a:cxnLst>
                <a:cxn ang="T6">
                  <a:pos x="T0" y="T1"/>
                </a:cxn>
                <a:cxn ang="T7">
                  <a:pos x="T2" y="T3"/>
                </a:cxn>
                <a:cxn ang="T8">
                  <a:pos x="T4" y="T5"/>
                </a:cxn>
              </a:cxnLst>
              <a:rect l="T9" t="T10" r="T11" b="T12"/>
              <a:pathLst>
                <a:path w="17255" h="21600" fill="none" extrusionOk="0">
                  <a:moveTo>
                    <a:pt x="-1" y="1849"/>
                  </a:moveTo>
                  <a:cubicBezTo>
                    <a:pt x="2754" y="630"/>
                    <a:pt x="5733" y="-1"/>
                    <a:pt x="8746" y="0"/>
                  </a:cubicBezTo>
                  <a:cubicBezTo>
                    <a:pt x="11671" y="0"/>
                    <a:pt x="14566" y="594"/>
                    <a:pt x="17254" y="1746"/>
                  </a:cubicBezTo>
                </a:path>
                <a:path w="17255" h="21600" stroke="0" extrusionOk="0">
                  <a:moveTo>
                    <a:pt x="-1" y="1849"/>
                  </a:moveTo>
                  <a:cubicBezTo>
                    <a:pt x="2754" y="630"/>
                    <a:pt x="5733" y="-1"/>
                    <a:pt x="8746" y="0"/>
                  </a:cubicBezTo>
                  <a:cubicBezTo>
                    <a:pt x="11671" y="0"/>
                    <a:pt x="14566" y="594"/>
                    <a:pt x="17254" y="1746"/>
                  </a:cubicBezTo>
                  <a:lnTo>
                    <a:pt x="8746" y="21600"/>
                  </a:lnTo>
                  <a:lnTo>
                    <a:pt x="-1" y="1849"/>
                  </a:lnTo>
                  <a:close/>
                </a:path>
              </a:pathLst>
            </a:custGeom>
            <a:solidFill>
              <a:srgbClr val="000000"/>
            </a:solidFill>
            <a:ln>
              <a:noFill/>
            </a:ln>
            <a:extLst>
              <a:ext uri="{91240B29-F687-4F45-9708-019B960494DF}">
                <a14:hiddenLine xmlns:a14="http://schemas.microsoft.com/office/drawing/2010/main" w="25400" cap="rnd">
                  <a:solidFill>
                    <a:srgbClr val="000000"/>
                  </a:solidFill>
                  <a:round/>
                  <a:headEnd/>
                  <a:tailEnd/>
                </a14:hiddenLine>
              </a:ext>
            </a:extLst>
          </p:spPr>
          <p:txBody>
            <a:bodyPr wrap="none" anchor="ctr"/>
            <a:lstStyle/>
            <a:p>
              <a:pPr eaLnBrk="0" fontAlgn="base" hangingPunct="0">
                <a:spcBef>
                  <a:spcPct val="0"/>
                </a:spcBef>
                <a:spcAft>
                  <a:spcPct val="0"/>
                </a:spcAft>
              </a:pPr>
              <a:endParaRPr lang="en-US">
                <a:solidFill>
                  <a:prstClr val="black"/>
                </a:solidFill>
                <a:latin typeface="Arial" panose="020B0604020202020204" pitchFamily="34" charset="0"/>
                <a:cs typeface="Arial" panose="020B0604020202020204" pitchFamily="34" charset="0"/>
              </a:endParaRPr>
            </a:p>
          </p:txBody>
        </p:sp>
        <p:sp>
          <p:nvSpPr>
            <p:cNvPr id="150587" name="Line 60"/>
            <p:cNvSpPr>
              <a:spLocks noChangeShapeType="1"/>
            </p:cNvSpPr>
            <p:nvPr/>
          </p:nvSpPr>
          <p:spPr bwMode="auto">
            <a:xfrm>
              <a:off x="3858" y="2553"/>
              <a:ext cx="0" cy="33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a:solidFill>
                  <a:prstClr val="black"/>
                </a:solidFill>
                <a:latin typeface="Arial" panose="020B0604020202020204" pitchFamily="34" charset="0"/>
                <a:cs typeface="Arial" panose="020B0604020202020204" pitchFamily="34" charset="0"/>
              </a:endParaRPr>
            </a:p>
          </p:txBody>
        </p:sp>
        <p:sp>
          <p:nvSpPr>
            <p:cNvPr id="150588" name="Rectangle 61"/>
            <p:cNvSpPr>
              <a:spLocks noChangeArrowheads="1"/>
            </p:cNvSpPr>
            <p:nvPr/>
          </p:nvSpPr>
          <p:spPr bwMode="auto">
            <a:xfrm>
              <a:off x="2404" y="2958"/>
              <a:ext cx="1853" cy="546"/>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fontAlgn="base">
                <a:spcBef>
                  <a:spcPct val="0"/>
                </a:spcBef>
                <a:spcAft>
                  <a:spcPct val="0"/>
                </a:spcAft>
                <a:buNone/>
              </a:pPr>
              <a:endParaRPr lang="en-US" altLang="en-US" sz="1800">
                <a:solidFill>
                  <a:prstClr val="black"/>
                </a:solidFill>
                <a:latin typeface="Arial" panose="020B0604020202020204" pitchFamily="34" charset="0"/>
                <a:cs typeface="Arial" panose="020B0604020202020204" pitchFamily="34" charset="0"/>
              </a:endParaRPr>
            </a:p>
          </p:txBody>
        </p:sp>
        <p:sp>
          <p:nvSpPr>
            <p:cNvPr id="150589" name="Rectangle 62"/>
            <p:cNvSpPr>
              <a:spLocks noChangeArrowheads="1"/>
            </p:cNvSpPr>
            <p:nvPr/>
          </p:nvSpPr>
          <p:spPr bwMode="auto">
            <a:xfrm>
              <a:off x="3055" y="3116"/>
              <a:ext cx="312" cy="2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76200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7620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7620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7620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0" fontAlgn="base" hangingPunct="0">
                <a:lnSpc>
                  <a:spcPct val="90000"/>
                </a:lnSpc>
                <a:spcBef>
                  <a:spcPct val="0"/>
                </a:spcBef>
                <a:spcAft>
                  <a:spcPct val="0"/>
                </a:spcAft>
                <a:buNone/>
              </a:pPr>
              <a:r>
                <a:rPr kumimoji="1" lang="en-US" altLang="ko-KR" sz="1800" b="1">
                  <a:solidFill>
                    <a:srgbClr val="000000"/>
                  </a:solidFill>
                  <a:latin typeface="Arial" panose="020B0604020202020204" pitchFamily="34" charset="0"/>
                  <a:ea typeface="굴림" pitchFamily="34" charset="-127"/>
                  <a:cs typeface="Arial" panose="020B0604020202020204" pitchFamily="34" charset="0"/>
                </a:rPr>
                <a:t>ALU</a:t>
              </a:r>
            </a:p>
          </p:txBody>
        </p:sp>
        <p:sp>
          <p:nvSpPr>
            <p:cNvPr id="150590" name="Arc 63"/>
            <p:cNvSpPr>
              <a:spLocks/>
            </p:cNvSpPr>
            <p:nvPr/>
          </p:nvSpPr>
          <p:spPr bwMode="auto">
            <a:xfrm>
              <a:off x="2313" y="3047"/>
              <a:ext cx="87" cy="58"/>
            </a:xfrm>
            <a:custGeom>
              <a:avLst/>
              <a:gdLst>
                <a:gd name="T0" fmla="*/ 0 w 21600"/>
                <a:gd name="T1" fmla="*/ 0 h 17255"/>
                <a:gd name="T2" fmla="*/ 0 w 21600"/>
                <a:gd name="T3" fmla="*/ 0 h 17255"/>
                <a:gd name="T4" fmla="*/ 0 w 21600"/>
                <a:gd name="T5" fmla="*/ 0 h 17255"/>
                <a:gd name="T6" fmla="*/ 0 60000 65536"/>
                <a:gd name="T7" fmla="*/ 0 60000 65536"/>
                <a:gd name="T8" fmla="*/ 0 60000 65536"/>
                <a:gd name="T9" fmla="*/ 0 w 21600"/>
                <a:gd name="T10" fmla="*/ 0 h 17255"/>
                <a:gd name="T11" fmla="*/ 21600 w 21600"/>
                <a:gd name="T12" fmla="*/ 17255 h 17255"/>
              </a:gdLst>
              <a:ahLst/>
              <a:cxnLst>
                <a:cxn ang="T6">
                  <a:pos x="T0" y="T1"/>
                </a:cxn>
                <a:cxn ang="T7">
                  <a:pos x="T2" y="T3"/>
                </a:cxn>
                <a:cxn ang="T8">
                  <a:pos x="T4" y="T5"/>
                </a:cxn>
              </a:cxnLst>
              <a:rect l="T9" t="T10" r="T11" b="T12"/>
              <a:pathLst>
                <a:path w="21600" h="17255" fill="none" extrusionOk="0">
                  <a:moveTo>
                    <a:pt x="1746" y="17254"/>
                  </a:moveTo>
                  <a:cubicBezTo>
                    <a:pt x="594" y="14566"/>
                    <a:pt x="0" y="11671"/>
                    <a:pt x="0" y="8746"/>
                  </a:cubicBezTo>
                  <a:cubicBezTo>
                    <a:pt x="-1" y="5733"/>
                    <a:pt x="630" y="2754"/>
                    <a:pt x="1849" y="-1"/>
                  </a:cubicBezTo>
                </a:path>
                <a:path w="21600" h="17255" stroke="0" extrusionOk="0">
                  <a:moveTo>
                    <a:pt x="1746" y="17254"/>
                  </a:moveTo>
                  <a:cubicBezTo>
                    <a:pt x="594" y="14566"/>
                    <a:pt x="0" y="11671"/>
                    <a:pt x="0" y="8746"/>
                  </a:cubicBezTo>
                  <a:cubicBezTo>
                    <a:pt x="-1" y="5733"/>
                    <a:pt x="630" y="2754"/>
                    <a:pt x="1849" y="-1"/>
                  </a:cubicBezTo>
                  <a:lnTo>
                    <a:pt x="21600" y="8746"/>
                  </a:lnTo>
                  <a:lnTo>
                    <a:pt x="1746" y="17254"/>
                  </a:lnTo>
                  <a:close/>
                </a:path>
              </a:pathLst>
            </a:custGeom>
            <a:solidFill>
              <a:srgbClr val="000000"/>
            </a:solidFill>
            <a:ln>
              <a:noFill/>
            </a:ln>
            <a:extLst>
              <a:ext uri="{91240B29-F687-4F45-9708-019B960494DF}">
                <a14:hiddenLine xmlns:a14="http://schemas.microsoft.com/office/drawing/2010/main" w="25400" cap="rnd">
                  <a:solidFill>
                    <a:srgbClr val="000000"/>
                  </a:solidFill>
                  <a:round/>
                  <a:headEnd/>
                  <a:tailEnd/>
                </a14:hiddenLine>
              </a:ext>
            </a:extLst>
          </p:spPr>
          <p:txBody>
            <a:bodyPr wrap="none" anchor="ctr"/>
            <a:lstStyle/>
            <a:p>
              <a:pPr eaLnBrk="0" fontAlgn="base" hangingPunct="0">
                <a:spcBef>
                  <a:spcPct val="0"/>
                </a:spcBef>
                <a:spcAft>
                  <a:spcPct val="0"/>
                </a:spcAft>
              </a:pPr>
              <a:endParaRPr lang="en-US">
                <a:solidFill>
                  <a:prstClr val="black"/>
                </a:solidFill>
                <a:latin typeface="Arial" panose="020B0604020202020204" pitchFamily="34" charset="0"/>
                <a:cs typeface="Arial" panose="020B0604020202020204" pitchFamily="34" charset="0"/>
              </a:endParaRPr>
            </a:p>
          </p:txBody>
        </p:sp>
        <p:sp>
          <p:nvSpPr>
            <p:cNvPr id="150591" name="Line 64"/>
            <p:cNvSpPr>
              <a:spLocks noChangeShapeType="1"/>
            </p:cNvSpPr>
            <p:nvPr/>
          </p:nvSpPr>
          <p:spPr bwMode="auto">
            <a:xfrm flipH="1">
              <a:off x="2224" y="3077"/>
              <a:ext cx="1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a:solidFill>
                  <a:prstClr val="black"/>
                </a:solidFill>
                <a:latin typeface="Arial" panose="020B0604020202020204" pitchFamily="34" charset="0"/>
                <a:cs typeface="Arial" panose="020B0604020202020204" pitchFamily="34" charset="0"/>
              </a:endParaRPr>
            </a:p>
          </p:txBody>
        </p:sp>
        <p:sp>
          <p:nvSpPr>
            <p:cNvPr id="150592" name="Arc 65"/>
            <p:cNvSpPr>
              <a:spLocks/>
            </p:cNvSpPr>
            <p:nvPr/>
          </p:nvSpPr>
          <p:spPr bwMode="auto">
            <a:xfrm>
              <a:off x="2313" y="3131"/>
              <a:ext cx="87" cy="57"/>
            </a:xfrm>
            <a:custGeom>
              <a:avLst/>
              <a:gdLst>
                <a:gd name="T0" fmla="*/ 0 w 21600"/>
                <a:gd name="T1" fmla="*/ 0 h 17255"/>
                <a:gd name="T2" fmla="*/ 0 w 21600"/>
                <a:gd name="T3" fmla="*/ 0 h 17255"/>
                <a:gd name="T4" fmla="*/ 0 w 21600"/>
                <a:gd name="T5" fmla="*/ 0 h 17255"/>
                <a:gd name="T6" fmla="*/ 0 60000 65536"/>
                <a:gd name="T7" fmla="*/ 0 60000 65536"/>
                <a:gd name="T8" fmla="*/ 0 60000 65536"/>
                <a:gd name="T9" fmla="*/ 0 w 21600"/>
                <a:gd name="T10" fmla="*/ 0 h 17255"/>
                <a:gd name="T11" fmla="*/ 21600 w 21600"/>
                <a:gd name="T12" fmla="*/ 17255 h 17255"/>
              </a:gdLst>
              <a:ahLst/>
              <a:cxnLst>
                <a:cxn ang="T6">
                  <a:pos x="T0" y="T1"/>
                </a:cxn>
                <a:cxn ang="T7">
                  <a:pos x="T2" y="T3"/>
                </a:cxn>
                <a:cxn ang="T8">
                  <a:pos x="T4" y="T5"/>
                </a:cxn>
              </a:cxnLst>
              <a:rect l="T9" t="T10" r="T11" b="T12"/>
              <a:pathLst>
                <a:path w="21600" h="17255" fill="none" extrusionOk="0">
                  <a:moveTo>
                    <a:pt x="1746" y="17254"/>
                  </a:moveTo>
                  <a:cubicBezTo>
                    <a:pt x="594" y="14566"/>
                    <a:pt x="0" y="11671"/>
                    <a:pt x="0" y="8746"/>
                  </a:cubicBezTo>
                  <a:cubicBezTo>
                    <a:pt x="-1" y="5733"/>
                    <a:pt x="630" y="2754"/>
                    <a:pt x="1849" y="-1"/>
                  </a:cubicBezTo>
                </a:path>
                <a:path w="21600" h="17255" stroke="0" extrusionOk="0">
                  <a:moveTo>
                    <a:pt x="1746" y="17254"/>
                  </a:moveTo>
                  <a:cubicBezTo>
                    <a:pt x="594" y="14566"/>
                    <a:pt x="0" y="11671"/>
                    <a:pt x="0" y="8746"/>
                  </a:cubicBezTo>
                  <a:cubicBezTo>
                    <a:pt x="-1" y="5733"/>
                    <a:pt x="630" y="2754"/>
                    <a:pt x="1849" y="-1"/>
                  </a:cubicBezTo>
                  <a:lnTo>
                    <a:pt x="21600" y="8746"/>
                  </a:lnTo>
                  <a:lnTo>
                    <a:pt x="1746" y="17254"/>
                  </a:lnTo>
                  <a:close/>
                </a:path>
              </a:pathLst>
            </a:custGeom>
            <a:solidFill>
              <a:srgbClr val="000000"/>
            </a:solidFill>
            <a:ln>
              <a:noFill/>
            </a:ln>
            <a:extLst>
              <a:ext uri="{91240B29-F687-4F45-9708-019B960494DF}">
                <a14:hiddenLine xmlns:a14="http://schemas.microsoft.com/office/drawing/2010/main" w="25400" cap="rnd">
                  <a:solidFill>
                    <a:srgbClr val="000000"/>
                  </a:solidFill>
                  <a:round/>
                  <a:headEnd/>
                  <a:tailEnd/>
                </a14:hiddenLine>
              </a:ext>
            </a:extLst>
          </p:spPr>
          <p:txBody>
            <a:bodyPr wrap="none" anchor="ctr"/>
            <a:lstStyle/>
            <a:p>
              <a:pPr eaLnBrk="0" fontAlgn="base" hangingPunct="0">
                <a:spcBef>
                  <a:spcPct val="0"/>
                </a:spcBef>
                <a:spcAft>
                  <a:spcPct val="0"/>
                </a:spcAft>
              </a:pPr>
              <a:endParaRPr lang="en-US">
                <a:solidFill>
                  <a:prstClr val="black"/>
                </a:solidFill>
                <a:latin typeface="Arial" panose="020B0604020202020204" pitchFamily="34" charset="0"/>
                <a:cs typeface="Arial" panose="020B0604020202020204" pitchFamily="34" charset="0"/>
              </a:endParaRPr>
            </a:p>
          </p:txBody>
        </p:sp>
        <p:sp>
          <p:nvSpPr>
            <p:cNvPr id="150593" name="Line 66"/>
            <p:cNvSpPr>
              <a:spLocks noChangeShapeType="1"/>
            </p:cNvSpPr>
            <p:nvPr/>
          </p:nvSpPr>
          <p:spPr bwMode="auto">
            <a:xfrm flipH="1">
              <a:off x="2230" y="3160"/>
              <a:ext cx="1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a:solidFill>
                  <a:prstClr val="black"/>
                </a:solidFill>
                <a:latin typeface="Arial" panose="020B0604020202020204" pitchFamily="34" charset="0"/>
                <a:cs typeface="Arial" panose="020B0604020202020204" pitchFamily="34" charset="0"/>
              </a:endParaRPr>
            </a:p>
          </p:txBody>
        </p:sp>
        <p:sp>
          <p:nvSpPr>
            <p:cNvPr id="150594" name="Arc 67"/>
            <p:cNvSpPr>
              <a:spLocks/>
            </p:cNvSpPr>
            <p:nvPr/>
          </p:nvSpPr>
          <p:spPr bwMode="auto">
            <a:xfrm>
              <a:off x="2313" y="3221"/>
              <a:ext cx="87" cy="59"/>
            </a:xfrm>
            <a:custGeom>
              <a:avLst/>
              <a:gdLst>
                <a:gd name="T0" fmla="*/ 0 w 21600"/>
                <a:gd name="T1" fmla="*/ 0 h 17255"/>
                <a:gd name="T2" fmla="*/ 0 w 21600"/>
                <a:gd name="T3" fmla="*/ 0 h 17255"/>
                <a:gd name="T4" fmla="*/ 0 w 21600"/>
                <a:gd name="T5" fmla="*/ 0 h 17255"/>
                <a:gd name="T6" fmla="*/ 0 60000 65536"/>
                <a:gd name="T7" fmla="*/ 0 60000 65536"/>
                <a:gd name="T8" fmla="*/ 0 60000 65536"/>
                <a:gd name="T9" fmla="*/ 0 w 21600"/>
                <a:gd name="T10" fmla="*/ 0 h 17255"/>
                <a:gd name="T11" fmla="*/ 21600 w 21600"/>
                <a:gd name="T12" fmla="*/ 17255 h 17255"/>
              </a:gdLst>
              <a:ahLst/>
              <a:cxnLst>
                <a:cxn ang="T6">
                  <a:pos x="T0" y="T1"/>
                </a:cxn>
                <a:cxn ang="T7">
                  <a:pos x="T2" y="T3"/>
                </a:cxn>
                <a:cxn ang="T8">
                  <a:pos x="T4" y="T5"/>
                </a:cxn>
              </a:cxnLst>
              <a:rect l="T9" t="T10" r="T11" b="T12"/>
              <a:pathLst>
                <a:path w="21600" h="17255" fill="none" extrusionOk="0">
                  <a:moveTo>
                    <a:pt x="1746" y="17254"/>
                  </a:moveTo>
                  <a:cubicBezTo>
                    <a:pt x="594" y="14566"/>
                    <a:pt x="0" y="11671"/>
                    <a:pt x="0" y="8746"/>
                  </a:cubicBezTo>
                  <a:cubicBezTo>
                    <a:pt x="-1" y="5733"/>
                    <a:pt x="630" y="2754"/>
                    <a:pt x="1849" y="-1"/>
                  </a:cubicBezTo>
                </a:path>
                <a:path w="21600" h="17255" stroke="0" extrusionOk="0">
                  <a:moveTo>
                    <a:pt x="1746" y="17254"/>
                  </a:moveTo>
                  <a:cubicBezTo>
                    <a:pt x="594" y="14566"/>
                    <a:pt x="0" y="11671"/>
                    <a:pt x="0" y="8746"/>
                  </a:cubicBezTo>
                  <a:cubicBezTo>
                    <a:pt x="-1" y="5733"/>
                    <a:pt x="630" y="2754"/>
                    <a:pt x="1849" y="-1"/>
                  </a:cubicBezTo>
                  <a:lnTo>
                    <a:pt x="21600" y="8746"/>
                  </a:lnTo>
                  <a:lnTo>
                    <a:pt x="1746" y="17254"/>
                  </a:lnTo>
                  <a:close/>
                </a:path>
              </a:pathLst>
            </a:custGeom>
            <a:solidFill>
              <a:srgbClr val="000000"/>
            </a:solidFill>
            <a:ln>
              <a:noFill/>
            </a:ln>
            <a:extLst>
              <a:ext uri="{91240B29-F687-4F45-9708-019B960494DF}">
                <a14:hiddenLine xmlns:a14="http://schemas.microsoft.com/office/drawing/2010/main" w="25400" cap="rnd">
                  <a:solidFill>
                    <a:srgbClr val="000000"/>
                  </a:solidFill>
                  <a:round/>
                  <a:headEnd/>
                  <a:tailEnd/>
                </a14:hiddenLine>
              </a:ext>
            </a:extLst>
          </p:spPr>
          <p:txBody>
            <a:bodyPr wrap="none" anchor="ctr"/>
            <a:lstStyle/>
            <a:p>
              <a:pPr eaLnBrk="0" fontAlgn="base" hangingPunct="0">
                <a:spcBef>
                  <a:spcPct val="0"/>
                </a:spcBef>
                <a:spcAft>
                  <a:spcPct val="0"/>
                </a:spcAft>
              </a:pPr>
              <a:endParaRPr lang="en-US">
                <a:solidFill>
                  <a:prstClr val="black"/>
                </a:solidFill>
                <a:latin typeface="Arial" panose="020B0604020202020204" pitchFamily="34" charset="0"/>
                <a:cs typeface="Arial" panose="020B0604020202020204" pitchFamily="34" charset="0"/>
              </a:endParaRPr>
            </a:p>
          </p:txBody>
        </p:sp>
        <p:sp>
          <p:nvSpPr>
            <p:cNvPr id="150595" name="Line 68"/>
            <p:cNvSpPr>
              <a:spLocks noChangeShapeType="1"/>
            </p:cNvSpPr>
            <p:nvPr/>
          </p:nvSpPr>
          <p:spPr bwMode="auto">
            <a:xfrm flipH="1">
              <a:off x="2230" y="3252"/>
              <a:ext cx="1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a:solidFill>
                  <a:prstClr val="black"/>
                </a:solidFill>
                <a:latin typeface="Arial" panose="020B0604020202020204" pitchFamily="34" charset="0"/>
                <a:cs typeface="Arial" panose="020B0604020202020204" pitchFamily="34" charset="0"/>
              </a:endParaRPr>
            </a:p>
          </p:txBody>
        </p:sp>
        <p:sp>
          <p:nvSpPr>
            <p:cNvPr id="150596" name="Arc 69"/>
            <p:cNvSpPr>
              <a:spLocks/>
            </p:cNvSpPr>
            <p:nvPr/>
          </p:nvSpPr>
          <p:spPr bwMode="auto">
            <a:xfrm>
              <a:off x="2313" y="3305"/>
              <a:ext cx="87" cy="58"/>
            </a:xfrm>
            <a:custGeom>
              <a:avLst/>
              <a:gdLst>
                <a:gd name="T0" fmla="*/ 0 w 21600"/>
                <a:gd name="T1" fmla="*/ 0 h 17255"/>
                <a:gd name="T2" fmla="*/ 0 w 21600"/>
                <a:gd name="T3" fmla="*/ 0 h 17255"/>
                <a:gd name="T4" fmla="*/ 0 w 21600"/>
                <a:gd name="T5" fmla="*/ 0 h 17255"/>
                <a:gd name="T6" fmla="*/ 0 60000 65536"/>
                <a:gd name="T7" fmla="*/ 0 60000 65536"/>
                <a:gd name="T8" fmla="*/ 0 60000 65536"/>
                <a:gd name="T9" fmla="*/ 0 w 21600"/>
                <a:gd name="T10" fmla="*/ 0 h 17255"/>
                <a:gd name="T11" fmla="*/ 21600 w 21600"/>
                <a:gd name="T12" fmla="*/ 17255 h 17255"/>
              </a:gdLst>
              <a:ahLst/>
              <a:cxnLst>
                <a:cxn ang="T6">
                  <a:pos x="T0" y="T1"/>
                </a:cxn>
                <a:cxn ang="T7">
                  <a:pos x="T2" y="T3"/>
                </a:cxn>
                <a:cxn ang="T8">
                  <a:pos x="T4" y="T5"/>
                </a:cxn>
              </a:cxnLst>
              <a:rect l="T9" t="T10" r="T11" b="T12"/>
              <a:pathLst>
                <a:path w="21600" h="17255" fill="none" extrusionOk="0">
                  <a:moveTo>
                    <a:pt x="1746" y="17254"/>
                  </a:moveTo>
                  <a:cubicBezTo>
                    <a:pt x="594" y="14566"/>
                    <a:pt x="0" y="11671"/>
                    <a:pt x="0" y="8746"/>
                  </a:cubicBezTo>
                  <a:cubicBezTo>
                    <a:pt x="-1" y="5733"/>
                    <a:pt x="630" y="2754"/>
                    <a:pt x="1849" y="-1"/>
                  </a:cubicBezTo>
                </a:path>
                <a:path w="21600" h="17255" stroke="0" extrusionOk="0">
                  <a:moveTo>
                    <a:pt x="1746" y="17254"/>
                  </a:moveTo>
                  <a:cubicBezTo>
                    <a:pt x="594" y="14566"/>
                    <a:pt x="0" y="11671"/>
                    <a:pt x="0" y="8746"/>
                  </a:cubicBezTo>
                  <a:cubicBezTo>
                    <a:pt x="-1" y="5733"/>
                    <a:pt x="630" y="2754"/>
                    <a:pt x="1849" y="-1"/>
                  </a:cubicBezTo>
                  <a:lnTo>
                    <a:pt x="21600" y="8746"/>
                  </a:lnTo>
                  <a:lnTo>
                    <a:pt x="1746" y="17254"/>
                  </a:lnTo>
                  <a:close/>
                </a:path>
              </a:pathLst>
            </a:custGeom>
            <a:solidFill>
              <a:srgbClr val="000000"/>
            </a:solidFill>
            <a:ln>
              <a:noFill/>
            </a:ln>
            <a:extLst>
              <a:ext uri="{91240B29-F687-4F45-9708-019B960494DF}">
                <a14:hiddenLine xmlns:a14="http://schemas.microsoft.com/office/drawing/2010/main" w="25400" cap="rnd">
                  <a:solidFill>
                    <a:srgbClr val="000000"/>
                  </a:solidFill>
                  <a:round/>
                  <a:headEnd/>
                  <a:tailEnd/>
                </a14:hiddenLine>
              </a:ext>
            </a:extLst>
          </p:spPr>
          <p:txBody>
            <a:bodyPr wrap="none" anchor="ctr"/>
            <a:lstStyle/>
            <a:p>
              <a:pPr eaLnBrk="0" fontAlgn="base" hangingPunct="0">
                <a:spcBef>
                  <a:spcPct val="0"/>
                </a:spcBef>
                <a:spcAft>
                  <a:spcPct val="0"/>
                </a:spcAft>
              </a:pPr>
              <a:endParaRPr lang="en-US">
                <a:solidFill>
                  <a:prstClr val="black"/>
                </a:solidFill>
                <a:latin typeface="Arial" panose="020B0604020202020204" pitchFamily="34" charset="0"/>
                <a:cs typeface="Arial" panose="020B0604020202020204" pitchFamily="34" charset="0"/>
              </a:endParaRPr>
            </a:p>
          </p:txBody>
        </p:sp>
        <p:sp>
          <p:nvSpPr>
            <p:cNvPr id="150597" name="Line 70"/>
            <p:cNvSpPr>
              <a:spLocks noChangeShapeType="1"/>
            </p:cNvSpPr>
            <p:nvPr/>
          </p:nvSpPr>
          <p:spPr bwMode="auto">
            <a:xfrm flipH="1">
              <a:off x="2230" y="3330"/>
              <a:ext cx="1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a:solidFill>
                  <a:prstClr val="black"/>
                </a:solidFill>
                <a:latin typeface="Arial" panose="020B0604020202020204" pitchFamily="34" charset="0"/>
                <a:cs typeface="Arial" panose="020B0604020202020204" pitchFamily="34" charset="0"/>
              </a:endParaRPr>
            </a:p>
          </p:txBody>
        </p:sp>
        <p:sp>
          <p:nvSpPr>
            <p:cNvPr id="150598" name="Arc 71"/>
            <p:cNvSpPr>
              <a:spLocks/>
            </p:cNvSpPr>
            <p:nvPr/>
          </p:nvSpPr>
          <p:spPr bwMode="auto">
            <a:xfrm>
              <a:off x="2313" y="3396"/>
              <a:ext cx="87" cy="58"/>
            </a:xfrm>
            <a:custGeom>
              <a:avLst/>
              <a:gdLst>
                <a:gd name="T0" fmla="*/ 0 w 21600"/>
                <a:gd name="T1" fmla="*/ 0 h 17255"/>
                <a:gd name="T2" fmla="*/ 0 w 21600"/>
                <a:gd name="T3" fmla="*/ 0 h 17255"/>
                <a:gd name="T4" fmla="*/ 0 w 21600"/>
                <a:gd name="T5" fmla="*/ 0 h 17255"/>
                <a:gd name="T6" fmla="*/ 0 60000 65536"/>
                <a:gd name="T7" fmla="*/ 0 60000 65536"/>
                <a:gd name="T8" fmla="*/ 0 60000 65536"/>
                <a:gd name="T9" fmla="*/ 0 w 21600"/>
                <a:gd name="T10" fmla="*/ 0 h 17255"/>
                <a:gd name="T11" fmla="*/ 21600 w 21600"/>
                <a:gd name="T12" fmla="*/ 17255 h 17255"/>
              </a:gdLst>
              <a:ahLst/>
              <a:cxnLst>
                <a:cxn ang="T6">
                  <a:pos x="T0" y="T1"/>
                </a:cxn>
                <a:cxn ang="T7">
                  <a:pos x="T2" y="T3"/>
                </a:cxn>
                <a:cxn ang="T8">
                  <a:pos x="T4" y="T5"/>
                </a:cxn>
              </a:cxnLst>
              <a:rect l="T9" t="T10" r="T11" b="T12"/>
              <a:pathLst>
                <a:path w="21600" h="17255" fill="none" extrusionOk="0">
                  <a:moveTo>
                    <a:pt x="1746" y="17254"/>
                  </a:moveTo>
                  <a:cubicBezTo>
                    <a:pt x="594" y="14566"/>
                    <a:pt x="0" y="11671"/>
                    <a:pt x="0" y="8746"/>
                  </a:cubicBezTo>
                  <a:cubicBezTo>
                    <a:pt x="-1" y="5733"/>
                    <a:pt x="630" y="2754"/>
                    <a:pt x="1849" y="-1"/>
                  </a:cubicBezTo>
                </a:path>
                <a:path w="21600" h="17255" stroke="0" extrusionOk="0">
                  <a:moveTo>
                    <a:pt x="1746" y="17254"/>
                  </a:moveTo>
                  <a:cubicBezTo>
                    <a:pt x="594" y="14566"/>
                    <a:pt x="0" y="11671"/>
                    <a:pt x="0" y="8746"/>
                  </a:cubicBezTo>
                  <a:cubicBezTo>
                    <a:pt x="-1" y="5733"/>
                    <a:pt x="630" y="2754"/>
                    <a:pt x="1849" y="-1"/>
                  </a:cubicBezTo>
                  <a:lnTo>
                    <a:pt x="21600" y="8746"/>
                  </a:lnTo>
                  <a:lnTo>
                    <a:pt x="1746" y="17254"/>
                  </a:lnTo>
                  <a:close/>
                </a:path>
              </a:pathLst>
            </a:custGeom>
            <a:solidFill>
              <a:srgbClr val="000000"/>
            </a:solidFill>
            <a:ln>
              <a:noFill/>
            </a:ln>
            <a:extLst>
              <a:ext uri="{91240B29-F687-4F45-9708-019B960494DF}">
                <a14:hiddenLine xmlns:a14="http://schemas.microsoft.com/office/drawing/2010/main" w="25400" cap="rnd">
                  <a:solidFill>
                    <a:srgbClr val="000000"/>
                  </a:solidFill>
                  <a:round/>
                  <a:headEnd/>
                  <a:tailEnd/>
                </a14:hiddenLine>
              </a:ext>
            </a:extLst>
          </p:spPr>
          <p:txBody>
            <a:bodyPr wrap="none" anchor="ctr"/>
            <a:lstStyle/>
            <a:p>
              <a:pPr eaLnBrk="0" fontAlgn="base" hangingPunct="0">
                <a:spcBef>
                  <a:spcPct val="0"/>
                </a:spcBef>
                <a:spcAft>
                  <a:spcPct val="0"/>
                </a:spcAft>
              </a:pPr>
              <a:endParaRPr lang="en-US">
                <a:solidFill>
                  <a:prstClr val="black"/>
                </a:solidFill>
                <a:latin typeface="Arial" panose="020B0604020202020204" pitchFamily="34" charset="0"/>
                <a:cs typeface="Arial" panose="020B0604020202020204" pitchFamily="34" charset="0"/>
              </a:endParaRPr>
            </a:p>
          </p:txBody>
        </p:sp>
        <p:sp>
          <p:nvSpPr>
            <p:cNvPr id="150599" name="Line 72"/>
            <p:cNvSpPr>
              <a:spLocks noChangeShapeType="1"/>
            </p:cNvSpPr>
            <p:nvPr/>
          </p:nvSpPr>
          <p:spPr bwMode="auto">
            <a:xfrm flipH="1">
              <a:off x="2230" y="3426"/>
              <a:ext cx="10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a:solidFill>
                  <a:prstClr val="black"/>
                </a:solidFill>
                <a:latin typeface="Arial" panose="020B0604020202020204" pitchFamily="34" charset="0"/>
                <a:cs typeface="Arial" panose="020B0604020202020204" pitchFamily="34" charset="0"/>
              </a:endParaRPr>
            </a:p>
          </p:txBody>
        </p:sp>
        <p:sp>
          <p:nvSpPr>
            <p:cNvPr id="150600" name="Rectangle 73"/>
            <p:cNvSpPr>
              <a:spLocks noChangeArrowheads="1"/>
            </p:cNvSpPr>
            <p:nvPr/>
          </p:nvSpPr>
          <p:spPr bwMode="auto">
            <a:xfrm>
              <a:off x="1806" y="3161"/>
              <a:ext cx="245" cy="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76200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7620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7620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7620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0" fontAlgn="base" hangingPunct="0">
                <a:lnSpc>
                  <a:spcPct val="90000"/>
                </a:lnSpc>
                <a:spcBef>
                  <a:spcPct val="0"/>
                </a:spcBef>
                <a:spcAft>
                  <a:spcPct val="0"/>
                </a:spcAft>
                <a:buNone/>
              </a:pPr>
              <a:r>
                <a:rPr kumimoji="1" lang="en-US" altLang="ko-KR" sz="1200" b="1">
                  <a:solidFill>
                    <a:srgbClr val="000000"/>
                  </a:solidFill>
                  <a:latin typeface="Arial" panose="020B0604020202020204" pitchFamily="34" charset="0"/>
                  <a:ea typeface="굴림" pitchFamily="34" charset="-127"/>
                  <a:cs typeface="Arial" panose="020B0604020202020204" pitchFamily="34" charset="0"/>
                </a:rPr>
                <a:t>OPR</a:t>
              </a:r>
            </a:p>
          </p:txBody>
        </p:sp>
        <p:sp>
          <p:nvSpPr>
            <p:cNvPr id="150601" name="Arc 74"/>
            <p:cNvSpPr>
              <a:spLocks/>
            </p:cNvSpPr>
            <p:nvPr/>
          </p:nvSpPr>
          <p:spPr bwMode="auto">
            <a:xfrm>
              <a:off x="2148" y="3088"/>
              <a:ext cx="41" cy="167"/>
            </a:xfrm>
            <a:custGeom>
              <a:avLst/>
              <a:gdLst>
                <a:gd name="T0" fmla="*/ 0 w 21600"/>
                <a:gd name="T1" fmla="*/ 0 h 21592"/>
                <a:gd name="T2" fmla="*/ 0 w 21600"/>
                <a:gd name="T3" fmla="*/ 0 h 21592"/>
                <a:gd name="T4" fmla="*/ 0 w 21600"/>
                <a:gd name="T5" fmla="*/ 0 h 21592"/>
                <a:gd name="T6" fmla="*/ 0 60000 65536"/>
                <a:gd name="T7" fmla="*/ 0 60000 65536"/>
                <a:gd name="T8" fmla="*/ 0 60000 65536"/>
                <a:gd name="T9" fmla="*/ 0 w 21600"/>
                <a:gd name="T10" fmla="*/ 0 h 21592"/>
                <a:gd name="T11" fmla="*/ 21600 w 21600"/>
                <a:gd name="T12" fmla="*/ 21592 h 21592"/>
              </a:gdLst>
              <a:ahLst/>
              <a:cxnLst>
                <a:cxn ang="T6">
                  <a:pos x="T0" y="T1"/>
                </a:cxn>
                <a:cxn ang="T7">
                  <a:pos x="T2" y="T3"/>
                </a:cxn>
                <a:cxn ang="T8">
                  <a:pos x="T4" y="T5"/>
                </a:cxn>
              </a:cxnLst>
              <a:rect l="T9" t="T10" r="T11" b="T12"/>
              <a:pathLst>
                <a:path w="21600" h="21592" fill="none" extrusionOk="0">
                  <a:moveTo>
                    <a:pt x="0" y="21592"/>
                  </a:moveTo>
                  <a:cubicBezTo>
                    <a:pt x="0" y="9896"/>
                    <a:pt x="9308" y="325"/>
                    <a:pt x="21000" y="0"/>
                  </a:cubicBezTo>
                </a:path>
                <a:path w="21600" h="21592" stroke="0" extrusionOk="0">
                  <a:moveTo>
                    <a:pt x="0" y="21592"/>
                  </a:moveTo>
                  <a:cubicBezTo>
                    <a:pt x="0" y="9896"/>
                    <a:pt x="9308" y="325"/>
                    <a:pt x="21000" y="0"/>
                  </a:cubicBezTo>
                  <a:lnTo>
                    <a:pt x="21600" y="21592"/>
                  </a:lnTo>
                  <a:lnTo>
                    <a:pt x="0" y="21592"/>
                  </a:lnTo>
                  <a:close/>
                </a:path>
              </a:pathLst>
            </a:custGeom>
            <a:noFill/>
            <a:ln w="25400"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fontAlgn="base" hangingPunct="0">
                <a:spcBef>
                  <a:spcPct val="0"/>
                </a:spcBef>
                <a:spcAft>
                  <a:spcPct val="0"/>
                </a:spcAft>
              </a:pPr>
              <a:endParaRPr lang="en-US">
                <a:solidFill>
                  <a:prstClr val="black"/>
                </a:solidFill>
                <a:latin typeface="Arial" panose="020B0604020202020204" pitchFamily="34" charset="0"/>
                <a:cs typeface="Arial" panose="020B0604020202020204" pitchFamily="34" charset="0"/>
              </a:endParaRPr>
            </a:p>
          </p:txBody>
        </p:sp>
        <p:sp>
          <p:nvSpPr>
            <p:cNvPr id="150602" name="Arc 75"/>
            <p:cNvSpPr>
              <a:spLocks/>
            </p:cNvSpPr>
            <p:nvPr/>
          </p:nvSpPr>
          <p:spPr bwMode="auto">
            <a:xfrm>
              <a:off x="2148" y="3254"/>
              <a:ext cx="41" cy="167"/>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lnTo>
                    <a:pt x="21600" y="21600"/>
                  </a:lnTo>
                  <a:close/>
                </a:path>
              </a:pathLst>
            </a:custGeom>
            <a:noFill/>
            <a:ln w="25400" cap="rnd">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pPr eaLnBrk="0" fontAlgn="base" hangingPunct="0">
                <a:spcBef>
                  <a:spcPct val="0"/>
                </a:spcBef>
                <a:spcAft>
                  <a:spcPct val="0"/>
                </a:spcAft>
              </a:pPr>
              <a:endParaRPr lang="en-US">
                <a:solidFill>
                  <a:prstClr val="black"/>
                </a:solidFill>
                <a:latin typeface="Arial" panose="020B0604020202020204" pitchFamily="34" charset="0"/>
                <a:cs typeface="Arial" panose="020B0604020202020204" pitchFamily="34" charset="0"/>
              </a:endParaRPr>
            </a:p>
          </p:txBody>
        </p:sp>
        <p:sp>
          <p:nvSpPr>
            <p:cNvPr id="150603" name="Rectangle 76"/>
            <p:cNvSpPr>
              <a:spLocks noChangeArrowheads="1"/>
            </p:cNvSpPr>
            <p:nvPr/>
          </p:nvSpPr>
          <p:spPr bwMode="auto">
            <a:xfrm>
              <a:off x="1449" y="1228"/>
              <a:ext cx="179" cy="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76200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7620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7620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7620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0" fontAlgn="base" hangingPunct="0">
                <a:lnSpc>
                  <a:spcPct val="90000"/>
                </a:lnSpc>
                <a:spcBef>
                  <a:spcPct val="0"/>
                </a:spcBef>
                <a:spcAft>
                  <a:spcPct val="0"/>
                </a:spcAft>
                <a:buNone/>
              </a:pPr>
              <a:r>
                <a:rPr kumimoji="1" lang="en-US" altLang="ko-KR" sz="1200" b="1">
                  <a:solidFill>
                    <a:srgbClr val="000000"/>
                  </a:solidFill>
                  <a:latin typeface="Arial" panose="020B0604020202020204" pitchFamily="34" charset="0"/>
                  <a:ea typeface="굴림" pitchFamily="34" charset="-127"/>
                  <a:cs typeface="Arial" panose="020B0604020202020204" pitchFamily="34" charset="0"/>
                </a:rPr>
                <a:t>R1</a:t>
              </a:r>
            </a:p>
          </p:txBody>
        </p:sp>
        <p:sp>
          <p:nvSpPr>
            <p:cNvPr id="150604" name="Line 77"/>
            <p:cNvSpPr>
              <a:spLocks noChangeShapeType="1"/>
            </p:cNvSpPr>
            <p:nvPr/>
          </p:nvSpPr>
          <p:spPr bwMode="auto">
            <a:xfrm>
              <a:off x="1890" y="1279"/>
              <a:ext cx="2229"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a:solidFill>
                  <a:prstClr val="black"/>
                </a:solidFill>
                <a:latin typeface="Arial" panose="020B0604020202020204" pitchFamily="34" charset="0"/>
                <a:cs typeface="Arial" panose="020B0604020202020204" pitchFamily="34" charset="0"/>
              </a:endParaRPr>
            </a:p>
          </p:txBody>
        </p:sp>
        <p:sp>
          <p:nvSpPr>
            <p:cNvPr id="150605" name="Line 78"/>
            <p:cNvSpPr>
              <a:spLocks noChangeShapeType="1"/>
            </p:cNvSpPr>
            <p:nvPr/>
          </p:nvSpPr>
          <p:spPr bwMode="auto">
            <a:xfrm>
              <a:off x="1890" y="1407"/>
              <a:ext cx="2120"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a:solidFill>
                  <a:prstClr val="black"/>
                </a:solidFill>
                <a:latin typeface="Arial" panose="020B0604020202020204" pitchFamily="34" charset="0"/>
                <a:cs typeface="Arial" panose="020B0604020202020204" pitchFamily="34" charset="0"/>
              </a:endParaRPr>
            </a:p>
          </p:txBody>
        </p:sp>
        <p:sp>
          <p:nvSpPr>
            <p:cNvPr id="150606" name="Line 79"/>
            <p:cNvSpPr>
              <a:spLocks noChangeShapeType="1"/>
            </p:cNvSpPr>
            <p:nvPr/>
          </p:nvSpPr>
          <p:spPr bwMode="auto">
            <a:xfrm>
              <a:off x="1890" y="1537"/>
              <a:ext cx="2019"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a:solidFill>
                  <a:prstClr val="black"/>
                </a:solidFill>
                <a:latin typeface="Arial" panose="020B0604020202020204" pitchFamily="34" charset="0"/>
                <a:cs typeface="Arial" panose="020B0604020202020204" pitchFamily="34" charset="0"/>
              </a:endParaRPr>
            </a:p>
          </p:txBody>
        </p:sp>
        <p:sp>
          <p:nvSpPr>
            <p:cNvPr id="150607" name="Line 80"/>
            <p:cNvSpPr>
              <a:spLocks noChangeShapeType="1"/>
            </p:cNvSpPr>
            <p:nvPr/>
          </p:nvSpPr>
          <p:spPr bwMode="auto">
            <a:xfrm>
              <a:off x="1890" y="1666"/>
              <a:ext cx="1903" cy="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a:solidFill>
                  <a:prstClr val="black"/>
                </a:solidFill>
                <a:latin typeface="Arial" panose="020B0604020202020204" pitchFamily="34" charset="0"/>
                <a:cs typeface="Arial" panose="020B0604020202020204" pitchFamily="34" charset="0"/>
              </a:endParaRPr>
            </a:p>
          </p:txBody>
        </p:sp>
        <p:sp>
          <p:nvSpPr>
            <p:cNvPr id="150608" name="Line 81"/>
            <p:cNvSpPr>
              <a:spLocks noChangeShapeType="1"/>
            </p:cNvSpPr>
            <p:nvPr/>
          </p:nvSpPr>
          <p:spPr bwMode="auto">
            <a:xfrm>
              <a:off x="1890" y="1795"/>
              <a:ext cx="180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a:solidFill>
                  <a:prstClr val="black"/>
                </a:solidFill>
                <a:latin typeface="Arial" panose="020B0604020202020204" pitchFamily="34" charset="0"/>
                <a:cs typeface="Arial" panose="020B0604020202020204" pitchFamily="34" charset="0"/>
              </a:endParaRPr>
            </a:p>
          </p:txBody>
        </p:sp>
        <p:sp>
          <p:nvSpPr>
            <p:cNvPr id="150609" name="Line 82"/>
            <p:cNvSpPr>
              <a:spLocks noChangeShapeType="1"/>
            </p:cNvSpPr>
            <p:nvPr/>
          </p:nvSpPr>
          <p:spPr bwMode="auto">
            <a:xfrm>
              <a:off x="1890" y="1923"/>
              <a:ext cx="1724"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a:solidFill>
                  <a:prstClr val="black"/>
                </a:solidFill>
                <a:latin typeface="Arial" panose="020B0604020202020204" pitchFamily="34" charset="0"/>
                <a:cs typeface="Arial" panose="020B0604020202020204" pitchFamily="34" charset="0"/>
              </a:endParaRPr>
            </a:p>
          </p:txBody>
        </p:sp>
        <p:sp>
          <p:nvSpPr>
            <p:cNvPr id="150610" name="Line 83"/>
            <p:cNvSpPr>
              <a:spLocks noChangeShapeType="1"/>
            </p:cNvSpPr>
            <p:nvPr/>
          </p:nvSpPr>
          <p:spPr bwMode="auto">
            <a:xfrm>
              <a:off x="1890" y="2052"/>
              <a:ext cx="1596"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a:solidFill>
                  <a:prstClr val="black"/>
                </a:solidFill>
                <a:latin typeface="Arial" panose="020B0604020202020204" pitchFamily="34" charset="0"/>
                <a:cs typeface="Arial" panose="020B0604020202020204" pitchFamily="34" charset="0"/>
              </a:endParaRPr>
            </a:p>
          </p:txBody>
        </p:sp>
        <p:sp>
          <p:nvSpPr>
            <p:cNvPr id="150611" name="Rectangle 84"/>
            <p:cNvSpPr>
              <a:spLocks noChangeArrowheads="1"/>
            </p:cNvSpPr>
            <p:nvPr/>
          </p:nvSpPr>
          <p:spPr bwMode="auto">
            <a:xfrm>
              <a:off x="1449" y="1357"/>
              <a:ext cx="179" cy="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76200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7620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7620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7620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0" fontAlgn="base" hangingPunct="0">
                <a:lnSpc>
                  <a:spcPct val="90000"/>
                </a:lnSpc>
                <a:spcBef>
                  <a:spcPct val="0"/>
                </a:spcBef>
                <a:spcAft>
                  <a:spcPct val="0"/>
                </a:spcAft>
                <a:buNone/>
              </a:pPr>
              <a:r>
                <a:rPr kumimoji="1" lang="en-US" altLang="ko-KR" sz="1200" b="1">
                  <a:solidFill>
                    <a:srgbClr val="000000"/>
                  </a:solidFill>
                  <a:latin typeface="Arial" panose="020B0604020202020204" pitchFamily="34" charset="0"/>
                  <a:ea typeface="굴림" pitchFamily="34" charset="-127"/>
                  <a:cs typeface="Arial" panose="020B0604020202020204" pitchFamily="34" charset="0"/>
                </a:rPr>
                <a:t>R2</a:t>
              </a:r>
            </a:p>
          </p:txBody>
        </p:sp>
        <p:sp>
          <p:nvSpPr>
            <p:cNvPr id="150612" name="Rectangle 85"/>
            <p:cNvSpPr>
              <a:spLocks noChangeArrowheads="1"/>
            </p:cNvSpPr>
            <p:nvPr/>
          </p:nvSpPr>
          <p:spPr bwMode="auto">
            <a:xfrm>
              <a:off x="1449" y="1485"/>
              <a:ext cx="179" cy="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76200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7620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7620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7620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0" fontAlgn="base" hangingPunct="0">
                <a:lnSpc>
                  <a:spcPct val="90000"/>
                </a:lnSpc>
                <a:spcBef>
                  <a:spcPct val="0"/>
                </a:spcBef>
                <a:spcAft>
                  <a:spcPct val="0"/>
                </a:spcAft>
                <a:buNone/>
              </a:pPr>
              <a:r>
                <a:rPr kumimoji="1" lang="en-US" altLang="ko-KR" sz="1200" b="1">
                  <a:solidFill>
                    <a:srgbClr val="000000"/>
                  </a:solidFill>
                  <a:latin typeface="Arial" panose="020B0604020202020204" pitchFamily="34" charset="0"/>
                  <a:ea typeface="굴림" pitchFamily="34" charset="-127"/>
                  <a:cs typeface="Arial" panose="020B0604020202020204" pitchFamily="34" charset="0"/>
                </a:rPr>
                <a:t>R3</a:t>
              </a:r>
            </a:p>
          </p:txBody>
        </p:sp>
        <p:sp>
          <p:nvSpPr>
            <p:cNvPr id="150613" name="Rectangle 86"/>
            <p:cNvSpPr>
              <a:spLocks noChangeArrowheads="1"/>
            </p:cNvSpPr>
            <p:nvPr/>
          </p:nvSpPr>
          <p:spPr bwMode="auto">
            <a:xfrm>
              <a:off x="1449" y="1614"/>
              <a:ext cx="179" cy="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76200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7620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7620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7620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0" fontAlgn="base" hangingPunct="0">
                <a:lnSpc>
                  <a:spcPct val="90000"/>
                </a:lnSpc>
                <a:spcBef>
                  <a:spcPct val="0"/>
                </a:spcBef>
                <a:spcAft>
                  <a:spcPct val="0"/>
                </a:spcAft>
                <a:buNone/>
              </a:pPr>
              <a:r>
                <a:rPr kumimoji="1" lang="en-US" altLang="ko-KR" sz="1200" b="1">
                  <a:solidFill>
                    <a:srgbClr val="000000"/>
                  </a:solidFill>
                  <a:latin typeface="Arial" panose="020B0604020202020204" pitchFamily="34" charset="0"/>
                  <a:ea typeface="굴림" pitchFamily="34" charset="-127"/>
                  <a:cs typeface="Arial" panose="020B0604020202020204" pitchFamily="34" charset="0"/>
                </a:rPr>
                <a:t>R4</a:t>
              </a:r>
            </a:p>
          </p:txBody>
        </p:sp>
        <p:sp>
          <p:nvSpPr>
            <p:cNvPr id="150614" name="Rectangle 87"/>
            <p:cNvSpPr>
              <a:spLocks noChangeArrowheads="1"/>
            </p:cNvSpPr>
            <p:nvPr/>
          </p:nvSpPr>
          <p:spPr bwMode="auto">
            <a:xfrm>
              <a:off x="1449" y="1743"/>
              <a:ext cx="179" cy="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76200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7620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7620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7620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0" fontAlgn="base" hangingPunct="0">
                <a:lnSpc>
                  <a:spcPct val="90000"/>
                </a:lnSpc>
                <a:spcBef>
                  <a:spcPct val="0"/>
                </a:spcBef>
                <a:spcAft>
                  <a:spcPct val="0"/>
                </a:spcAft>
                <a:buNone/>
              </a:pPr>
              <a:r>
                <a:rPr kumimoji="1" lang="en-US" altLang="ko-KR" sz="1200" b="1">
                  <a:solidFill>
                    <a:srgbClr val="000000"/>
                  </a:solidFill>
                  <a:latin typeface="Arial" panose="020B0604020202020204" pitchFamily="34" charset="0"/>
                  <a:ea typeface="굴림" pitchFamily="34" charset="-127"/>
                  <a:cs typeface="Arial" panose="020B0604020202020204" pitchFamily="34" charset="0"/>
                </a:rPr>
                <a:t>R5</a:t>
              </a:r>
            </a:p>
          </p:txBody>
        </p:sp>
        <p:sp>
          <p:nvSpPr>
            <p:cNvPr id="150615" name="Rectangle 88"/>
            <p:cNvSpPr>
              <a:spLocks noChangeArrowheads="1"/>
            </p:cNvSpPr>
            <p:nvPr/>
          </p:nvSpPr>
          <p:spPr bwMode="auto">
            <a:xfrm>
              <a:off x="1449" y="1873"/>
              <a:ext cx="179" cy="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76200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7620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7620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7620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0" fontAlgn="base" hangingPunct="0">
                <a:lnSpc>
                  <a:spcPct val="90000"/>
                </a:lnSpc>
                <a:spcBef>
                  <a:spcPct val="0"/>
                </a:spcBef>
                <a:spcAft>
                  <a:spcPct val="0"/>
                </a:spcAft>
                <a:buNone/>
              </a:pPr>
              <a:r>
                <a:rPr kumimoji="1" lang="en-US" altLang="ko-KR" sz="1200" b="1">
                  <a:solidFill>
                    <a:srgbClr val="000000"/>
                  </a:solidFill>
                  <a:latin typeface="Arial" panose="020B0604020202020204" pitchFamily="34" charset="0"/>
                  <a:ea typeface="굴림" pitchFamily="34" charset="-127"/>
                  <a:cs typeface="Arial" panose="020B0604020202020204" pitchFamily="34" charset="0"/>
                </a:rPr>
                <a:t>R6</a:t>
              </a:r>
            </a:p>
          </p:txBody>
        </p:sp>
        <p:sp>
          <p:nvSpPr>
            <p:cNvPr id="150616" name="Rectangle 89"/>
            <p:cNvSpPr>
              <a:spLocks noChangeArrowheads="1"/>
            </p:cNvSpPr>
            <p:nvPr/>
          </p:nvSpPr>
          <p:spPr bwMode="auto">
            <a:xfrm>
              <a:off x="1449" y="2001"/>
              <a:ext cx="179" cy="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76200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7620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7620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7620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0" fontAlgn="base" hangingPunct="0">
                <a:lnSpc>
                  <a:spcPct val="90000"/>
                </a:lnSpc>
                <a:spcBef>
                  <a:spcPct val="0"/>
                </a:spcBef>
                <a:spcAft>
                  <a:spcPct val="0"/>
                </a:spcAft>
                <a:buNone/>
              </a:pPr>
              <a:r>
                <a:rPr kumimoji="1" lang="en-US" altLang="ko-KR" sz="1200" b="1">
                  <a:solidFill>
                    <a:srgbClr val="000000"/>
                  </a:solidFill>
                  <a:latin typeface="Arial" panose="020B0604020202020204" pitchFamily="34" charset="0"/>
                  <a:ea typeface="굴림" pitchFamily="34" charset="-127"/>
                  <a:cs typeface="Arial" panose="020B0604020202020204" pitchFamily="34" charset="0"/>
                </a:rPr>
                <a:t>R7</a:t>
              </a:r>
            </a:p>
          </p:txBody>
        </p:sp>
        <p:sp>
          <p:nvSpPr>
            <p:cNvPr id="150617" name="Line 90"/>
            <p:cNvSpPr>
              <a:spLocks noChangeShapeType="1"/>
            </p:cNvSpPr>
            <p:nvPr/>
          </p:nvSpPr>
          <p:spPr bwMode="auto">
            <a:xfrm>
              <a:off x="3027" y="1150"/>
              <a:ext cx="1191"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a:solidFill>
                  <a:prstClr val="black"/>
                </a:solidFill>
                <a:latin typeface="Arial" panose="020B0604020202020204" pitchFamily="34" charset="0"/>
                <a:cs typeface="Arial" panose="020B0604020202020204" pitchFamily="34" charset="0"/>
              </a:endParaRPr>
            </a:p>
          </p:txBody>
        </p:sp>
        <p:sp>
          <p:nvSpPr>
            <p:cNvPr id="150618" name="Rectangle 91"/>
            <p:cNvSpPr>
              <a:spLocks noChangeArrowheads="1"/>
            </p:cNvSpPr>
            <p:nvPr/>
          </p:nvSpPr>
          <p:spPr bwMode="auto">
            <a:xfrm>
              <a:off x="4055" y="887"/>
              <a:ext cx="266" cy="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76200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7620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7620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7620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0" fontAlgn="base" hangingPunct="0">
                <a:lnSpc>
                  <a:spcPct val="90000"/>
                </a:lnSpc>
                <a:spcBef>
                  <a:spcPct val="0"/>
                </a:spcBef>
                <a:spcAft>
                  <a:spcPct val="0"/>
                </a:spcAft>
                <a:buNone/>
              </a:pPr>
              <a:r>
                <a:rPr kumimoji="1" lang="en-US" altLang="ko-KR" sz="1200" b="1">
                  <a:solidFill>
                    <a:srgbClr val="000000"/>
                  </a:solidFill>
                  <a:latin typeface="Arial" panose="020B0604020202020204" pitchFamily="34" charset="0"/>
                  <a:ea typeface="굴림" pitchFamily="34" charset="-127"/>
                  <a:cs typeface="Arial" panose="020B0604020202020204" pitchFamily="34" charset="0"/>
                </a:rPr>
                <a:t>Input</a:t>
              </a:r>
            </a:p>
          </p:txBody>
        </p:sp>
        <p:sp>
          <p:nvSpPr>
            <p:cNvPr id="150619" name="Line 92"/>
            <p:cNvSpPr>
              <a:spLocks noChangeShapeType="1"/>
            </p:cNvSpPr>
            <p:nvPr/>
          </p:nvSpPr>
          <p:spPr bwMode="auto">
            <a:xfrm>
              <a:off x="1574" y="2140"/>
              <a:ext cx="0" cy="47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a:solidFill>
                  <a:prstClr val="black"/>
                </a:solidFill>
                <a:latin typeface="Arial" panose="020B0604020202020204" pitchFamily="34" charset="0"/>
                <a:cs typeface="Arial" panose="020B0604020202020204" pitchFamily="34" charset="0"/>
              </a:endParaRPr>
            </a:p>
          </p:txBody>
        </p:sp>
        <p:sp>
          <p:nvSpPr>
            <p:cNvPr id="150620" name="Rectangle 93"/>
            <p:cNvSpPr>
              <a:spLocks noChangeArrowheads="1"/>
            </p:cNvSpPr>
            <p:nvPr/>
          </p:nvSpPr>
          <p:spPr bwMode="auto">
            <a:xfrm>
              <a:off x="1393" y="2608"/>
              <a:ext cx="248"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76200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7620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7620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7620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0" fontAlgn="base" hangingPunct="0">
                <a:lnSpc>
                  <a:spcPct val="90000"/>
                </a:lnSpc>
                <a:spcBef>
                  <a:spcPct val="0"/>
                </a:spcBef>
                <a:spcAft>
                  <a:spcPct val="0"/>
                </a:spcAft>
                <a:buNone/>
              </a:pPr>
              <a:r>
                <a:rPr kumimoji="1" lang="en-US" altLang="ko-KR" sz="1200" b="1">
                  <a:solidFill>
                    <a:srgbClr val="000000"/>
                  </a:solidFill>
                  <a:latin typeface="Arial" panose="020B0604020202020204" pitchFamily="34" charset="0"/>
                  <a:ea typeface="굴림" pitchFamily="34" charset="-127"/>
                  <a:cs typeface="Arial" panose="020B0604020202020204" pitchFamily="34" charset="0"/>
                </a:rPr>
                <a:t>3 x 8</a:t>
              </a:r>
            </a:p>
            <a:p>
              <a:pPr eaLnBrk="0" fontAlgn="base" latinLnBrk="1" hangingPunct="0">
                <a:lnSpc>
                  <a:spcPct val="90000"/>
                </a:lnSpc>
                <a:spcBef>
                  <a:spcPct val="0"/>
                </a:spcBef>
                <a:spcAft>
                  <a:spcPct val="0"/>
                </a:spcAft>
                <a:buNone/>
              </a:pPr>
              <a:endParaRPr kumimoji="1" lang="en-US" altLang="ko-KR" sz="1200" b="1">
                <a:solidFill>
                  <a:srgbClr val="000000"/>
                </a:solidFill>
                <a:latin typeface="Arial" panose="020B0604020202020204" pitchFamily="34" charset="0"/>
                <a:ea typeface="굴림" pitchFamily="34" charset="-127"/>
                <a:cs typeface="Arial" panose="020B0604020202020204" pitchFamily="34" charset="0"/>
              </a:endParaRPr>
            </a:p>
          </p:txBody>
        </p:sp>
        <p:sp>
          <p:nvSpPr>
            <p:cNvPr id="150621" name="Rectangle 94"/>
            <p:cNvSpPr>
              <a:spLocks noChangeArrowheads="1"/>
            </p:cNvSpPr>
            <p:nvPr/>
          </p:nvSpPr>
          <p:spPr bwMode="auto">
            <a:xfrm>
              <a:off x="1313" y="2713"/>
              <a:ext cx="370" cy="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76200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7620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7620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7620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0" fontAlgn="base" hangingPunct="0">
                <a:lnSpc>
                  <a:spcPct val="90000"/>
                </a:lnSpc>
                <a:spcBef>
                  <a:spcPct val="0"/>
                </a:spcBef>
                <a:spcAft>
                  <a:spcPct val="0"/>
                </a:spcAft>
                <a:buNone/>
              </a:pPr>
              <a:r>
                <a:rPr kumimoji="1" lang="en-US" altLang="ko-KR" sz="1200" b="1">
                  <a:solidFill>
                    <a:srgbClr val="000000"/>
                  </a:solidFill>
                  <a:latin typeface="Arial" panose="020B0604020202020204" pitchFamily="34" charset="0"/>
                  <a:ea typeface="굴림" pitchFamily="34" charset="-127"/>
                  <a:cs typeface="Arial" panose="020B0604020202020204" pitchFamily="34" charset="0"/>
                </a:rPr>
                <a:t>decoder</a:t>
              </a:r>
            </a:p>
          </p:txBody>
        </p:sp>
        <p:sp>
          <p:nvSpPr>
            <p:cNvPr id="150622" name="Rectangle 95"/>
            <p:cNvSpPr>
              <a:spLocks noChangeArrowheads="1"/>
            </p:cNvSpPr>
            <p:nvPr/>
          </p:nvSpPr>
          <p:spPr bwMode="auto">
            <a:xfrm>
              <a:off x="1266" y="2617"/>
              <a:ext cx="606" cy="243"/>
            </a:xfrm>
            <a:prstGeom prst="rect">
              <a:avLst/>
            </a:prstGeom>
            <a:noFill/>
            <a:ln w="25400">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fontAlgn="base">
                <a:spcBef>
                  <a:spcPct val="0"/>
                </a:spcBef>
                <a:spcAft>
                  <a:spcPct val="0"/>
                </a:spcAft>
                <a:buNone/>
              </a:pPr>
              <a:endParaRPr lang="en-US" altLang="en-US" sz="1800">
                <a:solidFill>
                  <a:prstClr val="black"/>
                </a:solidFill>
                <a:latin typeface="Arial" panose="020B0604020202020204" pitchFamily="34" charset="0"/>
                <a:cs typeface="Arial" panose="020B0604020202020204" pitchFamily="34" charset="0"/>
              </a:endParaRPr>
            </a:p>
          </p:txBody>
        </p:sp>
        <p:sp>
          <p:nvSpPr>
            <p:cNvPr id="150623" name="Arc 96"/>
            <p:cNvSpPr>
              <a:spLocks/>
            </p:cNvSpPr>
            <p:nvPr/>
          </p:nvSpPr>
          <p:spPr bwMode="auto">
            <a:xfrm>
              <a:off x="1429" y="2864"/>
              <a:ext cx="70" cy="71"/>
            </a:xfrm>
            <a:custGeom>
              <a:avLst/>
              <a:gdLst>
                <a:gd name="T0" fmla="*/ 0 w 17464"/>
                <a:gd name="T1" fmla="*/ 0 h 21600"/>
                <a:gd name="T2" fmla="*/ 0 w 17464"/>
                <a:gd name="T3" fmla="*/ 0 h 21600"/>
                <a:gd name="T4" fmla="*/ 0 w 17464"/>
                <a:gd name="T5" fmla="*/ 0 h 21600"/>
                <a:gd name="T6" fmla="*/ 0 60000 65536"/>
                <a:gd name="T7" fmla="*/ 0 60000 65536"/>
                <a:gd name="T8" fmla="*/ 0 60000 65536"/>
                <a:gd name="T9" fmla="*/ 0 w 17464"/>
                <a:gd name="T10" fmla="*/ 0 h 21600"/>
                <a:gd name="T11" fmla="*/ 17464 w 17464"/>
                <a:gd name="T12" fmla="*/ 21600 h 21600"/>
              </a:gdLst>
              <a:ahLst/>
              <a:cxnLst>
                <a:cxn ang="T6">
                  <a:pos x="T0" y="T1"/>
                </a:cxn>
                <a:cxn ang="T7">
                  <a:pos x="T2" y="T3"/>
                </a:cxn>
                <a:cxn ang="T8">
                  <a:pos x="T4" y="T5"/>
                </a:cxn>
              </a:cxnLst>
              <a:rect l="T9" t="T10" r="T11" b="T12"/>
              <a:pathLst>
                <a:path w="17464" h="21600" fill="none" extrusionOk="0">
                  <a:moveTo>
                    <a:pt x="17463" y="19808"/>
                  </a:moveTo>
                  <a:cubicBezTo>
                    <a:pt x="14746" y="20990"/>
                    <a:pt x="11815" y="21599"/>
                    <a:pt x="8852" y="21600"/>
                  </a:cubicBezTo>
                  <a:cubicBezTo>
                    <a:pt x="5800" y="21600"/>
                    <a:pt x="2783" y="20953"/>
                    <a:pt x="0" y="19702"/>
                  </a:cubicBezTo>
                </a:path>
                <a:path w="17464" h="21600" stroke="0" extrusionOk="0">
                  <a:moveTo>
                    <a:pt x="17463" y="19808"/>
                  </a:moveTo>
                  <a:cubicBezTo>
                    <a:pt x="14746" y="20990"/>
                    <a:pt x="11815" y="21599"/>
                    <a:pt x="8852" y="21600"/>
                  </a:cubicBezTo>
                  <a:cubicBezTo>
                    <a:pt x="5800" y="21600"/>
                    <a:pt x="2783" y="20953"/>
                    <a:pt x="0" y="19702"/>
                  </a:cubicBezTo>
                  <a:lnTo>
                    <a:pt x="8852" y="0"/>
                  </a:lnTo>
                  <a:lnTo>
                    <a:pt x="17463" y="19808"/>
                  </a:lnTo>
                  <a:close/>
                </a:path>
              </a:pathLst>
            </a:custGeom>
            <a:solidFill>
              <a:srgbClr val="000000"/>
            </a:solidFill>
            <a:ln>
              <a:noFill/>
            </a:ln>
            <a:extLst>
              <a:ext uri="{91240B29-F687-4F45-9708-019B960494DF}">
                <a14:hiddenLine xmlns:a14="http://schemas.microsoft.com/office/drawing/2010/main" w="25400" cap="rnd">
                  <a:solidFill>
                    <a:srgbClr val="000000"/>
                  </a:solidFill>
                  <a:round/>
                  <a:headEnd/>
                  <a:tailEnd/>
                </a14:hiddenLine>
              </a:ext>
            </a:extLst>
          </p:spPr>
          <p:txBody>
            <a:bodyPr wrap="none" anchor="ctr"/>
            <a:lstStyle/>
            <a:p>
              <a:pPr eaLnBrk="0" fontAlgn="base" hangingPunct="0">
                <a:spcBef>
                  <a:spcPct val="0"/>
                </a:spcBef>
                <a:spcAft>
                  <a:spcPct val="0"/>
                </a:spcAft>
              </a:pPr>
              <a:endParaRPr lang="en-US">
                <a:solidFill>
                  <a:prstClr val="black"/>
                </a:solidFill>
                <a:latin typeface="Arial" panose="020B0604020202020204" pitchFamily="34" charset="0"/>
                <a:cs typeface="Arial" panose="020B0604020202020204" pitchFamily="34" charset="0"/>
              </a:endParaRPr>
            </a:p>
          </p:txBody>
        </p:sp>
        <p:sp>
          <p:nvSpPr>
            <p:cNvPr id="150624" name="Line 97"/>
            <p:cNvSpPr>
              <a:spLocks noChangeShapeType="1"/>
            </p:cNvSpPr>
            <p:nvPr/>
          </p:nvSpPr>
          <p:spPr bwMode="auto">
            <a:xfrm>
              <a:off x="1464" y="2928"/>
              <a:ext cx="0" cy="6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a:solidFill>
                  <a:prstClr val="black"/>
                </a:solidFill>
                <a:latin typeface="Arial" panose="020B0604020202020204" pitchFamily="34" charset="0"/>
                <a:cs typeface="Arial" panose="020B0604020202020204" pitchFamily="34" charset="0"/>
              </a:endParaRPr>
            </a:p>
          </p:txBody>
        </p:sp>
        <p:sp>
          <p:nvSpPr>
            <p:cNvPr id="150625" name="Arc 98"/>
            <p:cNvSpPr>
              <a:spLocks/>
            </p:cNvSpPr>
            <p:nvPr/>
          </p:nvSpPr>
          <p:spPr bwMode="auto">
            <a:xfrm>
              <a:off x="1539" y="2864"/>
              <a:ext cx="70" cy="71"/>
            </a:xfrm>
            <a:custGeom>
              <a:avLst/>
              <a:gdLst>
                <a:gd name="T0" fmla="*/ 0 w 17464"/>
                <a:gd name="T1" fmla="*/ 0 h 21600"/>
                <a:gd name="T2" fmla="*/ 0 w 17464"/>
                <a:gd name="T3" fmla="*/ 0 h 21600"/>
                <a:gd name="T4" fmla="*/ 0 w 17464"/>
                <a:gd name="T5" fmla="*/ 0 h 21600"/>
                <a:gd name="T6" fmla="*/ 0 60000 65536"/>
                <a:gd name="T7" fmla="*/ 0 60000 65536"/>
                <a:gd name="T8" fmla="*/ 0 60000 65536"/>
                <a:gd name="T9" fmla="*/ 0 w 17464"/>
                <a:gd name="T10" fmla="*/ 0 h 21600"/>
                <a:gd name="T11" fmla="*/ 17464 w 17464"/>
                <a:gd name="T12" fmla="*/ 21600 h 21600"/>
              </a:gdLst>
              <a:ahLst/>
              <a:cxnLst>
                <a:cxn ang="T6">
                  <a:pos x="T0" y="T1"/>
                </a:cxn>
                <a:cxn ang="T7">
                  <a:pos x="T2" y="T3"/>
                </a:cxn>
                <a:cxn ang="T8">
                  <a:pos x="T4" y="T5"/>
                </a:cxn>
              </a:cxnLst>
              <a:rect l="T9" t="T10" r="T11" b="T12"/>
              <a:pathLst>
                <a:path w="17464" h="21600" fill="none" extrusionOk="0">
                  <a:moveTo>
                    <a:pt x="17463" y="19808"/>
                  </a:moveTo>
                  <a:cubicBezTo>
                    <a:pt x="14746" y="20990"/>
                    <a:pt x="11815" y="21599"/>
                    <a:pt x="8852" y="21600"/>
                  </a:cubicBezTo>
                  <a:cubicBezTo>
                    <a:pt x="5800" y="21600"/>
                    <a:pt x="2783" y="20953"/>
                    <a:pt x="0" y="19702"/>
                  </a:cubicBezTo>
                </a:path>
                <a:path w="17464" h="21600" stroke="0" extrusionOk="0">
                  <a:moveTo>
                    <a:pt x="17463" y="19808"/>
                  </a:moveTo>
                  <a:cubicBezTo>
                    <a:pt x="14746" y="20990"/>
                    <a:pt x="11815" y="21599"/>
                    <a:pt x="8852" y="21600"/>
                  </a:cubicBezTo>
                  <a:cubicBezTo>
                    <a:pt x="5800" y="21600"/>
                    <a:pt x="2783" y="20953"/>
                    <a:pt x="0" y="19702"/>
                  </a:cubicBezTo>
                  <a:lnTo>
                    <a:pt x="8852" y="0"/>
                  </a:lnTo>
                  <a:lnTo>
                    <a:pt x="17463" y="19808"/>
                  </a:lnTo>
                  <a:close/>
                </a:path>
              </a:pathLst>
            </a:custGeom>
            <a:solidFill>
              <a:srgbClr val="000000"/>
            </a:solidFill>
            <a:ln>
              <a:noFill/>
            </a:ln>
            <a:extLst>
              <a:ext uri="{91240B29-F687-4F45-9708-019B960494DF}">
                <a14:hiddenLine xmlns:a14="http://schemas.microsoft.com/office/drawing/2010/main" w="25400" cap="rnd">
                  <a:solidFill>
                    <a:srgbClr val="000000"/>
                  </a:solidFill>
                  <a:round/>
                  <a:headEnd/>
                  <a:tailEnd/>
                </a14:hiddenLine>
              </a:ext>
            </a:extLst>
          </p:spPr>
          <p:txBody>
            <a:bodyPr wrap="none" anchor="ctr"/>
            <a:lstStyle/>
            <a:p>
              <a:pPr eaLnBrk="0" fontAlgn="base" hangingPunct="0">
                <a:spcBef>
                  <a:spcPct val="0"/>
                </a:spcBef>
                <a:spcAft>
                  <a:spcPct val="0"/>
                </a:spcAft>
              </a:pPr>
              <a:endParaRPr lang="en-US">
                <a:solidFill>
                  <a:prstClr val="black"/>
                </a:solidFill>
                <a:latin typeface="Arial" panose="020B0604020202020204" pitchFamily="34" charset="0"/>
                <a:cs typeface="Arial" panose="020B0604020202020204" pitchFamily="34" charset="0"/>
              </a:endParaRPr>
            </a:p>
          </p:txBody>
        </p:sp>
        <p:sp>
          <p:nvSpPr>
            <p:cNvPr id="150626" name="Line 99"/>
            <p:cNvSpPr>
              <a:spLocks noChangeShapeType="1"/>
            </p:cNvSpPr>
            <p:nvPr/>
          </p:nvSpPr>
          <p:spPr bwMode="auto">
            <a:xfrm>
              <a:off x="1574" y="2924"/>
              <a:ext cx="0" cy="64"/>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a:solidFill>
                  <a:prstClr val="black"/>
                </a:solidFill>
                <a:latin typeface="Arial" panose="020B0604020202020204" pitchFamily="34" charset="0"/>
                <a:cs typeface="Arial" panose="020B0604020202020204" pitchFamily="34" charset="0"/>
              </a:endParaRPr>
            </a:p>
          </p:txBody>
        </p:sp>
        <p:sp>
          <p:nvSpPr>
            <p:cNvPr id="150627" name="Arc 100"/>
            <p:cNvSpPr>
              <a:spLocks/>
            </p:cNvSpPr>
            <p:nvPr/>
          </p:nvSpPr>
          <p:spPr bwMode="auto">
            <a:xfrm>
              <a:off x="1640" y="2864"/>
              <a:ext cx="70" cy="71"/>
            </a:xfrm>
            <a:custGeom>
              <a:avLst/>
              <a:gdLst>
                <a:gd name="T0" fmla="*/ 0 w 17464"/>
                <a:gd name="T1" fmla="*/ 0 h 21600"/>
                <a:gd name="T2" fmla="*/ 0 w 17464"/>
                <a:gd name="T3" fmla="*/ 0 h 21600"/>
                <a:gd name="T4" fmla="*/ 0 w 17464"/>
                <a:gd name="T5" fmla="*/ 0 h 21600"/>
                <a:gd name="T6" fmla="*/ 0 60000 65536"/>
                <a:gd name="T7" fmla="*/ 0 60000 65536"/>
                <a:gd name="T8" fmla="*/ 0 60000 65536"/>
                <a:gd name="T9" fmla="*/ 0 w 17464"/>
                <a:gd name="T10" fmla="*/ 0 h 21600"/>
                <a:gd name="T11" fmla="*/ 17464 w 17464"/>
                <a:gd name="T12" fmla="*/ 21600 h 21600"/>
              </a:gdLst>
              <a:ahLst/>
              <a:cxnLst>
                <a:cxn ang="T6">
                  <a:pos x="T0" y="T1"/>
                </a:cxn>
                <a:cxn ang="T7">
                  <a:pos x="T2" y="T3"/>
                </a:cxn>
                <a:cxn ang="T8">
                  <a:pos x="T4" y="T5"/>
                </a:cxn>
              </a:cxnLst>
              <a:rect l="T9" t="T10" r="T11" b="T12"/>
              <a:pathLst>
                <a:path w="17464" h="21600" fill="none" extrusionOk="0">
                  <a:moveTo>
                    <a:pt x="17463" y="19808"/>
                  </a:moveTo>
                  <a:cubicBezTo>
                    <a:pt x="14746" y="20990"/>
                    <a:pt x="11815" y="21599"/>
                    <a:pt x="8852" y="21600"/>
                  </a:cubicBezTo>
                  <a:cubicBezTo>
                    <a:pt x="5800" y="21600"/>
                    <a:pt x="2783" y="20953"/>
                    <a:pt x="0" y="19702"/>
                  </a:cubicBezTo>
                </a:path>
                <a:path w="17464" h="21600" stroke="0" extrusionOk="0">
                  <a:moveTo>
                    <a:pt x="17463" y="19808"/>
                  </a:moveTo>
                  <a:cubicBezTo>
                    <a:pt x="14746" y="20990"/>
                    <a:pt x="11815" y="21599"/>
                    <a:pt x="8852" y="21600"/>
                  </a:cubicBezTo>
                  <a:cubicBezTo>
                    <a:pt x="5800" y="21600"/>
                    <a:pt x="2783" y="20953"/>
                    <a:pt x="0" y="19702"/>
                  </a:cubicBezTo>
                  <a:lnTo>
                    <a:pt x="8852" y="0"/>
                  </a:lnTo>
                  <a:lnTo>
                    <a:pt x="17463" y="19808"/>
                  </a:lnTo>
                  <a:close/>
                </a:path>
              </a:pathLst>
            </a:custGeom>
            <a:solidFill>
              <a:srgbClr val="000000"/>
            </a:solidFill>
            <a:ln>
              <a:noFill/>
            </a:ln>
            <a:extLst>
              <a:ext uri="{91240B29-F687-4F45-9708-019B960494DF}">
                <a14:hiddenLine xmlns:a14="http://schemas.microsoft.com/office/drawing/2010/main" w="25400" cap="rnd">
                  <a:solidFill>
                    <a:srgbClr val="000000"/>
                  </a:solidFill>
                  <a:round/>
                  <a:headEnd/>
                  <a:tailEnd/>
                </a14:hiddenLine>
              </a:ext>
            </a:extLst>
          </p:spPr>
          <p:txBody>
            <a:bodyPr wrap="none" anchor="ctr"/>
            <a:lstStyle/>
            <a:p>
              <a:pPr eaLnBrk="0" fontAlgn="base" hangingPunct="0">
                <a:spcBef>
                  <a:spcPct val="0"/>
                </a:spcBef>
                <a:spcAft>
                  <a:spcPct val="0"/>
                </a:spcAft>
              </a:pPr>
              <a:endParaRPr lang="en-US">
                <a:solidFill>
                  <a:prstClr val="black"/>
                </a:solidFill>
                <a:latin typeface="Arial" panose="020B0604020202020204" pitchFamily="34" charset="0"/>
                <a:cs typeface="Arial" panose="020B0604020202020204" pitchFamily="34" charset="0"/>
              </a:endParaRPr>
            </a:p>
          </p:txBody>
        </p:sp>
        <p:sp>
          <p:nvSpPr>
            <p:cNvPr id="150628" name="Line 101"/>
            <p:cNvSpPr>
              <a:spLocks noChangeShapeType="1"/>
            </p:cNvSpPr>
            <p:nvPr/>
          </p:nvSpPr>
          <p:spPr bwMode="auto">
            <a:xfrm>
              <a:off x="1674" y="2920"/>
              <a:ext cx="0" cy="68"/>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a:solidFill>
                  <a:prstClr val="black"/>
                </a:solidFill>
                <a:latin typeface="Arial" panose="020B0604020202020204" pitchFamily="34" charset="0"/>
                <a:cs typeface="Arial" panose="020B0604020202020204" pitchFamily="34" charset="0"/>
              </a:endParaRPr>
            </a:p>
          </p:txBody>
        </p:sp>
        <p:sp>
          <p:nvSpPr>
            <p:cNvPr id="150629" name="Rectangle 102"/>
            <p:cNvSpPr>
              <a:spLocks noChangeArrowheads="1"/>
            </p:cNvSpPr>
            <p:nvPr/>
          </p:nvSpPr>
          <p:spPr bwMode="auto">
            <a:xfrm>
              <a:off x="1395" y="3047"/>
              <a:ext cx="281" cy="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76200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7620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7620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7620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0" fontAlgn="base" hangingPunct="0">
                <a:lnSpc>
                  <a:spcPct val="90000"/>
                </a:lnSpc>
                <a:spcBef>
                  <a:spcPct val="0"/>
                </a:spcBef>
                <a:spcAft>
                  <a:spcPct val="0"/>
                </a:spcAft>
                <a:buNone/>
              </a:pPr>
              <a:r>
                <a:rPr kumimoji="1" lang="en-US" altLang="ko-KR" sz="1200" b="1">
                  <a:solidFill>
                    <a:srgbClr val="000000"/>
                  </a:solidFill>
                  <a:latin typeface="Arial" panose="020B0604020202020204" pitchFamily="34" charset="0"/>
                  <a:ea typeface="굴림" pitchFamily="34" charset="-127"/>
                  <a:cs typeface="Arial" panose="020B0604020202020204" pitchFamily="34" charset="0"/>
                </a:rPr>
                <a:t>SELD</a:t>
              </a:r>
            </a:p>
          </p:txBody>
        </p:sp>
        <p:pic>
          <p:nvPicPr>
            <p:cNvPr id="150630" name="Picture 103"/>
            <p:cNvPicPr>
              <a:picLocks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49" y="2994"/>
              <a:ext cx="233" cy="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pic>
        <p:sp>
          <p:nvSpPr>
            <p:cNvPr id="150631" name="Rectangle 104"/>
            <p:cNvSpPr>
              <a:spLocks noChangeArrowheads="1"/>
            </p:cNvSpPr>
            <p:nvPr/>
          </p:nvSpPr>
          <p:spPr bwMode="auto">
            <a:xfrm>
              <a:off x="1136" y="2149"/>
              <a:ext cx="261" cy="2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76200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7620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7620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7620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0" fontAlgn="base" hangingPunct="0">
                <a:lnSpc>
                  <a:spcPct val="90000"/>
                </a:lnSpc>
                <a:spcBef>
                  <a:spcPct val="0"/>
                </a:spcBef>
                <a:spcAft>
                  <a:spcPct val="0"/>
                </a:spcAft>
                <a:buNone/>
              </a:pPr>
              <a:r>
                <a:rPr kumimoji="1" lang="en-US" altLang="ko-KR" sz="1200" b="1">
                  <a:solidFill>
                    <a:srgbClr val="000000"/>
                  </a:solidFill>
                  <a:latin typeface="Arial" panose="020B0604020202020204" pitchFamily="34" charset="0"/>
                  <a:ea typeface="굴림" pitchFamily="34" charset="-127"/>
                  <a:cs typeface="Arial" panose="020B0604020202020204" pitchFamily="34" charset="0"/>
                </a:rPr>
                <a:t>Load</a:t>
              </a:r>
            </a:p>
            <a:p>
              <a:pPr eaLnBrk="0" fontAlgn="base" latinLnBrk="1" hangingPunct="0">
                <a:lnSpc>
                  <a:spcPct val="90000"/>
                </a:lnSpc>
                <a:spcBef>
                  <a:spcPct val="0"/>
                </a:spcBef>
                <a:spcAft>
                  <a:spcPct val="0"/>
                </a:spcAft>
                <a:buNone/>
              </a:pPr>
              <a:endParaRPr kumimoji="1" lang="en-US" altLang="ko-KR" sz="1200" b="1">
                <a:solidFill>
                  <a:srgbClr val="000000"/>
                </a:solidFill>
                <a:latin typeface="Arial" panose="020B0604020202020204" pitchFamily="34" charset="0"/>
                <a:ea typeface="굴림" pitchFamily="34" charset="-127"/>
                <a:cs typeface="Arial" panose="020B0604020202020204" pitchFamily="34" charset="0"/>
              </a:endParaRPr>
            </a:p>
          </p:txBody>
        </p:sp>
        <p:sp>
          <p:nvSpPr>
            <p:cNvPr id="150632" name="Rectangle 105"/>
            <p:cNvSpPr>
              <a:spLocks noChangeArrowheads="1"/>
            </p:cNvSpPr>
            <p:nvPr/>
          </p:nvSpPr>
          <p:spPr bwMode="auto">
            <a:xfrm>
              <a:off x="1063" y="2230"/>
              <a:ext cx="362" cy="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76200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7620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7620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7620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0" fontAlgn="base" hangingPunct="0">
                <a:lnSpc>
                  <a:spcPct val="90000"/>
                </a:lnSpc>
                <a:spcBef>
                  <a:spcPct val="0"/>
                </a:spcBef>
                <a:spcAft>
                  <a:spcPct val="0"/>
                </a:spcAft>
                <a:buNone/>
              </a:pPr>
              <a:r>
                <a:rPr kumimoji="1" lang="en-US" altLang="ko-KR" sz="1200" b="1">
                  <a:solidFill>
                    <a:srgbClr val="000000"/>
                  </a:solidFill>
                  <a:latin typeface="Arial" panose="020B0604020202020204" pitchFamily="34" charset="0"/>
                  <a:ea typeface="굴림" pitchFamily="34" charset="-127"/>
                  <a:cs typeface="Arial" panose="020B0604020202020204" pitchFamily="34" charset="0"/>
                </a:rPr>
                <a:t>(7 lines)</a:t>
              </a:r>
            </a:p>
          </p:txBody>
        </p:sp>
        <p:sp>
          <p:nvSpPr>
            <p:cNvPr id="150633" name="Arc 106"/>
            <p:cNvSpPr>
              <a:spLocks/>
            </p:cNvSpPr>
            <p:nvPr/>
          </p:nvSpPr>
          <p:spPr bwMode="auto">
            <a:xfrm>
              <a:off x="1175" y="1250"/>
              <a:ext cx="87" cy="59"/>
            </a:xfrm>
            <a:custGeom>
              <a:avLst/>
              <a:gdLst>
                <a:gd name="T0" fmla="*/ 0 w 21600"/>
                <a:gd name="T1" fmla="*/ 0 h 17255"/>
                <a:gd name="T2" fmla="*/ 0 w 21600"/>
                <a:gd name="T3" fmla="*/ 0 h 17255"/>
                <a:gd name="T4" fmla="*/ 0 w 21600"/>
                <a:gd name="T5" fmla="*/ 0 h 17255"/>
                <a:gd name="T6" fmla="*/ 0 60000 65536"/>
                <a:gd name="T7" fmla="*/ 0 60000 65536"/>
                <a:gd name="T8" fmla="*/ 0 60000 65536"/>
                <a:gd name="T9" fmla="*/ 0 w 21600"/>
                <a:gd name="T10" fmla="*/ 0 h 17255"/>
                <a:gd name="T11" fmla="*/ 21600 w 21600"/>
                <a:gd name="T12" fmla="*/ 17255 h 17255"/>
              </a:gdLst>
              <a:ahLst/>
              <a:cxnLst>
                <a:cxn ang="T6">
                  <a:pos x="T0" y="T1"/>
                </a:cxn>
                <a:cxn ang="T7">
                  <a:pos x="T2" y="T3"/>
                </a:cxn>
                <a:cxn ang="T8">
                  <a:pos x="T4" y="T5"/>
                </a:cxn>
              </a:cxnLst>
              <a:rect l="T9" t="T10" r="T11" b="T12"/>
              <a:pathLst>
                <a:path w="21600" h="17255" fill="none" extrusionOk="0">
                  <a:moveTo>
                    <a:pt x="1746" y="17254"/>
                  </a:moveTo>
                  <a:cubicBezTo>
                    <a:pt x="594" y="14566"/>
                    <a:pt x="0" y="11671"/>
                    <a:pt x="0" y="8746"/>
                  </a:cubicBezTo>
                  <a:cubicBezTo>
                    <a:pt x="-1" y="5733"/>
                    <a:pt x="630" y="2754"/>
                    <a:pt x="1849" y="-1"/>
                  </a:cubicBezTo>
                </a:path>
                <a:path w="21600" h="17255" stroke="0" extrusionOk="0">
                  <a:moveTo>
                    <a:pt x="1746" y="17254"/>
                  </a:moveTo>
                  <a:cubicBezTo>
                    <a:pt x="594" y="14566"/>
                    <a:pt x="0" y="11671"/>
                    <a:pt x="0" y="8746"/>
                  </a:cubicBezTo>
                  <a:cubicBezTo>
                    <a:pt x="-1" y="5733"/>
                    <a:pt x="630" y="2754"/>
                    <a:pt x="1849" y="-1"/>
                  </a:cubicBezTo>
                  <a:lnTo>
                    <a:pt x="21600" y="8746"/>
                  </a:lnTo>
                  <a:lnTo>
                    <a:pt x="1746" y="17254"/>
                  </a:lnTo>
                  <a:close/>
                </a:path>
              </a:pathLst>
            </a:custGeom>
            <a:solidFill>
              <a:srgbClr val="000000"/>
            </a:solidFill>
            <a:ln>
              <a:noFill/>
            </a:ln>
            <a:extLst>
              <a:ext uri="{91240B29-F687-4F45-9708-019B960494DF}">
                <a14:hiddenLine xmlns:a14="http://schemas.microsoft.com/office/drawing/2010/main" w="25400" cap="rnd">
                  <a:solidFill>
                    <a:srgbClr val="000000"/>
                  </a:solidFill>
                  <a:round/>
                  <a:headEnd/>
                  <a:tailEnd/>
                </a14:hiddenLine>
              </a:ext>
            </a:extLst>
          </p:spPr>
          <p:txBody>
            <a:bodyPr wrap="none" anchor="ctr"/>
            <a:lstStyle/>
            <a:p>
              <a:pPr eaLnBrk="0" fontAlgn="base" hangingPunct="0">
                <a:spcBef>
                  <a:spcPct val="0"/>
                </a:spcBef>
                <a:spcAft>
                  <a:spcPct val="0"/>
                </a:spcAft>
              </a:pPr>
              <a:endParaRPr lang="en-US">
                <a:solidFill>
                  <a:prstClr val="black"/>
                </a:solidFill>
                <a:latin typeface="Arial" panose="020B0604020202020204" pitchFamily="34" charset="0"/>
                <a:cs typeface="Arial" panose="020B0604020202020204" pitchFamily="34" charset="0"/>
              </a:endParaRPr>
            </a:p>
          </p:txBody>
        </p:sp>
        <p:sp>
          <p:nvSpPr>
            <p:cNvPr id="150634" name="Line 107"/>
            <p:cNvSpPr>
              <a:spLocks noChangeShapeType="1"/>
            </p:cNvSpPr>
            <p:nvPr/>
          </p:nvSpPr>
          <p:spPr bwMode="auto">
            <a:xfrm flipH="1">
              <a:off x="1037" y="1279"/>
              <a:ext cx="156"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a:solidFill>
                  <a:prstClr val="black"/>
                </a:solidFill>
                <a:latin typeface="Arial" panose="020B0604020202020204" pitchFamily="34" charset="0"/>
                <a:cs typeface="Arial" panose="020B0604020202020204" pitchFamily="34" charset="0"/>
              </a:endParaRPr>
            </a:p>
          </p:txBody>
        </p:sp>
        <p:sp>
          <p:nvSpPr>
            <p:cNvPr id="150635" name="Arc 108"/>
            <p:cNvSpPr>
              <a:spLocks/>
            </p:cNvSpPr>
            <p:nvPr/>
          </p:nvSpPr>
          <p:spPr bwMode="auto">
            <a:xfrm>
              <a:off x="1175" y="1380"/>
              <a:ext cx="87" cy="57"/>
            </a:xfrm>
            <a:custGeom>
              <a:avLst/>
              <a:gdLst>
                <a:gd name="T0" fmla="*/ 0 w 21600"/>
                <a:gd name="T1" fmla="*/ 0 h 17255"/>
                <a:gd name="T2" fmla="*/ 0 w 21600"/>
                <a:gd name="T3" fmla="*/ 0 h 17255"/>
                <a:gd name="T4" fmla="*/ 0 w 21600"/>
                <a:gd name="T5" fmla="*/ 0 h 17255"/>
                <a:gd name="T6" fmla="*/ 0 60000 65536"/>
                <a:gd name="T7" fmla="*/ 0 60000 65536"/>
                <a:gd name="T8" fmla="*/ 0 60000 65536"/>
                <a:gd name="T9" fmla="*/ 0 w 21600"/>
                <a:gd name="T10" fmla="*/ 0 h 17255"/>
                <a:gd name="T11" fmla="*/ 21600 w 21600"/>
                <a:gd name="T12" fmla="*/ 17255 h 17255"/>
              </a:gdLst>
              <a:ahLst/>
              <a:cxnLst>
                <a:cxn ang="T6">
                  <a:pos x="T0" y="T1"/>
                </a:cxn>
                <a:cxn ang="T7">
                  <a:pos x="T2" y="T3"/>
                </a:cxn>
                <a:cxn ang="T8">
                  <a:pos x="T4" y="T5"/>
                </a:cxn>
              </a:cxnLst>
              <a:rect l="T9" t="T10" r="T11" b="T12"/>
              <a:pathLst>
                <a:path w="21600" h="17255" fill="none" extrusionOk="0">
                  <a:moveTo>
                    <a:pt x="1746" y="17254"/>
                  </a:moveTo>
                  <a:cubicBezTo>
                    <a:pt x="594" y="14566"/>
                    <a:pt x="0" y="11671"/>
                    <a:pt x="0" y="8746"/>
                  </a:cubicBezTo>
                  <a:cubicBezTo>
                    <a:pt x="-1" y="5733"/>
                    <a:pt x="630" y="2754"/>
                    <a:pt x="1849" y="-1"/>
                  </a:cubicBezTo>
                </a:path>
                <a:path w="21600" h="17255" stroke="0" extrusionOk="0">
                  <a:moveTo>
                    <a:pt x="1746" y="17254"/>
                  </a:moveTo>
                  <a:cubicBezTo>
                    <a:pt x="594" y="14566"/>
                    <a:pt x="0" y="11671"/>
                    <a:pt x="0" y="8746"/>
                  </a:cubicBezTo>
                  <a:cubicBezTo>
                    <a:pt x="-1" y="5733"/>
                    <a:pt x="630" y="2754"/>
                    <a:pt x="1849" y="-1"/>
                  </a:cubicBezTo>
                  <a:lnTo>
                    <a:pt x="21600" y="8746"/>
                  </a:lnTo>
                  <a:lnTo>
                    <a:pt x="1746" y="17254"/>
                  </a:lnTo>
                  <a:close/>
                </a:path>
              </a:pathLst>
            </a:custGeom>
            <a:solidFill>
              <a:srgbClr val="000000"/>
            </a:solidFill>
            <a:ln>
              <a:noFill/>
            </a:ln>
            <a:extLst>
              <a:ext uri="{91240B29-F687-4F45-9708-019B960494DF}">
                <a14:hiddenLine xmlns:a14="http://schemas.microsoft.com/office/drawing/2010/main" w="25400" cap="rnd">
                  <a:solidFill>
                    <a:srgbClr val="000000"/>
                  </a:solidFill>
                  <a:round/>
                  <a:headEnd/>
                  <a:tailEnd/>
                </a14:hiddenLine>
              </a:ext>
            </a:extLst>
          </p:spPr>
          <p:txBody>
            <a:bodyPr wrap="none" anchor="ctr"/>
            <a:lstStyle/>
            <a:p>
              <a:pPr eaLnBrk="0" fontAlgn="base" hangingPunct="0">
                <a:spcBef>
                  <a:spcPct val="0"/>
                </a:spcBef>
                <a:spcAft>
                  <a:spcPct val="0"/>
                </a:spcAft>
              </a:pPr>
              <a:endParaRPr lang="en-US">
                <a:solidFill>
                  <a:prstClr val="black"/>
                </a:solidFill>
                <a:latin typeface="Arial" panose="020B0604020202020204" pitchFamily="34" charset="0"/>
                <a:cs typeface="Arial" panose="020B0604020202020204" pitchFamily="34" charset="0"/>
              </a:endParaRPr>
            </a:p>
          </p:txBody>
        </p:sp>
        <p:sp>
          <p:nvSpPr>
            <p:cNvPr id="150636" name="Line 109"/>
            <p:cNvSpPr>
              <a:spLocks noChangeShapeType="1"/>
            </p:cNvSpPr>
            <p:nvPr/>
          </p:nvSpPr>
          <p:spPr bwMode="auto">
            <a:xfrm flipH="1">
              <a:off x="1037" y="1407"/>
              <a:ext cx="156"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a:solidFill>
                  <a:prstClr val="black"/>
                </a:solidFill>
                <a:latin typeface="Arial" panose="020B0604020202020204" pitchFamily="34" charset="0"/>
                <a:cs typeface="Arial" panose="020B0604020202020204" pitchFamily="34" charset="0"/>
              </a:endParaRPr>
            </a:p>
          </p:txBody>
        </p:sp>
        <p:sp>
          <p:nvSpPr>
            <p:cNvPr id="150637" name="Arc 110"/>
            <p:cNvSpPr>
              <a:spLocks/>
            </p:cNvSpPr>
            <p:nvPr/>
          </p:nvSpPr>
          <p:spPr bwMode="auto">
            <a:xfrm>
              <a:off x="1175" y="1509"/>
              <a:ext cx="87" cy="57"/>
            </a:xfrm>
            <a:custGeom>
              <a:avLst/>
              <a:gdLst>
                <a:gd name="T0" fmla="*/ 0 w 21600"/>
                <a:gd name="T1" fmla="*/ 0 h 17255"/>
                <a:gd name="T2" fmla="*/ 0 w 21600"/>
                <a:gd name="T3" fmla="*/ 0 h 17255"/>
                <a:gd name="T4" fmla="*/ 0 w 21600"/>
                <a:gd name="T5" fmla="*/ 0 h 17255"/>
                <a:gd name="T6" fmla="*/ 0 60000 65536"/>
                <a:gd name="T7" fmla="*/ 0 60000 65536"/>
                <a:gd name="T8" fmla="*/ 0 60000 65536"/>
                <a:gd name="T9" fmla="*/ 0 w 21600"/>
                <a:gd name="T10" fmla="*/ 0 h 17255"/>
                <a:gd name="T11" fmla="*/ 21600 w 21600"/>
                <a:gd name="T12" fmla="*/ 17255 h 17255"/>
              </a:gdLst>
              <a:ahLst/>
              <a:cxnLst>
                <a:cxn ang="T6">
                  <a:pos x="T0" y="T1"/>
                </a:cxn>
                <a:cxn ang="T7">
                  <a:pos x="T2" y="T3"/>
                </a:cxn>
                <a:cxn ang="T8">
                  <a:pos x="T4" y="T5"/>
                </a:cxn>
              </a:cxnLst>
              <a:rect l="T9" t="T10" r="T11" b="T12"/>
              <a:pathLst>
                <a:path w="21600" h="17255" fill="none" extrusionOk="0">
                  <a:moveTo>
                    <a:pt x="1746" y="17254"/>
                  </a:moveTo>
                  <a:cubicBezTo>
                    <a:pt x="594" y="14566"/>
                    <a:pt x="0" y="11671"/>
                    <a:pt x="0" y="8746"/>
                  </a:cubicBezTo>
                  <a:cubicBezTo>
                    <a:pt x="-1" y="5733"/>
                    <a:pt x="630" y="2754"/>
                    <a:pt x="1849" y="-1"/>
                  </a:cubicBezTo>
                </a:path>
                <a:path w="21600" h="17255" stroke="0" extrusionOk="0">
                  <a:moveTo>
                    <a:pt x="1746" y="17254"/>
                  </a:moveTo>
                  <a:cubicBezTo>
                    <a:pt x="594" y="14566"/>
                    <a:pt x="0" y="11671"/>
                    <a:pt x="0" y="8746"/>
                  </a:cubicBezTo>
                  <a:cubicBezTo>
                    <a:pt x="-1" y="5733"/>
                    <a:pt x="630" y="2754"/>
                    <a:pt x="1849" y="-1"/>
                  </a:cubicBezTo>
                  <a:lnTo>
                    <a:pt x="21600" y="8746"/>
                  </a:lnTo>
                  <a:lnTo>
                    <a:pt x="1746" y="17254"/>
                  </a:lnTo>
                  <a:close/>
                </a:path>
              </a:pathLst>
            </a:custGeom>
            <a:solidFill>
              <a:srgbClr val="000000"/>
            </a:solidFill>
            <a:ln>
              <a:noFill/>
            </a:ln>
            <a:extLst>
              <a:ext uri="{91240B29-F687-4F45-9708-019B960494DF}">
                <a14:hiddenLine xmlns:a14="http://schemas.microsoft.com/office/drawing/2010/main" w="25400" cap="rnd">
                  <a:solidFill>
                    <a:srgbClr val="000000"/>
                  </a:solidFill>
                  <a:round/>
                  <a:headEnd/>
                  <a:tailEnd/>
                </a14:hiddenLine>
              </a:ext>
            </a:extLst>
          </p:spPr>
          <p:txBody>
            <a:bodyPr wrap="none" anchor="ctr"/>
            <a:lstStyle/>
            <a:p>
              <a:pPr eaLnBrk="0" fontAlgn="base" hangingPunct="0">
                <a:spcBef>
                  <a:spcPct val="0"/>
                </a:spcBef>
                <a:spcAft>
                  <a:spcPct val="0"/>
                </a:spcAft>
              </a:pPr>
              <a:endParaRPr lang="en-US">
                <a:solidFill>
                  <a:prstClr val="black"/>
                </a:solidFill>
                <a:latin typeface="Arial" panose="020B0604020202020204" pitchFamily="34" charset="0"/>
                <a:cs typeface="Arial" panose="020B0604020202020204" pitchFamily="34" charset="0"/>
              </a:endParaRPr>
            </a:p>
          </p:txBody>
        </p:sp>
        <p:sp>
          <p:nvSpPr>
            <p:cNvPr id="150638" name="Line 111"/>
            <p:cNvSpPr>
              <a:spLocks noChangeShapeType="1"/>
            </p:cNvSpPr>
            <p:nvPr/>
          </p:nvSpPr>
          <p:spPr bwMode="auto">
            <a:xfrm flipH="1">
              <a:off x="1037" y="1537"/>
              <a:ext cx="156"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a:solidFill>
                  <a:prstClr val="black"/>
                </a:solidFill>
                <a:latin typeface="Arial" panose="020B0604020202020204" pitchFamily="34" charset="0"/>
                <a:cs typeface="Arial" panose="020B0604020202020204" pitchFamily="34" charset="0"/>
              </a:endParaRPr>
            </a:p>
          </p:txBody>
        </p:sp>
        <p:sp>
          <p:nvSpPr>
            <p:cNvPr id="150639" name="Arc 112"/>
            <p:cNvSpPr>
              <a:spLocks/>
            </p:cNvSpPr>
            <p:nvPr/>
          </p:nvSpPr>
          <p:spPr bwMode="auto">
            <a:xfrm>
              <a:off x="1175" y="1633"/>
              <a:ext cx="87" cy="58"/>
            </a:xfrm>
            <a:custGeom>
              <a:avLst/>
              <a:gdLst>
                <a:gd name="T0" fmla="*/ 0 w 21600"/>
                <a:gd name="T1" fmla="*/ 0 h 17255"/>
                <a:gd name="T2" fmla="*/ 0 w 21600"/>
                <a:gd name="T3" fmla="*/ 0 h 17255"/>
                <a:gd name="T4" fmla="*/ 0 w 21600"/>
                <a:gd name="T5" fmla="*/ 0 h 17255"/>
                <a:gd name="T6" fmla="*/ 0 60000 65536"/>
                <a:gd name="T7" fmla="*/ 0 60000 65536"/>
                <a:gd name="T8" fmla="*/ 0 60000 65536"/>
                <a:gd name="T9" fmla="*/ 0 w 21600"/>
                <a:gd name="T10" fmla="*/ 0 h 17255"/>
                <a:gd name="T11" fmla="*/ 21600 w 21600"/>
                <a:gd name="T12" fmla="*/ 17255 h 17255"/>
              </a:gdLst>
              <a:ahLst/>
              <a:cxnLst>
                <a:cxn ang="T6">
                  <a:pos x="T0" y="T1"/>
                </a:cxn>
                <a:cxn ang="T7">
                  <a:pos x="T2" y="T3"/>
                </a:cxn>
                <a:cxn ang="T8">
                  <a:pos x="T4" y="T5"/>
                </a:cxn>
              </a:cxnLst>
              <a:rect l="T9" t="T10" r="T11" b="T12"/>
              <a:pathLst>
                <a:path w="21600" h="17255" fill="none" extrusionOk="0">
                  <a:moveTo>
                    <a:pt x="1746" y="17254"/>
                  </a:moveTo>
                  <a:cubicBezTo>
                    <a:pt x="594" y="14566"/>
                    <a:pt x="0" y="11671"/>
                    <a:pt x="0" y="8746"/>
                  </a:cubicBezTo>
                  <a:cubicBezTo>
                    <a:pt x="-1" y="5733"/>
                    <a:pt x="630" y="2754"/>
                    <a:pt x="1849" y="-1"/>
                  </a:cubicBezTo>
                </a:path>
                <a:path w="21600" h="17255" stroke="0" extrusionOk="0">
                  <a:moveTo>
                    <a:pt x="1746" y="17254"/>
                  </a:moveTo>
                  <a:cubicBezTo>
                    <a:pt x="594" y="14566"/>
                    <a:pt x="0" y="11671"/>
                    <a:pt x="0" y="8746"/>
                  </a:cubicBezTo>
                  <a:cubicBezTo>
                    <a:pt x="-1" y="5733"/>
                    <a:pt x="630" y="2754"/>
                    <a:pt x="1849" y="-1"/>
                  </a:cubicBezTo>
                  <a:lnTo>
                    <a:pt x="21600" y="8746"/>
                  </a:lnTo>
                  <a:lnTo>
                    <a:pt x="1746" y="17254"/>
                  </a:lnTo>
                  <a:close/>
                </a:path>
              </a:pathLst>
            </a:custGeom>
            <a:solidFill>
              <a:srgbClr val="000000"/>
            </a:solidFill>
            <a:ln>
              <a:noFill/>
            </a:ln>
            <a:extLst>
              <a:ext uri="{91240B29-F687-4F45-9708-019B960494DF}">
                <a14:hiddenLine xmlns:a14="http://schemas.microsoft.com/office/drawing/2010/main" w="25400" cap="rnd">
                  <a:solidFill>
                    <a:srgbClr val="000000"/>
                  </a:solidFill>
                  <a:round/>
                  <a:headEnd/>
                  <a:tailEnd/>
                </a14:hiddenLine>
              </a:ext>
            </a:extLst>
          </p:spPr>
          <p:txBody>
            <a:bodyPr wrap="none" anchor="ctr"/>
            <a:lstStyle/>
            <a:p>
              <a:pPr eaLnBrk="0" fontAlgn="base" hangingPunct="0">
                <a:spcBef>
                  <a:spcPct val="0"/>
                </a:spcBef>
                <a:spcAft>
                  <a:spcPct val="0"/>
                </a:spcAft>
              </a:pPr>
              <a:endParaRPr lang="en-US">
                <a:solidFill>
                  <a:prstClr val="black"/>
                </a:solidFill>
                <a:latin typeface="Arial" panose="020B0604020202020204" pitchFamily="34" charset="0"/>
                <a:cs typeface="Arial" panose="020B0604020202020204" pitchFamily="34" charset="0"/>
              </a:endParaRPr>
            </a:p>
          </p:txBody>
        </p:sp>
        <p:sp>
          <p:nvSpPr>
            <p:cNvPr id="150640" name="Line 113"/>
            <p:cNvSpPr>
              <a:spLocks noChangeShapeType="1"/>
            </p:cNvSpPr>
            <p:nvPr/>
          </p:nvSpPr>
          <p:spPr bwMode="auto">
            <a:xfrm flipH="1">
              <a:off x="1037" y="1666"/>
              <a:ext cx="156"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a:solidFill>
                  <a:prstClr val="black"/>
                </a:solidFill>
                <a:latin typeface="Arial" panose="020B0604020202020204" pitchFamily="34" charset="0"/>
                <a:cs typeface="Arial" panose="020B0604020202020204" pitchFamily="34" charset="0"/>
              </a:endParaRPr>
            </a:p>
          </p:txBody>
        </p:sp>
        <p:sp>
          <p:nvSpPr>
            <p:cNvPr id="150641" name="Arc 114"/>
            <p:cNvSpPr>
              <a:spLocks/>
            </p:cNvSpPr>
            <p:nvPr/>
          </p:nvSpPr>
          <p:spPr bwMode="auto">
            <a:xfrm>
              <a:off x="1175" y="1766"/>
              <a:ext cx="87" cy="57"/>
            </a:xfrm>
            <a:custGeom>
              <a:avLst/>
              <a:gdLst>
                <a:gd name="T0" fmla="*/ 0 w 21600"/>
                <a:gd name="T1" fmla="*/ 0 h 17255"/>
                <a:gd name="T2" fmla="*/ 0 w 21600"/>
                <a:gd name="T3" fmla="*/ 0 h 17255"/>
                <a:gd name="T4" fmla="*/ 0 w 21600"/>
                <a:gd name="T5" fmla="*/ 0 h 17255"/>
                <a:gd name="T6" fmla="*/ 0 60000 65536"/>
                <a:gd name="T7" fmla="*/ 0 60000 65536"/>
                <a:gd name="T8" fmla="*/ 0 60000 65536"/>
                <a:gd name="T9" fmla="*/ 0 w 21600"/>
                <a:gd name="T10" fmla="*/ 0 h 17255"/>
                <a:gd name="T11" fmla="*/ 21600 w 21600"/>
                <a:gd name="T12" fmla="*/ 17255 h 17255"/>
              </a:gdLst>
              <a:ahLst/>
              <a:cxnLst>
                <a:cxn ang="T6">
                  <a:pos x="T0" y="T1"/>
                </a:cxn>
                <a:cxn ang="T7">
                  <a:pos x="T2" y="T3"/>
                </a:cxn>
                <a:cxn ang="T8">
                  <a:pos x="T4" y="T5"/>
                </a:cxn>
              </a:cxnLst>
              <a:rect l="T9" t="T10" r="T11" b="T12"/>
              <a:pathLst>
                <a:path w="21600" h="17255" fill="none" extrusionOk="0">
                  <a:moveTo>
                    <a:pt x="1746" y="17254"/>
                  </a:moveTo>
                  <a:cubicBezTo>
                    <a:pt x="594" y="14566"/>
                    <a:pt x="0" y="11671"/>
                    <a:pt x="0" y="8746"/>
                  </a:cubicBezTo>
                  <a:cubicBezTo>
                    <a:pt x="-1" y="5733"/>
                    <a:pt x="630" y="2754"/>
                    <a:pt x="1849" y="-1"/>
                  </a:cubicBezTo>
                </a:path>
                <a:path w="21600" h="17255" stroke="0" extrusionOk="0">
                  <a:moveTo>
                    <a:pt x="1746" y="17254"/>
                  </a:moveTo>
                  <a:cubicBezTo>
                    <a:pt x="594" y="14566"/>
                    <a:pt x="0" y="11671"/>
                    <a:pt x="0" y="8746"/>
                  </a:cubicBezTo>
                  <a:cubicBezTo>
                    <a:pt x="-1" y="5733"/>
                    <a:pt x="630" y="2754"/>
                    <a:pt x="1849" y="-1"/>
                  </a:cubicBezTo>
                  <a:lnTo>
                    <a:pt x="21600" y="8746"/>
                  </a:lnTo>
                  <a:lnTo>
                    <a:pt x="1746" y="17254"/>
                  </a:lnTo>
                  <a:close/>
                </a:path>
              </a:pathLst>
            </a:custGeom>
            <a:solidFill>
              <a:srgbClr val="000000"/>
            </a:solidFill>
            <a:ln>
              <a:noFill/>
            </a:ln>
            <a:extLst>
              <a:ext uri="{91240B29-F687-4F45-9708-019B960494DF}">
                <a14:hiddenLine xmlns:a14="http://schemas.microsoft.com/office/drawing/2010/main" w="25400" cap="rnd">
                  <a:solidFill>
                    <a:srgbClr val="000000"/>
                  </a:solidFill>
                  <a:round/>
                  <a:headEnd/>
                  <a:tailEnd/>
                </a14:hiddenLine>
              </a:ext>
            </a:extLst>
          </p:spPr>
          <p:txBody>
            <a:bodyPr wrap="none" anchor="ctr"/>
            <a:lstStyle/>
            <a:p>
              <a:pPr eaLnBrk="0" fontAlgn="base" hangingPunct="0">
                <a:spcBef>
                  <a:spcPct val="0"/>
                </a:spcBef>
                <a:spcAft>
                  <a:spcPct val="0"/>
                </a:spcAft>
              </a:pPr>
              <a:endParaRPr lang="en-US">
                <a:solidFill>
                  <a:prstClr val="black"/>
                </a:solidFill>
                <a:latin typeface="Arial" panose="020B0604020202020204" pitchFamily="34" charset="0"/>
                <a:cs typeface="Arial" panose="020B0604020202020204" pitchFamily="34" charset="0"/>
              </a:endParaRPr>
            </a:p>
          </p:txBody>
        </p:sp>
        <p:sp>
          <p:nvSpPr>
            <p:cNvPr id="150642" name="Line 115"/>
            <p:cNvSpPr>
              <a:spLocks noChangeShapeType="1"/>
            </p:cNvSpPr>
            <p:nvPr/>
          </p:nvSpPr>
          <p:spPr bwMode="auto">
            <a:xfrm flipH="1">
              <a:off x="1037" y="1795"/>
              <a:ext cx="156"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a:solidFill>
                  <a:prstClr val="black"/>
                </a:solidFill>
                <a:latin typeface="Arial" panose="020B0604020202020204" pitchFamily="34" charset="0"/>
                <a:cs typeface="Arial" panose="020B0604020202020204" pitchFamily="34" charset="0"/>
              </a:endParaRPr>
            </a:p>
          </p:txBody>
        </p:sp>
        <p:sp>
          <p:nvSpPr>
            <p:cNvPr id="150643" name="Arc 116"/>
            <p:cNvSpPr>
              <a:spLocks/>
            </p:cNvSpPr>
            <p:nvPr/>
          </p:nvSpPr>
          <p:spPr bwMode="auto">
            <a:xfrm>
              <a:off x="1175" y="1895"/>
              <a:ext cx="87" cy="57"/>
            </a:xfrm>
            <a:custGeom>
              <a:avLst/>
              <a:gdLst>
                <a:gd name="T0" fmla="*/ 0 w 21600"/>
                <a:gd name="T1" fmla="*/ 0 h 17255"/>
                <a:gd name="T2" fmla="*/ 0 w 21600"/>
                <a:gd name="T3" fmla="*/ 0 h 17255"/>
                <a:gd name="T4" fmla="*/ 0 w 21600"/>
                <a:gd name="T5" fmla="*/ 0 h 17255"/>
                <a:gd name="T6" fmla="*/ 0 60000 65536"/>
                <a:gd name="T7" fmla="*/ 0 60000 65536"/>
                <a:gd name="T8" fmla="*/ 0 60000 65536"/>
                <a:gd name="T9" fmla="*/ 0 w 21600"/>
                <a:gd name="T10" fmla="*/ 0 h 17255"/>
                <a:gd name="T11" fmla="*/ 21600 w 21600"/>
                <a:gd name="T12" fmla="*/ 17255 h 17255"/>
              </a:gdLst>
              <a:ahLst/>
              <a:cxnLst>
                <a:cxn ang="T6">
                  <a:pos x="T0" y="T1"/>
                </a:cxn>
                <a:cxn ang="T7">
                  <a:pos x="T2" y="T3"/>
                </a:cxn>
                <a:cxn ang="T8">
                  <a:pos x="T4" y="T5"/>
                </a:cxn>
              </a:cxnLst>
              <a:rect l="T9" t="T10" r="T11" b="T12"/>
              <a:pathLst>
                <a:path w="21600" h="17255" fill="none" extrusionOk="0">
                  <a:moveTo>
                    <a:pt x="1746" y="17254"/>
                  </a:moveTo>
                  <a:cubicBezTo>
                    <a:pt x="594" y="14566"/>
                    <a:pt x="0" y="11671"/>
                    <a:pt x="0" y="8746"/>
                  </a:cubicBezTo>
                  <a:cubicBezTo>
                    <a:pt x="-1" y="5733"/>
                    <a:pt x="630" y="2754"/>
                    <a:pt x="1849" y="-1"/>
                  </a:cubicBezTo>
                </a:path>
                <a:path w="21600" h="17255" stroke="0" extrusionOk="0">
                  <a:moveTo>
                    <a:pt x="1746" y="17254"/>
                  </a:moveTo>
                  <a:cubicBezTo>
                    <a:pt x="594" y="14566"/>
                    <a:pt x="0" y="11671"/>
                    <a:pt x="0" y="8746"/>
                  </a:cubicBezTo>
                  <a:cubicBezTo>
                    <a:pt x="-1" y="5733"/>
                    <a:pt x="630" y="2754"/>
                    <a:pt x="1849" y="-1"/>
                  </a:cubicBezTo>
                  <a:lnTo>
                    <a:pt x="21600" y="8746"/>
                  </a:lnTo>
                  <a:lnTo>
                    <a:pt x="1746" y="17254"/>
                  </a:lnTo>
                  <a:close/>
                </a:path>
              </a:pathLst>
            </a:custGeom>
            <a:solidFill>
              <a:srgbClr val="000000"/>
            </a:solidFill>
            <a:ln>
              <a:noFill/>
            </a:ln>
            <a:extLst>
              <a:ext uri="{91240B29-F687-4F45-9708-019B960494DF}">
                <a14:hiddenLine xmlns:a14="http://schemas.microsoft.com/office/drawing/2010/main" w="25400" cap="rnd">
                  <a:solidFill>
                    <a:srgbClr val="000000"/>
                  </a:solidFill>
                  <a:round/>
                  <a:headEnd/>
                  <a:tailEnd/>
                </a14:hiddenLine>
              </a:ext>
            </a:extLst>
          </p:spPr>
          <p:txBody>
            <a:bodyPr wrap="none" anchor="ctr"/>
            <a:lstStyle/>
            <a:p>
              <a:pPr eaLnBrk="0" fontAlgn="base" hangingPunct="0">
                <a:spcBef>
                  <a:spcPct val="0"/>
                </a:spcBef>
                <a:spcAft>
                  <a:spcPct val="0"/>
                </a:spcAft>
              </a:pPr>
              <a:endParaRPr lang="en-US">
                <a:solidFill>
                  <a:prstClr val="black"/>
                </a:solidFill>
                <a:latin typeface="Arial" panose="020B0604020202020204" pitchFamily="34" charset="0"/>
                <a:cs typeface="Arial" panose="020B0604020202020204" pitchFamily="34" charset="0"/>
              </a:endParaRPr>
            </a:p>
          </p:txBody>
        </p:sp>
        <p:sp>
          <p:nvSpPr>
            <p:cNvPr id="150644" name="Line 117"/>
            <p:cNvSpPr>
              <a:spLocks noChangeShapeType="1"/>
            </p:cNvSpPr>
            <p:nvPr/>
          </p:nvSpPr>
          <p:spPr bwMode="auto">
            <a:xfrm flipH="1">
              <a:off x="1037" y="1923"/>
              <a:ext cx="156"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a:solidFill>
                  <a:prstClr val="black"/>
                </a:solidFill>
                <a:latin typeface="Arial" panose="020B0604020202020204" pitchFamily="34" charset="0"/>
                <a:cs typeface="Arial" panose="020B0604020202020204" pitchFamily="34" charset="0"/>
              </a:endParaRPr>
            </a:p>
          </p:txBody>
        </p:sp>
        <p:sp>
          <p:nvSpPr>
            <p:cNvPr id="150645" name="Arc 118"/>
            <p:cNvSpPr>
              <a:spLocks/>
            </p:cNvSpPr>
            <p:nvPr/>
          </p:nvSpPr>
          <p:spPr bwMode="auto">
            <a:xfrm>
              <a:off x="1175" y="2023"/>
              <a:ext cx="87" cy="59"/>
            </a:xfrm>
            <a:custGeom>
              <a:avLst/>
              <a:gdLst>
                <a:gd name="T0" fmla="*/ 0 w 21600"/>
                <a:gd name="T1" fmla="*/ 0 h 17255"/>
                <a:gd name="T2" fmla="*/ 0 w 21600"/>
                <a:gd name="T3" fmla="*/ 0 h 17255"/>
                <a:gd name="T4" fmla="*/ 0 w 21600"/>
                <a:gd name="T5" fmla="*/ 0 h 17255"/>
                <a:gd name="T6" fmla="*/ 0 60000 65536"/>
                <a:gd name="T7" fmla="*/ 0 60000 65536"/>
                <a:gd name="T8" fmla="*/ 0 60000 65536"/>
                <a:gd name="T9" fmla="*/ 0 w 21600"/>
                <a:gd name="T10" fmla="*/ 0 h 17255"/>
                <a:gd name="T11" fmla="*/ 21600 w 21600"/>
                <a:gd name="T12" fmla="*/ 17255 h 17255"/>
              </a:gdLst>
              <a:ahLst/>
              <a:cxnLst>
                <a:cxn ang="T6">
                  <a:pos x="T0" y="T1"/>
                </a:cxn>
                <a:cxn ang="T7">
                  <a:pos x="T2" y="T3"/>
                </a:cxn>
                <a:cxn ang="T8">
                  <a:pos x="T4" y="T5"/>
                </a:cxn>
              </a:cxnLst>
              <a:rect l="T9" t="T10" r="T11" b="T12"/>
              <a:pathLst>
                <a:path w="21600" h="17255" fill="none" extrusionOk="0">
                  <a:moveTo>
                    <a:pt x="1746" y="17254"/>
                  </a:moveTo>
                  <a:cubicBezTo>
                    <a:pt x="594" y="14566"/>
                    <a:pt x="0" y="11671"/>
                    <a:pt x="0" y="8746"/>
                  </a:cubicBezTo>
                  <a:cubicBezTo>
                    <a:pt x="-1" y="5733"/>
                    <a:pt x="630" y="2754"/>
                    <a:pt x="1849" y="-1"/>
                  </a:cubicBezTo>
                </a:path>
                <a:path w="21600" h="17255" stroke="0" extrusionOk="0">
                  <a:moveTo>
                    <a:pt x="1746" y="17254"/>
                  </a:moveTo>
                  <a:cubicBezTo>
                    <a:pt x="594" y="14566"/>
                    <a:pt x="0" y="11671"/>
                    <a:pt x="0" y="8746"/>
                  </a:cubicBezTo>
                  <a:cubicBezTo>
                    <a:pt x="-1" y="5733"/>
                    <a:pt x="630" y="2754"/>
                    <a:pt x="1849" y="-1"/>
                  </a:cubicBezTo>
                  <a:lnTo>
                    <a:pt x="21600" y="8746"/>
                  </a:lnTo>
                  <a:lnTo>
                    <a:pt x="1746" y="17254"/>
                  </a:lnTo>
                  <a:close/>
                </a:path>
              </a:pathLst>
            </a:custGeom>
            <a:solidFill>
              <a:srgbClr val="000000"/>
            </a:solidFill>
            <a:ln>
              <a:noFill/>
            </a:ln>
            <a:extLst>
              <a:ext uri="{91240B29-F687-4F45-9708-019B960494DF}">
                <a14:hiddenLine xmlns:a14="http://schemas.microsoft.com/office/drawing/2010/main" w="25400" cap="rnd">
                  <a:solidFill>
                    <a:srgbClr val="000000"/>
                  </a:solidFill>
                  <a:round/>
                  <a:headEnd/>
                  <a:tailEnd/>
                </a14:hiddenLine>
              </a:ext>
            </a:extLst>
          </p:spPr>
          <p:txBody>
            <a:bodyPr wrap="none" anchor="ctr"/>
            <a:lstStyle/>
            <a:p>
              <a:pPr eaLnBrk="0" fontAlgn="base" hangingPunct="0">
                <a:spcBef>
                  <a:spcPct val="0"/>
                </a:spcBef>
                <a:spcAft>
                  <a:spcPct val="0"/>
                </a:spcAft>
              </a:pPr>
              <a:endParaRPr lang="en-US">
                <a:solidFill>
                  <a:prstClr val="black"/>
                </a:solidFill>
                <a:latin typeface="Arial" panose="020B0604020202020204" pitchFamily="34" charset="0"/>
                <a:cs typeface="Arial" panose="020B0604020202020204" pitchFamily="34" charset="0"/>
              </a:endParaRPr>
            </a:p>
          </p:txBody>
        </p:sp>
        <p:sp>
          <p:nvSpPr>
            <p:cNvPr id="150646" name="Line 119"/>
            <p:cNvSpPr>
              <a:spLocks noChangeShapeType="1"/>
            </p:cNvSpPr>
            <p:nvPr/>
          </p:nvSpPr>
          <p:spPr bwMode="auto">
            <a:xfrm flipH="1">
              <a:off x="1037" y="2052"/>
              <a:ext cx="156"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a:solidFill>
                  <a:prstClr val="black"/>
                </a:solidFill>
                <a:latin typeface="Arial" panose="020B0604020202020204" pitchFamily="34" charset="0"/>
                <a:cs typeface="Arial" panose="020B0604020202020204" pitchFamily="34" charset="0"/>
              </a:endParaRPr>
            </a:p>
          </p:txBody>
        </p:sp>
        <p:sp>
          <p:nvSpPr>
            <p:cNvPr id="150647" name="Line 120"/>
            <p:cNvSpPr>
              <a:spLocks noChangeShapeType="1"/>
            </p:cNvSpPr>
            <p:nvPr/>
          </p:nvSpPr>
          <p:spPr bwMode="auto">
            <a:xfrm>
              <a:off x="1046" y="1279"/>
              <a:ext cx="0" cy="2377"/>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a:solidFill>
                  <a:prstClr val="black"/>
                </a:solidFill>
                <a:latin typeface="Arial" panose="020B0604020202020204" pitchFamily="34" charset="0"/>
                <a:cs typeface="Arial" panose="020B0604020202020204" pitchFamily="34" charset="0"/>
              </a:endParaRPr>
            </a:p>
          </p:txBody>
        </p:sp>
        <p:sp>
          <p:nvSpPr>
            <p:cNvPr id="150648" name="Arc 121"/>
            <p:cNvSpPr>
              <a:spLocks/>
            </p:cNvSpPr>
            <p:nvPr/>
          </p:nvSpPr>
          <p:spPr bwMode="auto">
            <a:xfrm>
              <a:off x="3254" y="3740"/>
              <a:ext cx="71" cy="73"/>
            </a:xfrm>
            <a:custGeom>
              <a:avLst/>
              <a:gdLst>
                <a:gd name="T0" fmla="*/ 0 w 17255"/>
                <a:gd name="T1" fmla="*/ 0 h 21600"/>
                <a:gd name="T2" fmla="*/ 0 w 17255"/>
                <a:gd name="T3" fmla="*/ 0 h 21600"/>
                <a:gd name="T4" fmla="*/ 0 w 17255"/>
                <a:gd name="T5" fmla="*/ 0 h 21600"/>
                <a:gd name="T6" fmla="*/ 0 60000 65536"/>
                <a:gd name="T7" fmla="*/ 0 60000 65536"/>
                <a:gd name="T8" fmla="*/ 0 60000 65536"/>
                <a:gd name="T9" fmla="*/ 0 w 17255"/>
                <a:gd name="T10" fmla="*/ 0 h 21600"/>
                <a:gd name="T11" fmla="*/ 17255 w 17255"/>
                <a:gd name="T12" fmla="*/ 21600 h 21600"/>
              </a:gdLst>
              <a:ahLst/>
              <a:cxnLst>
                <a:cxn ang="T6">
                  <a:pos x="T0" y="T1"/>
                </a:cxn>
                <a:cxn ang="T7">
                  <a:pos x="T2" y="T3"/>
                </a:cxn>
                <a:cxn ang="T8">
                  <a:pos x="T4" y="T5"/>
                </a:cxn>
              </a:cxnLst>
              <a:rect l="T9" t="T10" r="T11" b="T12"/>
              <a:pathLst>
                <a:path w="17255" h="21600" fill="none" extrusionOk="0">
                  <a:moveTo>
                    <a:pt x="-1" y="1849"/>
                  </a:moveTo>
                  <a:cubicBezTo>
                    <a:pt x="2754" y="630"/>
                    <a:pt x="5733" y="-1"/>
                    <a:pt x="8746" y="0"/>
                  </a:cubicBezTo>
                  <a:cubicBezTo>
                    <a:pt x="11671" y="0"/>
                    <a:pt x="14566" y="594"/>
                    <a:pt x="17254" y="1746"/>
                  </a:cubicBezTo>
                </a:path>
                <a:path w="17255" h="21600" stroke="0" extrusionOk="0">
                  <a:moveTo>
                    <a:pt x="-1" y="1849"/>
                  </a:moveTo>
                  <a:cubicBezTo>
                    <a:pt x="2754" y="630"/>
                    <a:pt x="5733" y="-1"/>
                    <a:pt x="8746" y="0"/>
                  </a:cubicBezTo>
                  <a:cubicBezTo>
                    <a:pt x="11671" y="0"/>
                    <a:pt x="14566" y="594"/>
                    <a:pt x="17254" y="1746"/>
                  </a:cubicBezTo>
                  <a:lnTo>
                    <a:pt x="8746" y="21600"/>
                  </a:lnTo>
                  <a:lnTo>
                    <a:pt x="-1" y="1849"/>
                  </a:lnTo>
                  <a:close/>
                </a:path>
              </a:pathLst>
            </a:custGeom>
            <a:solidFill>
              <a:srgbClr val="000000"/>
            </a:solidFill>
            <a:ln>
              <a:noFill/>
            </a:ln>
            <a:extLst>
              <a:ext uri="{91240B29-F687-4F45-9708-019B960494DF}">
                <a14:hiddenLine xmlns:a14="http://schemas.microsoft.com/office/drawing/2010/main" w="25400" cap="rnd">
                  <a:solidFill>
                    <a:srgbClr val="000000"/>
                  </a:solidFill>
                  <a:round/>
                  <a:headEnd/>
                  <a:tailEnd/>
                </a14:hiddenLine>
              </a:ext>
            </a:extLst>
          </p:spPr>
          <p:txBody>
            <a:bodyPr wrap="none" anchor="ctr"/>
            <a:lstStyle/>
            <a:p>
              <a:pPr eaLnBrk="0" fontAlgn="base" hangingPunct="0">
                <a:spcBef>
                  <a:spcPct val="0"/>
                </a:spcBef>
                <a:spcAft>
                  <a:spcPct val="0"/>
                </a:spcAft>
              </a:pPr>
              <a:endParaRPr lang="en-US">
                <a:solidFill>
                  <a:prstClr val="black"/>
                </a:solidFill>
                <a:latin typeface="Arial" panose="020B0604020202020204" pitchFamily="34" charset="0"/>
                <a:cs typeface="Arial" panose="020B0604020202020204" pitchFamily="34" charset="0"/>
              </a:endParaRPr>
            </a:p>
          </p:txBody>
        </p:sp>
        <p:sp>
          <p:nvSpPr>
            <p:cNvPr id="150649" name="Line 122"/>
            <p:cNvSpPr>
              <a:spLocks noChangeShapeType="1"/>
            </p:cNvSpPr>
            <p:nvPr/>
          </p:nvSpPr>
          <p:spPr bwMode="auto">
            <a:xfrm>
              <a:off x="3289" y="3504"/>
              <a:ext cx="0" cy="243"/>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a:solidFill>
                  <a:prstClr val="black"/>
                </a:solidFill>
                <a:latin typeface="Arial" panose="020B0604020202020204" pitchFamily="34" charset="0"/>
                <a:cs typeface="Arial" panose="020B0604020202020204" pitchFamily="34" charset="0"/>
              </a:endParaRPr>
            </a:p>
          </p:txBody>
        </p:sp>
        <p:sp>
          <p:nvSpPr>
            <p:cNvPr id="150650" name="Line 123"/>
            <p:cNvSpPr>
              <a:spLocks noChangeShapeType="1"/>
            </p:cNvSpPr>
            <p:nvPr/>
          </p:nvSpPr>
          <p:spPr bwMode="auto">
            <a:xfrm flipH="1">
              <a:off x="1037" y="3644"/>
              <a:ext cx="2257" cy="0"/>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a:solidFill>
                  <a:prstClr val="black"/>
                </a:solidFill>
                <a:latin typeface="Arial" panose="020B0604020202020204" pitchFamily="34" charset="0"/>
                <a:cs typeface="Arial" panose="020B0604020202020204" pitchFamily="34" charset="0"/>
              </a:endParaRPr>
            </a:p>
          </p:txBody>
        </p:sp>
        <p:sp>
          <p:nvSpPr>
            <p:cNvPr id="150651" name="Rectangle 124"/>
            <p:cNvSpPr>
              <a:spLocks noChangeArrowheads="1"/>
            </p:cNvSpPr>
            <p:nvPr/>
          </p:nvSpPr>
          <p:spPr bwMode="auto">
            <a:xfrm>
              <a:off x="3321" y="3684"/>
              <a:ext cx="327" cy="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76200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7620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7620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7620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0" fontAlgn="base" hangingPunct="0">
                <a:lnSpc>
                  <a:spcPct val="90000"/>
                </a:lnSpc>
                <a:spcBef>
                  <a:spcPct val="0"/>
                </a:spcBef>
                <a:spcAft>
                  <a:spcPct val="0"/>
                </a:spcAft>
                <a:buNone/>
              </a:pPr>
              <a:r>
                <a:rPr kumimoji="1" lang="en-US" altLang="ko-KR" sz="1200" b="1">
                  <a:solidFill>
                    <a:srgbClr val="000000"/>
                  </a:solidFill>
                  <a:latin typeface="Arial" panose="020B0604020202020204" pitchFamily="34" charset="0"/>
                  <a:ea typeface="굴림" pitchFamily="34" charset="-127"/>
                  <a:cs typeface="Arial" panose="020B0604020202020204" pitchFamily="34" charset="0"/>
                </a:rPr>
                <a:t>Output</a:t>
              </a:r>
            </a:p>
          </p:txBody>
        </p:sp>
        <p:sp>
          <p:nvSpPr>
            <p:cNvPr id="150652" name="Rectangle 125"/>
            <p:cNvSpPr>
              <a:spLocks noChangeArrowheads="1"/>
            </p:cNvSpPr>
            <p:nvPr/>
          </p:nvSpPr>
          <p:spPr bwMode="auto">
            <a:xfrm>
              <a:off x="2640" y="2653"/>
              <a:ext cx="287" cy="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76200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7620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7620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7620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0" fontAlgn="base" hangingPunct="0">
                <a:lnSpc>
                  <a:spcPct val="90000"/>
                </a:lnSpc>
                <a:spcBef>
                  <a:spcPct val="0"/>
                </a:spcBef>
                <a:spcAft>
                  <a:spcPct val="0"/>
                </a:spcAft>
                <a:buNone/>
              </a:pPr>
              <a:r>
                <a:rPr kumimoji="1" lang="en-US" altLang="ko-KR" sz="1200" b="1">
                  <a:solidFill>
                    <a:srgbClr val="000000"/>
                  </a:solidFill>
                  <a:latin typeface="Arial" panose="020B0604020202020204" pitchFamily="34" charset="0"/>
                  <a:ea typeface="굴림" pitchFamily="34" charset="-127"/>
                  <a:cs typeface="Arial" panose="020B0604020202020204" pitchFamily="34" charset="0"/>
                </a:rPr>
                <a:t>A bus</a:t>
              </a:r>
            </a:p>
          </p:txBody>
        </p:sp>
        <p:sp>
          <p:nvSpPr>
            <p:cNvPr id="150653" name="Rectangle 126"/>
            <p:cNvSpPr>
              <a:spLocks noChangeArrowheads="1"/>
            </p:cNvSpPr>
            <p:nvPr/>
          </p:nvSpPr>
          <p:spPr bwMode="auto">
            <a:xfrm>
              <a:off x="3843" y="2653"/>
              <a:ext cx="290" cy="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76200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7620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7620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7620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0" fontAlgn="base" hangingPunct="0">
                <a:lnSpc>
                  <a:spcPct val="90000"/>
                </a:lnSpc>
                <a:spcBef>
                  <a:spcPct val="0"/>
                </a:spcBef>
                <a:spcAft>
                  <a:spcPct val="0"/>
                </a:spcAft>
                <a:buNone/>
              </a:pPr>
              <a:r>
                <a:rPr kumimoji="1" lang="en-US" altLang="ko-KR" sz="1200" b="1">
                  <a:solidFill>
                    <a:srgbClr val="000000"/>
                  </a:solidFill>
                  <a:latin typeface="Arial" panose="020B0604020202020204" pitchFamily="34" charset="0"/>
                  <a:ea typeface="굴림" pitchFamily="34" charset="-127"/>
                  <a:cs typeface="Arial" panose="020B0604020202020204" pitchFamily="34" charset="0"/>
                </a:rPr>
                <a:t>B bus</a:t>
              </a:r>
            </a:p>
          </p:txBody>
        </p:sp>
        <p:sp>
          <p:nvSpPr>
            <p:cNvPr id="150654" name="Arc 127"/>
            <p:cNvSpPr>
              <a:spLocks/>
            </p:cNvSpPr>
            <p:nvPr/>
          </p:nvSpPr>
          <p:spPr bwMode="auto">
            <a:xfrm>
              <a:off x="1741" y="1155"/>
              <a:ext cx="70" cy="72"/>
            </a:xfrm>
            <a:custGeom>
              <a:avLst/>
              <a:gdLst>
                <a:gd name="T0" fmla="*/ 0 w 17255"/>
                <a:gd name="T1" fmla="*/ 0 h 21600"/>
                <a:gd name="T2" fmla="*/ 0 w 17255"/>
                <a:gd name="T3" fmla="*/ 0 h 21600"/>
                <a:gd name="T4" fmla="*/ 0 w 17255"/>
                <a:gd name="T5" fmla="*/ 0 h 21600"/>
                <a:gd name="T6" fmla="*/ 0 60000 65536"/>
                <a:gd name="T7" fmla="*/ 0 60000 65536"/>
                <a:gd name="T8" fmla="*/ 0 60000 65536"/>
                <a:gd name="T9" fmla="*/ 0 w 17255"/>
                <a:gd name="T10" fmla="*/ 0 h 21600"/>
                <a:gd name="T11" fmla="*/ 17255 w 17255"/>
                <a:gd name="T12" fmla="*/ 21600 h 21600"/>
              </a:gdLst>
              <a:ahLst/>
              <a:cxnLst>
                <a:cxn ang="T6">
                  <a:pos x="T0" y="T1"/>
                </a:cxn>
                <a:cxn ang="T7">
                  <a:pos x="T2" y="T3"/>
                </a:cxn>
                <a:cxn ang="T8">
                  <a:pos x="T4" y="T5"/>
                </a:cxn>
              </a:cxnLst>
              <a:rect l="T9" t="T10" r="T11" b="T12"/>
              <a:pathLst>
                <a:path w="17255" h="21600" fill="none" extrusionOk="0">
                  <a:moveTo>
                    <a:pt x="-1" y="1849"/>
                  </a:moveTo>
                  <a:cubicBezTo>
                    <a:pt x="2754" y="630"/>
                    <a:pt x="5733" y="-1"/>
                    <a:pt x="8746" y="0"/>
                  </a:cubicBezTo>
                  <a:cubicBezTo>
                    <a:pt x="11671" y="0"/>
                    <a:pt x="14566" y="594"/>
                    <a:pt x="17254" y="1746"/>
                  </a:cubicBezTo>
                </a:path>
                <a:path w="17255" h="21600" stroke="0" extrusionOk="0">
                  <a:moveTo>
                    <a:pt x="-1" y="1849"/>
                  </a:moveTo>
                  <a:cubicBezTo>
                    <a:pt x="2754" y="630"/>
                    <a:pt x="5733" y="-1"/>
                    <a:pt x="8746" y="0"/>
                  </a:cubicBezTo>
                  <a:cubicBezTo>
                    <a:pt x="11671" y="0"/>
                    <a:pt x="14566" y="594"/>
                    <a:pt x="17254" y="1746"/>
                  </a:cubicBezTo>
                  <a:lnTo>
                    <a:pt x="8746" y="21600"/>
                  </a:lnTo>
                  <a:lnTo>
                    <a:pt x="-1" y="1849"/>
                  </a:lnTo>
                  <a:close/>
                </a:path>
              </a:pathLst>
            </a:custGeom>
            <a:solidFill>
              <a:srgbClr val="000000"/>
            </a:solidFill>
            <a:ln>
              <a:noFill/>
            </a:ln>
            <a:extLst>
              <a:ext uri="{91240B29-F687-4F45-9708-019B960494DF}">
                <a14:hiddenLine xmlns:a14="http://schemas.microsoft.com/office/drawing/2010/main" w="25400" cap="rnd">
                  <a:solidFill>
                    <a:srgbClr val="000000"/>
                  </a:solidFill>
                  <a:round/>
                  <a:headEnd/>
                  <a:tailEnd/>
                </a14:hiddenLine>
              </a:ext>
            </a:extLst>
          </p:spPr>
          <p:txBody>
            <a:bodyPr wrap="none" anchor="ctr"/>
            <a:lstStyle/>
            <a:p>
              <a:pPr eaLnBrk="0" fontAlgn="base" hangingPunct="0">
                <a:spcBef>
                  <a:spcPct val="0"/>
                </a:spcBef>
                <a:spcAft>
                  <a:spcPct val="0"/>
                </a:spcAft>
              </a:pPr>
              <a:endParaRPr lang="en-US">
                <a:solidFill>
                  <a:prstClr val="black"/>
                </a:solidFill>
                <a:latin typeface="Arial" panose="020B0604020202020204" pitchFamily="34" charset="0"/>
                <a:cs typeface="Arial" panose="020B0604020202020204" pitchFamily="34" charset="0"/>
              </a:endParaRPr>
            </a:p>
          </p:txBody>
        </p:sp>
        <p:sp>
          <p:nvSpPr>
            <p:cNvPr id="150655" name="Line 128"/>
            <p:cNvSpPr>
              <a:spLocks noChangeShapeType="1"/>
            </p:cNvSpPr>
            <p:nvPr/>
          </p:nvSpPr>
          <p:spPr bwMode="auto">
            <a:xfrm flipV="1">
              <a:off x="1775" y="1055"/>
              <a:ext cx="0" cy="121"/>
            </a:xfrm>
            <a:prstGeom prst="line">
              <a:avLst/>
            </a:prstGeom>
            <a:noFill/>
            <a:ln w="2540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a:solidFill>
                  <a:prstClr val="black"/>
                </a:solidFill>
                <a:latin typeface="Arial" panose="020B0604020202020204" pitchFamily="34" charset="0"/>
                <a:cs typeface="Arial" panose="020B0604020202020204" pitchFamily="34" charset="0"/>
              </a:endParaRPr>
            </a:p>
          </p:txBody>
        </p:sp>
        <p:sp>
          <p:nvSpPr>
            <p:cNvPr id="150656" name="Rectangle 129"/>
            <p:cNvSpPr>
              <a:spLocks noChangeArrowheads="1"/>
            </p:cNvSpPr>
            <p:nvPr/>
          </p:nvSpPr>
          <p:spPr bwMode="auto">
            <a:xfrm>
              <a:off x="1605" y="932"/>
              <a:ext cx="285" cy="1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76200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7620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7620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7620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0" fontAlgn="base" hangingPunct="0">
                <a:lnSpc>
                  <a:spcPct val="90000"/>
                </a:lnSpc>
                <a:spcBef>
                  <a:spcPct val="0"/>
                </a:spcBef>
                <a:spcAft>
                  <a:spcPct val="0"/>
                </a:spcAft>
                <a:buNone/>
              </a:pPr>
              <a:r>
                <a:rPr kumimoji="1" lang="en-US" altLang="ko-KR" sz="1200" b="1">
                  <a:solidFill>
                    <a:srgbClr val="000000"/>
                  </a:solidFill>
                  <a:latin typeface="Arial" panose="020B0604020202020204" pitchFamily="34" charset="0"/>
                  <a:ea typeface="굴림" pitchFamily="34" charset="-127"/>
                  <a:cs typeface="Arial" panose="020B0604020202020204" pitchFamily="34" charset="0"/>
                </a:rPr>
                <a:t>Clock</a:t>
              </a:r>
            </a:p>
          </p:txBody>
        </p:sp>
        <p:sp>
          <p:nvSpPr>
            <p:cNvPr id="150657" name="Rectangle 130"/>
            <p:cNvSpPr>
              <a:spLocks noChangeArrowheads="1"/>
            </p:cNvSpPr>
            <p:nvPr/>
          </p:nvSpPr>
          <p:spPr bwMode="auto">
            <a:xfrm>
              <a:off x="1261" y="1228"/>
              <a:ext cx="633" cy="913"/>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fontAlgn="base">
                <a:spcBef>
                  <a:spcPct val="0"/>
                </a:spcBef>
                <a:spcAft>
                  <a:spcPct val="0"/>
                </a:spcAft>
                <a:buNone/>
              </a:pPr>
              <a:endParaRPr lang="en-US" altLang="en-US" sz="1800">
                <a:solidFill>
                  <a:prstClr val="black"/>
                </a:solidFill>
                <a:latin typeface="Arial" panose="020B0604020202020204" pitchFamily="34" charset="0"/>
                <a:cs typeface="Arial" panose="020B0604020202020204" pitchFamily="34" charset="0"/>
              </a:endParaRPr>
            </a:p>
          </p:txBody>
        </p:sp>
        <p:sp>
          <p:nvSpPr>
            <p:cNvPr id="150658" name="Line 131"/>
            <p:cNvSpPr>
              <a:spLocks noChangeShapeType="1"/>
            </p:cNvSpPr>
            <p:nvPr/>
          </p:nvSpPr>
          <p:spPr bwMode="auto">
            <a:xfrm>
              <a:off x="1266" y="1347"/>
              <a:ext cx="628" cy="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a:solidFill>
                  <a:prstClr val="black"/>
                </a:solidFill>
                <a:latin typeface="Arial" panose="020B0604020202020204" pitchFamily="34" charset="0"/>
                <a:cs typeface="Arial" panose="020B0604020202020204" pitchFamily="34" charset="0"/>
              </a:endParaRPr>
            </a:p>
          </p:txBody>
        </p:sp>
        <p:sp>
          <p:nvSpPr>
            <p:cNvPr id="150659" name="Line 132"/>
            <p:cNvSpPr>
              <a:spLocks noChangeShapeType="1"/>
            </p:cNvSpPr>
            <p:nvPr/>
          </p:nvSpPr>
          <p:spPr bwMode="auto">
            <a:xfrm>
              <a:off x="1256" y="1485"/>
              <a:ext cx="643"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a:solidFill>
                  <a:prstClr val="black"/>
                </a:solidFill>
                <a:latin typeface="Arial" panose="020B0604020202020204" pitchFamily="34" charset="0"/>
                <a:cs typeface="Arial" panose="020B0604020202020204" pitchFamily="34" charset="0"/>
              </a:endParaRPr>
            </a:p>
          </p:txBody>
        </p:sp>
        <p:sp>
          <p:nvSpPr>
            <p:cNvPr id="150660" name="Line 133"/>
            <p:cNvSpPr>
              <a:spLocks noChangeShapeType="1"/>
            </p:cNvSpPr>
            <p:nvPr/>
          </p:nvSpPr>
          <p:spPr bwMode="auto">
            <a:xfrm>
              <a:off x="1261" y="1618"/>
              <a:ext cx="64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a:solidFill>
                  <a:prstClr val="black"/>
                </a:solidFill>
                <a:latin typeface="Arial" panose="020B0604020202020204" pitchFamily="34" charset="0"/>
                <a:cs typeface="Arial" panose="020B0604020202020204" pitchFamily="34" charset="0"/>
              </a:endParaRPr>
            </a:p>
          </p:txBody>
        </p:sp>
        <p:sp>
          <p:nvSpPr>
            <p:cNvPr id="150661" name="Line 134"/>
            <p:cNvSpPr>
              <a:spLocks noChangeShapeType="1"/>
            </p:cNvSpPr>
            <p:nvPr/>
          </p:nvSpPr>
          <p:spPr bwMode="auto">
            <a:xfrm>
              <a:off x="1261" y="1751"/>
              <a:ext cx="64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a:solidFill>
                  <a:prstClr val="black"/>
                </a:solidFill>
                <a:latin typeface="Arial" panose="020B0604020202020204" pitchFamily="34" charset="0"/>
                <a:cs typeface="Arial" panose="020B0604020202020204" pitchFamily="34" charset="0"/>
              </a:endParaRPr>
            </a:p>
          </p:txBody>
        </p:sp>
        <p:sp>
          <p:nvSpPr>
            <p:cNvPr id="150662" name="Line 135"/>
            <p:cNvSpPr>
              <a:spLocks noChangeShapeType="1"/>
            </p:cNvSpPr>
            <p:nvPr/>
          </p:nvSpPr>
          <p:spPr bwMode="auto">
            <a:xfrm>
              <a:off x="1261" y="1884"/>
              <a:ext cx="64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a:solidFill>
                  <a:prstClr val="black"/>
                </a:solidFill>
                <a:latin typeface="Arial" panose="020B0604020202020204" pitchFamily="34" charset="0"/>
                <a:cs typeface="Arial" panose="020B0604020202020204" pitchFamily="34" charset="0"/>
              </a:endParaRPr>
            </a:p>
          </p:txBody>
        </p:sp>
        <p:sp>
          <p:nvSpPr>
            <p:cNvPr id="150663" name="Line 136"/>
            <p:cNvSpPr>
              <a:spLocks noChangeShapeType="1"/>
            </p:cNvSpPr>
            <p:nvPr/>
          </p:nvSpPr>
          <p:spPr bwMode="auto">
            <a:xfrm>
              <a:off x="1261" y="2016"/>
              <a:ext cx="64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a:solidFill>
                  <a:prstClr val="black"/>
                </a:solidFill>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255373852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Title 1"/>
          <p:cNvSpPr>
            <a:spLocks noGrp="1"/>
          </p:cNvSpPr>
          <p:nvPr>
            <p:ph type="title"/>
          </p:nvPr>
        </p:nvSpPr>
        <p:spPr>
          <a:xfrm>
            <a:off x="1981200" y="304800"/>
            <a:ext cx="8382000" cy="990600"/>
          </a:xfrm>
        </p:spPr>
        <p:txBody>
          <a:bodyPr/>
          <a:lstStyle/>
          <a:p>
            <a:endParaRPr lang="en-US" altLang="en-US" sz="320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p:txBody>
          <a:bodyPr>
            <a:normAutofit/>
          </a:bodyPr>
          <a:lstStyle/>
          <a:p>
            <a:pPr>
              <a:buFont typeface="Arial" charset="0"/>
              <a:buChar char="•"/>
              <a:defRPr/>
            </a:pPr>
            <a:r>
              <a:rPr lang="en-US" sz="2800" dirty="0">
                <a:latin typeface="Times New Roman" pitchFamily="18" charset="0"/>
                <a:cs typeface="Times New Roman" pitchFamily="18" charset="0"/>
              </a:rPr>
              <a:t>The A and B buses form the two inputs of an ALU.</a:t>
            </a:r>
          </a:p>
          <a:p>
            <a:pPr>
              <a:buFont typeface="Arial" charset="0"/>
              <a:buChar char="•"/>
              <a:defRPr/>
            </a:pPr>
            <a:endParaRPr lang="en-US" sz="2800" dirty="0">
              <a:latin typeface="Times New Roman" pitchFamily="18" charset="0"/>
              <a:cs typeface="Times New Roman" pitchFamily="18" charset="0"/>
            </a:endParaRPr>
          </a:p>
          <a:p>
            <a:pPr>
              <a:buFont typeface="Arial" charset="0"/>
              <a:buChar char="•"/>
              <a:defRPr/>
            </a:pPr>
            <a:r>
              <a:rPr lang="en-US" sz="2800" dirty="0">
                <a:latin typeface="Times New Roman" pitchFamily="18" charset="0"/>
                <a:cs typeface="Times New Roman" pitchFamily="18" charset="0"/>
              </a:rPr>
              <a:t>The operation select lines decide the micro operation to be performed by ALU. </a:t>
            </a:r>
          </a:p>
          <a:p>
            <a:pPr>
              <a:buFont typeface="Arial" charset="0"/>
              <a:buChar char="•"/>
              <a:defRPr/>
            </a:pPr>
            <a:endParaRPr lang="en-US" sz="2800" dirty="0">
              <a:latin typeface="Times New Roman" pitchFamily="18" charset="0"/>
              <a:cs typeface="Times New Roman" pitchFamily="18" charset="0"/>
            </a:endParaRPr>
          </a:p>
          <a:p>
            <a:pPr>
              <a:buFont typeface="Arial" charset="0"/>
              <a:buChar char="•"/>
              <a:defRPr/>
            </a:pPr>
            <a:r>
              <a:rPr lang="en-US" sz="2800" dirty="0">
                <a:latin typeface="Times New Roman" pitchFamily="18" charset="0"/>
                <a:cs typeface="Times New Roman" pitchFamily="18" charset="0"/>
              </a:rPr>
              <a:t>The result of the micro operation is available at the output bus. </a:t>
            </a:r>
          </a:p>
          <a:p>
            <a:pPr>
              <a:buFont typeface="Arial" charset="0"/>
              <a:buChar char="•"/>
              <a:defRPr/>
            </a:pPr>
            <a:endParaRPr lang="en-US" sz="2800" dirty="0">
              <a:latin typeface="Times New Roman" pitchFamily="18" charset="0"/>
              <a:cs typeface="Times New Roman" pitchFamily="18" charset="0"/>
            </a:endParaRPr>
          </a:p>
          <a:p>
            <a:pPr>
              <a:buFont typeface="Arial" charset="0"/>
              <a:buChar char="•"/>
              <a:defRPr/>
            </a:pPr>
            <a:r>
              <a:rPr lang="en-US" sz="2800" dirty="0">
                <a:latin typeface="Times New Roman" pitchFamily="18" charset="0"/>
                <a:cs typeface="Times New Roman" pitchFamily="18" charset="0"/>
              </a:rPr>
              <a:t>The output bus connected to the inputs of all registers, thus by selecting a destination register it is possible to store the result in it.</a:t>
            </a:r>
          </a:p>
          <a:p>
            <a:pPr>
              <a:buFont typeface="Arial" charset="0"/>
              <a:buChar char="•"/>
              <a:defRPr/>
            </a:pPr>
            <a:endParaRPr lang="en-US" sz="2800" dirty="0"/>
          </a:p>
        </p:txBody>
      </p:sp>
    </p:spTree>
    <p:extLst>
      <p:ext uri="{BB962C8B-B14F-4D97-AF65-F5344CB8AC3E}">
        <p14:creationId xmlns:p14="http://schemas.microsoft.com/office/powerpoint/2010/main" val="235534488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 calcmode="lin" valueType="num">
                                      <p:cBhvr additive="base">
                                        <p:cTn id="25"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Footer Placeholder 4"/>
          <p:cNvSpPr>
            <a:spLocks noGrp="1"/>
          </p:cNvSpPr>
          <p:nvPr>
            <p:ph type="ftr" sz="quarter" idx="11"/>
          </p:nvPr>
        </p:nvSpPr>
        <p:spPr/>
        <p:txBody>
          <a:bodyPr/>
          <a:lstStyle/>
          <a:p>
            <a:pPr fontAlgn="base">
              <a:spcBef>
                <a:spcPct val="0"/>
              </a:spcBef>
              <a:spcAft>
                <a:spcPct val="0"/>
              </a:spcAft>
              <a:defRPr/>
            </a:pPr>
            <a:r>
              <a:rPr lang="en-US">
                <a:solidFill>
                  <a:prstClr val="black">
                    <a:tint val="75000"/>
                  </a:prstClr>
                </a:solidFill>
              </a:rPr>
              <a:t>cpe 252: Computer Organization</a:t>
            </a:r>
          </a:p>
        </p:txBody>
      </p:sp>
      <p:sp>
        <p:nvSpPr>
          <p:cNvPr id="152579"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fontAlgn="base">
              <a:spcBef>
                <a:spcPct val="0"/>
              </a:spcBef>
              <a:spcAft>
                <a:spcPct val="0"/>
              </a:spcAft>
              <a:buNone/>
            </a:pPr>
            <a:fld id="{DA1EE673-F706-4005-B75C-F8C43BF432AF}" type="slidenum">
              <a:rPr lang="en-US" altLang="en-US" sz="1200">
                <a:solidFill>
                  <a:srgbClr val="898989"/>
                </a:solidFill>
                <a:latin typeface="Arial" panose="020B0604020202020204" pitchFamily="34" charset="0"/>
                <a:cs typeface="Arial" panose="020B0604020202020204" pitchFamily="34" charset="0"/>
              </a:rPr>
              <a:pPr fontAlgn="base">
                <a:spcBef>
                  <a:spcPct val="0"/>
                </a:spcBef>
                <a:spcAft>
                  <a:spcPct val="0"/>
                </a:spcAft>
                <a:buNone/>
              </a:pPr>
              <a:t>66</a:t>
            </a:fld>
            <a:endParaRPr lang="en-US" altLang="en-US" sz="1200">
              <a:solidFill>
                <a:srgbClr val="898989"/>
              </a:solidFill>
              <a:latin typeface="Arial" panose="020B0604020202020204" pitchFamily="34" charset="0"/>
              <a:cs typeface="Arial" panose="020B0604020202020204" pitchFamily="34" charset="0"/>
            </a:endParaRPr>
          </a:p>
        </p:txBody>
      </p:sp>
      <p:sp>
        <p:nvSpPr>
          <p:cNvPr id="152580" name="Rectangle 2"/>
          <p:cNvSpPr>
            <a:spLocks noGrp="1" noChangeArrowheads="1"/>
          </p:cNvSpPr>
          <p:nvPr>
            <p:ph type="title"/>
          </p:nvPr>
        </p:nvSpPr>
        <p:spPr>
          <a:xfrm>
            <a:off x="2590801" y="152400"/>
            <a:ext cx="6905625" cy="877888"/>
          </a:xfrm>
        </p:spPr>
        <p:txBody>
          <a:bodyPr vert="horz" wrap="square" lIns="63500" tIns="25400" rIns="63500" bIns="25400" numCol="1" anchor="ctr" anchorCtr="0" compatLnSpc="1">
            <a:prstTxWarp prst="textNoShape">
              <a:avLst/>
            </a:prstTxWarp>
          </a:bodyPr>
          <a:lstStyle/>
          <a:p>
            <a:r>
              <a:rPr lang="en-US" altLang="ko-KR" sz="3200">
                <a:ea typeface="굴림" pitchFamily="34" charset="-127"/>
              </a:rPr>
              <a:t>OPERATION  OF  CONTROL  UNIT</a:t>
            </a:r>
          </a:p>
        </p:txBody>
      </p:sp>
      <p:sp>
        <p:nvSpPr>
          <p:cNvPr id="152581" name="Rectangle 3"/>
          <p:cNvSpPr>
            <a:spLocks noChangeArrowheads="1"/>
          </p:cNvSpPr>
          <p:nvPr/>
        </p:nvSpPr>
        <p:spPr bwMode="auto">
          <a:xfrm>
            <a:off x="1874838" y="795339"/>
            <a:ext cx="8259762" cy="11704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lvl1pPr defTabSz="7620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76200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7620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7620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7620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0" fontAlgn="base" hangingPunct="0">
              <a:lnSpc>
                <a:spcPct val="101000"/>
              </a:lnSpc>
              <a:spcBef>
                <a:spcPct val="0"/>
              </a:spcBef>
              <a:spcAft>
                <a:spcPct val="0"/>
              </a:spcAft>
              <a:buNone/>
            </a:pPr>
            <a:r>
              <a:rPr kumimoji="1" lang="en-US" altLang="ko-KR" sz="2400">
                <a:solidFill>
                  <a:prstClr val="black"/>
                </a:solidFill>
                <a:latin typeface="Times New Roman" panose="02020603050405020304" pitchFamily="18" charset="0"/>
                <a:ea typeface="굴림" pitchFamily="34" charset="-127"/>
                <a:cs typeface="Times New Roman" panose="02020603050405020304" pitchFamily="18" charset="0"/>
              </a:rPr>
              <a:t>The control unit directs the information flow through ALU by: </a:t>
            </a:r>
          </a:p>
          <a:p>
            <a:pPr eaLnBrk="0" fontAlgn="base" hangingPunct="0">
              <a:lnSpc>
                <a:spcPct val="101000"/>
              </a:lnSpc>
              <a:spcBef>
                <a:spcPct val="0"/>
              </a:spcBef>
              <a:spcAft>
                <a:spcPct val="0"/>
              </a:spcAft>
              <a:buNone/>
            </a:pPr>
            <a:r>
              <a:rPr kumimoji="1" lang="en-US" altLang="ko-KR" sz="2400">
                <a:solidFill>
                  <a:prstClr val="black"/>
                </a:solidFill>
                <a:latin typeface="Times New Roman" panose="02020603050405020304" pitchFamily="18" charset="0"/>
                <a:ea typeface="굴림" pitchFamily="34" charset="-127"/>
                <a:cs typeface="Times New Roman" panose="02020603050405020304" pitchFamily="18" charset="0"/>
              </a:rPr>
              <a:t>           - Selecting various </a:t>
            </a:r>
            <a:r>
              <a:rPr kumimoji="1" lang="en-US" altLang="ko-KR" sz="2400" i="1">
                <a:solidFill>
                  <a:prstClr val="black"/>
                </a:solidFill>
                <a:latin typeface="Times New Roman" panose="02020603050405020304" pitchFamily="18" charset="0"/>
                <a:ea typeface="굴림" pitchFamily="34" charset="-127"/>
                <a:cs typeface="Times New Roman" panose="02020603050405020304" pitchFamily="18" charset="0"/>
              </a:rPr>
              <a:t>Components</a:t>
            </a:r>
            <a:r>
              <a:rPr kumimoji="1" lang="en-US" altLang="ko-KR" sz="2400">
                <a:solidFill>
                  <a:prstClr val="black"/>
                </a:solidFill>
                <a:latin typeface="Times New Roman" panose="02020603050405020304" pitchFamily="18" charset="0"/>
                <a:ea typeface="굴림" pitchFamily="34" charset="-127"/>
                <a:cs typeface="Times New Roman" panose="02020603050405020304" pitchFamily="18" charset="0"/>
              </a:rPr>
              <a:t>  in the system</a:t>
            </a:r>
          </a:p>
          <a:p>
            <a:pPr eaLnBrk="0" fontAlgn="base" hangingPunct="0">
              <a:lnSpc>
                <a:spcPct val="101000"/>
              </a:lnSpc>
              <a:spcBef>
                <a:spcPct val="0"/>
              </a:spcBef>
              <a:spcAft>
                <a:spcPct val="0"/>
              </a:spcAft>
              <a:buNone/>
            </a:pPr>
            <a:r>
              <a:rPr kumimoji="1" lang="en-US" altLang="ko-KR" sz="2400">
                <a:solidFill>
                  <a:prstClr val="black"/>
                </a:solidFill>
                <a:latin typeface="Times New Roman" panose="02020603050405020304" pitchFamily="18" charset="0"/>
                <a:ea typeface="굴림" pitchFamily="34" charset="-127"/>
                <a:cs typeface="Times New Roman" panose="02020603050405020304" pitchFamily="18" charset="0"/>
              </a:rPr>
              <a:t>           - Selecting the </a:t>
            </a:r>
            <a:r>
              <a:rPr kumimoji="1" lang="en-US" altLang="ko-KR" sz="2400" i="1">
                <a:solidFill>
                  <a:prstClr val="black"/>
                </a:solidFill>
                <a:latin typeface="Times New Roman" panose="02020603050405020304" pitchFamily="18" charset="0"/>
                <a:ea typeface="굴림" pitchFamily="34" charset="-127"/>
                <a:cs typeface="Times New Roman" panose="02020603050405020304" pitchFamily="18" charset="0"/>
              </a:rPr>
              <a:t>Function</a:t>
            </a:r>
            <a:r>
              <a:rPr kumimoji="1" lang="en-US" altLang="ko-KR" sz="2400">
                <a:solidFill>
                  <a:prstClr val="black"/>
                </a:solidFill>
                <a:latin typeface="Times New Roman" panose="02020603050405020304" pitchFamily="18" charset="0"/>
                <a:ea typeface="굴림" pitchFamily="34" charset="-127"/>
                <a:cs typeface="Times New Roman" panose="02020603050405020304" pitchFamily="18" charset="0"/>
              </a:rPr>
              <a:t>  of ALU</a:t>
            </a:r>
          </a:p>
        </p:txBody>
      </p:sp>
      <p:sp>
        <p:nvSpPr>
          <p:cNvPr id="152582" name="Rectangle 4"/>
          <p:cNvSpPr>
            <a:spLocks noChangeArrowheads="1"/>
          </p:cNvSpPr>
          <p:nvPr/>
        </p:nvSpPr>
        <p:spPr bwMode="auto">
          <a:xfrm>
            <a:off x="1905000" y="2057401"/>
            <a:ext cx="3436838" cy="4243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3500" tIns="25400" rIns="63500" bIns="25400">
            <a:spAutoFit/>
          </a:bodyPr>
          <a:lstStyle>
            <a:lvl1pPr defTabSz="7620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76200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7620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7620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7620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0" fontAlgn="base" hangingPunct="0">
              <a:lnSpc>
                <a:spcPct val="101000"/>
              </a:lnSpc>
              <a:spcBef>
                <a:spcPct val="0"/>
              </a:spcBef>
              <a:spcAft>
                <a:spcPct val="0"/>
              </a:spcAft>
              <a:buNone/>
            </a:pPr>
            <a:r>
              <a:rPr kumimoji="1" lang="en-US" altLang="ko-KR" sz="2400" b="1">
                <a:solidFill>
                  <a:srgbClr val="C0504D"/>
                </a:solidFill>
                <a:latin typeface="Times New Roman" panose="02020603050405020304" pitchFamily="18" charset="0"/>
                <a:ea typeface="굴림" pitchFamily="34" charset="-127"/>
                <a:cs typeface="Times New Roman" panose="02020603050405020304" pitchFamily="18" charset="0"/>
              </a:rPr>
              <a:t>Example</a:t>
            </a:r>
            <a:r>
              <a:rPr kumimoji="1" lang="en-US" altLang="ko-KR" sz="2400" b="1">
                <a:solidFill>
                  <a:prstClr val="black"/>
                </a:solidFill>
                <a:latin typeface="Times New Roman" panose="02020603050405020304" pitchFamily="18" charset="0"/>
                <a:ea typeface="굴림" pitchFamily="34" charset="-127"/>
                <a:cs typeface="Times New Roman" panose="02020603050405020304" pitchFamily="18" charset="0"/>
              </a:rPr>
              <a:t>:  R1 &lt;- R2 + R3</a:t>
            </a:r>
          </a:p>
        </p:txBody>
      </p:sp>
      <p:sp>
        <p:nvSpPr>
          <p:cNvPr id="152583" name="Rectangle 5"/>
          <p:cNvSpPr>
            <a:spLocks noChangeArrowheads="1"/>
          </p:cNvSpPr>
          <p:nvPr/>
        </p:nvSpPr>
        <p:spPr bwMode="auto">
          <a:xfrm>
            <a:off x="2376488" y="2338389"/>
            <a:ext cx="7681912" cy="1425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lvl1pPr marL="165100" indent="-165100" defTabSz="1524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15240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1524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1524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1524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1524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1524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1524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1524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0" fontAlgn="base" hangingPunct="0">
              <a:lnSpc>
                <a:spcPct val="93000"/>
              </a:lnSpc>
              <a:spcBef>
                <a:spcPct val="0"/>
              </a:spcBef>
              <a:spcAft>
                <a:spcPct val="0"/>
              </a:spcAft>
              <a:buNone/>
            </a:pPr>
            <a:r>
              <a:rPr kumimoji="1" lang="en-US" altLang="ko-KR" sz="2400">
                <a:solidFill>
                  <a:prstClr val="black"/>
                </a:solidFill>
                <a:latin typeface="Times New Roman" panose="02020603050405020304" pitchFamily="18" charset="0"/>
                <a:ea typeface="굴림" pitchFamily="34" charset="-127"/>
                <a:cs typeface="Times New Roman" panose="02020603050405020304" pitchFamily="18" charset="0"/>
              </a:rPr>
              <a:t>[1] MUX A selector (SELA):  BUS A </a:t>
            </a:r>
            <a:r>
              <a:rPr kumimoji="1" lang="en-US" altLang="ko-KR" sz="2400">
                <a:solidFill>
                  <a:prstClr val="black"/>
                </a:solidFill>
                <a:latin typeface="Times New Roman" panose="02020603050405020304" pitchFamily="18" charset="0"/>
                <a:ea typeface="굴림" pitchFamily="34" charset="-127"/>
                <a:cs typeface="Times New Roman" panose="02020603050405020304" pitchFamily="18" charset="0"/>
                <a:sym typeface="Symbol" panose="05050102010706020507" pitchFamily="18" charset="2"/>
              </a:rPr>
              <a:t></a:t>
            </a:r>
            <a:r>
              <a:rPr kumimoji="1" lang="en-US" altLang="ko-KR" sz="2400">
                <a:solidFill>
                  <a:prstClr val="black"/>
                </a:solidFill>
                <a:latin typeface="Times New Roman" panose="02020603050405020304" pitchFamily="18" charset="0"/>
                <a:ea typeface="굴림" pitchFamily="34" charset="-127"/>
                <a:cs typeface="Times New Roman" panose="02020603050405020304" pitchFamily="18" charset="0"/>
              </a:rPr>
              <a:t> R2</a:t>
            </a:r>
          </a:p>
          <a:p>
            <a:pPr eaLnBrk="0" fontAlgn="base" hangingPunct="0">
              <a:lnSpc>
                <a:spcPct val="93000"/>
              </a:lnSpc>
              <a:spcBef>
                <a:spcPct val="0"/>
              </a:spcBef>
              <a:spcAft>
                <a:spcPct val="0"/>
              </a:spcAft>
              <a:buNone/>
            </a:pPr>
            <a:r>
              <a:rPr kumimoji="1" lang="en-US" altLang="ko-KR" sz="2400">
                <a:solidFill>
                  <a:prstClr val="black"/>
                </a:solidFill>
                <a:latin typeface="Times New Roman" panose="02020603050405020304" pitchFamily="18" charset="0"/>
                <a:ea typeface="굴림" pitchFamily="34" charset="-127"/>
                <a:cs typeface="Times New Roman" panose="02020603050405020304" pitchFamily="18" charset="0"/>
              </a:rPr>
              <a:t>[2] MUX B selector (SELB):  BUS B </a:t>
            </a:r>
            <a:r>
              <a:rPr kumimoji="1" lang="en-US" altLang="ko-KR" sz="2400">
                <a:solidFill>
                  <a:prstClr val="black"/>
                </a:solidFill>
                <a:latin typeface="Times New Roman" panose="02020603050405020304" pitchFamily="18" charset="0"/>
                <a:ea typeface="굴림" pitchFamily="34" charset="-127"/>
                <a:cs typeface="Times New Roman" panose="02020603050405020304" pitchFamily="18" charset="0"/>
                <a:sym typeface="Symbol" panose="05050102010706020507" pitchFamily="18" charset="2"/>
              </a:rPr>
              <a:t></a:t>
            </a:r>
            <a:r>
              <a:rPr kumimoji="1" lang="en-US" altLang="ko-KR" sz="2400">
                <a:solidFill>
                  <a:prstClr val="black"/>
                </a:solidFill>
                <a:latin typeface="Times New Roman" panose="02020603050405020304" pitchFamily="18" charset="0"/>
                <a:ea typeface="굴림" pitchFamily="34" charset="-127"/>
                <a:cs typeface="Times New Roman" panose="02020603050405020304" pitchFamily="18" charset="0"/>
              </a:rPr>
              <a:t> R3</a:t>
            </a:r>
          </a:p>
          <a:p>
            <a:pPr eaLnBrk="0" fontAlgn="base" hangingPunct="0">
              <a:lnSpc>
                <a:spcPct val="93000"/>
              </a:lnSpc>
              <a:spcBef>
                <a:spcPct val="0"/>
              </a:spcBef>
              <a:spcAft>
                <a:spcPct val="0"/>
              </a:spcAft>
              <a:buNone/>
            </a:pPr>
            <a:r>
              <a:rPr kumimoji="1" lang="en-US" altLang="ko-KR" sz="2400">
                <a:solidFill>
                  <a:prstClr val="black"/>
                </a:solidFill>
                <a:latin typeface="Times New Roman" panose="02020603050405020304" pitchFamily="18" charset="0"/>
                <a:ea typeface="굴림" pitchFamily="34" charset="-127"/>
                <a:cs typeface="Times New Roman" panose="02020603050405020304" pitchFamily="18" charset="0"/>
              </a:rPr>
              <a:t>[3] ALU operation selector (OPR): ALU to ADD</a:t>
            </a:r>
          </a:p>
          <a:p>
            <a:pPr eaLnBrk="0" fontAlgn="base" hangingPunct="0">
              <a:lnSpc>
                <a:spcPct val="93000"/>
              </a:lnSpc>
              <a:spcBef>
                <a:spcPct val="0"/>
              </a:spcBef>
              <a:spcAft>
                <a:spcPct val="0"/>
              </a:spcAft>
              <a:buNone/>
            </a:pPr>
            <a:r>
              <a:rPr kumimoji="1" lang="en-US" altLang="ko-KR" sz="2400">
                <a:solidFill>
                  <a:prstClr val="black"/>
                </a:solidFill>
                <a:latin typeface="Times New Roman" panose="02020603050405020304" pitchFamily="18" charset="0"/>
                <a:ea typeface="굴림" pitchFamily="34" charset="-127"/>
                <a:cs typeface="Times New Roman" panose="02020603050405020304" pitchFamily="18" charset="0"/>
              </a:rPr>
              <a:t>[4] Decoder destination selector (SELD): R1 </a:t>
            </a:r>
            <a:r>
              <a:rPr kumimoji="1" lang="en-US" altLang="ko-KR" sz="2400">
                <a:solidFill>
                  <a:prstClr val="black"/>
                </a:solidFill>
                <a:latin typeface="Times New Roman" panose="02020603050405020304" pitchFamily="18" charset="0"/>
                <a:ea typeface="굴림" pitchFamily="34" charset="-127"/>
                <a:cs typeface="Times New Roman" panose="02020603050405020304" pitchFamily="18" charset="0"/>
                <a:sym typeface="Symbol" panose="05050102010706020507" pitchFamily="18" charset="2"/>
              </a:rPr>
              <a:t></a:t>
            </a:r>
            <a:r>
              <a:rPr kumimoji="1" lang="en-US" altLang="ko-KR" sz="2400">
                <a:solidFill>
                  <a:prstClr val="black"/>
                </a:solidFill>
                <a:latin typeface="Times New Roman" panose="02020603050405020304" pitchFamily="18" charset="0"/>
                <a:ea typeface="굴림" pitchFamily="34" charset="-127"/>
                <a:cs typeface="Times New Roman" panose="02020603050405020304" pitchFamily="18" charset="0"/>
              </a:rPr>
              <a:t> Out Bus</a:t>
            </a:r>
          </a:p>
        </p:txBody>
      </p:sp>
      <p:sp>
        <p:nvSpPr>
          <p:cNvPr id="152584" name="Rectangle 6"/>
          <p:cNvSpPr>
            <a:spLocks noChangeArrowheads="1"/>
          </p:cNvSpPr>
          <p:nvPr/>
        </p:nvSpPr>
        <p:spPr bwMode="auto">
          <a:xfrm>
            <a:off x="1874838" y="3759200"/>
            <a:ext cx="1633652" cy="3129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3500" tIns="25400" rIns="63500" bIns="25400">
            <a:spAutoFit/>
          </a:bodyPr>
          <a:lstStyle>
            <a:lvl1pPr defTabSz="7620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76200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7620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7620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7620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0" fontAlgn="base" hangingPunct="0">
              <a:lnSpc>
                <a:spcPct val="85000"/>
              </a:lnSpc>
              <a:spcBef>
                <a:spcPct val="0"/>
              </a:spcBef>
              <a:spcAft>
                <a:spcPct val="0"/>
              </a:spcAft>
              <a:buNone/>
            </a:pPr>
            <a:r>
              <a:rPr kumimoji="1" lang="en-US" altLang="ko-KR" sz="2000">
                <a:solidFill>
                  <a:prstClr val="black"/>
                </a:solidFill>
                <a:latin typeface="Arial" panose="020B0604020202020204" pitchFamily="34" charset="0"/>
                <a:ea typeface="굴림" pitchFamily="34" charset="-127"/>
                <a:cs typeface="Arial" panose="020B0604020202020204" pitchFamily="34" charset="0"/>
              </a:rPr>
              <a:t>Control Word</a:t>
            </a:r>
          </a:p>
        </p:txBody>
      </p:sp>
      <p:sp>
        <p:nvSpPr>
          <p:cNvPr id="152585" name="Rectangle 7"/>
          <p:cNvSpPr>
            <a:spLocks noChangeArrowheads="1"/>
          </p:cNvSpPr>
          <p:nvPr/>
        </p:nvSpPr>
        <p:spPr bwMode="auto">
          <a:xfrm>
            <a:off x="1874838" y="4114800"/>
            <a:ext cx="4121150" cy="325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3500" tIns="25400" rIns="63500" bIns="25400">
            <a:spAutoFit/>
          </a:bodyPr>
          <a:lstStyle>
            <a:lvl1pPr defTabSz="7620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76200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7620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7620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7620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0" fontAlgn="base" hangingPunct="0">
              <a:lnSpc>
                <a:spcPct val="90000"/>
              </a:lnSpc>
              <a:spcBef>
                <a:spcPct val="0"/>
              </a:spcBef>
              <a:spcAft>
                <a:spcPct val="0"/>
              </a:spcAft>
              <a:buNone/>
            </a:pPr>
            <a:r>
              <a:rPr kumimoji="1" lang="en-US" altLang="ko-KR" sz="2000">
                <a:solidFill>
                  <a:prstClr val="black"/>
                </a:solidFill>
                <a:latin typeface="Arial" panose="020B0604020202020204" pitchFamily="34" charset="0"/>
                <a:ea typeface="굴림" pitchFamily="34" charset="-127"/>
                <a:cs typeface="Arial" panose="020B0604020202020204" pitchFamily="34" charset="0"/>
              </a:rPr>
              <a:t>Encoding of register selection fields</a:t>
            </a:r>
          </a:p>
        </p:txBody>
      </p:sp>
      <p:sp>
        <p:nvSpPr>
          <p:cNvPr id="152586" name="Rectangle 8"/>
          <p:cNvSpPr>
            <a:spLocks noChangeArrowheads="1"/>
          </p:cNvSpPr>
          <p:nvPr/>
        </p:nvSpPr>
        <p:spPr bwMode="auto">
          <a:xfrm>
            <a:off x="4849813" y="4419600"/>
            <a:ext cx="3548062" cy="198120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fontAlgn="base">
              <a:spcBef>
                <a:spcPct val="0"/>
              </a:spcBef>
              <a:spcAft>
                <a:spcPct val="0"/>
              </a:spcAft>
              <a:buNone/>
            </a:pPr>
            <a:endParaRPr lang="en-US" altLang="en-US" sz="1800">
              <a:solidFill>
                <a:prstClr val="black"/>
              </a:solidFill>
              <a:latin typeface="Arial" panose="020B0604020202020204" pitchFamily="34" charset="0"/>
              <a:cs typeface="Arial" panose="020B0604020202020204" pitchFamily="34" charset="0"/>
            </a:endParaRPr>
          </a:p>
        </p:txBody>
      </p:sp>
      <p:sp>
        <p:nvSpPr>
          <p:cNvPr id="152587" name="Line 9"/>
          <p:cNvSpPr>
            <a:spLocks noChangeShapeType="1"/>
          </p:cNvSpPr>
          <p:nvPr/>
        </p:nvSpPr>
        <p:spPr bwMode="auto">
          <a:xfrm>
            <a:off x="4838701" y="4800600"/>
            <a:ext cx="35782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a:solidFill>
                <a:prstClr val="black"/>
              </a:solidFill>
              <a:latin typeface="Arial" panose="020B0604020202020204" pitchFamily="34" charset="0"/>
              <a:cs typeface="Arial" panose="020B0604020202020204" pitchFamily="34" charset="0"/>
            </a:endParaRPr>
          </a:p>
        </p:txBody>
      </p:sp>
      <p:sp>
        <p:nvSpPr>
          <p:cNvPr id="152588" name="Rectangle 11"/>
          <p:cNvSpPr>
            <a:spLocks noChangeArrowheads="1"/>
          </p:cNvSpPr>
          <p:nvPr/>
        </p:nvSpPr>
        <p:spPr bwMode="auto">
          <a:xfrm>
            <a:off x="4473576" y="4460876"/>
            <a:ext cx="3739807" cy="19688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marL="342900" indent="-342900" defTabSz="762000">
              <a:spcBef>
                <a:spcPct val="20000"/>
              </a:spcBef>
              <a:buFont typeface="Arial" panose="020B0604020202020204" pitchFamily="34" charset="0"/>
              <a:buChar char="•"/>
              <a:defRPr sz="3200">
                <a:solidFill>
                  <a:schemeClr val="tx1"/>
                </a:solidFill>
                <a:latin typeface="Calibri" panose="020F0502020204030204" pitchFamily="34" charset="0"/>
              </a:defRPr>
            </a:lvl1pPr>
            <a:lvl2pPr marL="571500" defTabSz="76200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7620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7620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7620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eaLnBrk="0" fontAlgn="base" hangingPunct="0">
              <a:lnSpc>
                <a:spcPct val="71000"/>
              </a:lnSpc>
              <a:spcBef>
                <a:spcPct val="18000"/>
              </a:spcBef>
              <a:spcAft>
                <a:spcPct val="0"/>
              </a:spcAft>
              <a:buNone/>
            </a:pPr>
            <a:r>
              <a:rPr kumimoji="1" lang="en-US" altLang="ko-KR" sz="1400" b="1">
                <a:solidFill>
                  <a:prstClr val="black"/>
                </a:solidFill>
                <a:latin typeface="Arial" panose="020B0604020202020204" pitchFamily="34" charset="0"/>
                <a:ea typeface="굴림" pitchFamily="34" charset="-127"/>
                <a:cs typeface="Arial" panose="020B0604020202020204" pitchFamily="34" charset="0"/>
              </a:rPr>
              <a:t>Binary</a:t>
            </a:r>
          </a:p>
          <a:p>
            <a:pPr lvl="1" eaLnBrk="0" fontAlgn="base" hangingPunct="0">
              <a:lnSpc>
                <a:spcPct val="71000"/>
              </a:lnSpc>
              <a:spcBef>
                <a:spcPct val="18000"/>
              </a:spcBef>
              <a:spcAft>
                <a:spcPct val="0"/>
              </a:spcAft>
              <a:buNone/>
            </a:pPr>
            <a:r>
              <a:rPr kumimoji="1" lang="en-US" altLang="ko-KR" sz="1400" b="1">
                <a:solidFill>
                  <a:prstClr val="black"/>
                </a:solidFill>
                <a:latin typeface="Arial" panose="020B0604020202020204" pitchFamily="34" charset="0"/>
                <a:ea typeface="굴림" pitchFamily="34" charset="-127"/>
                <a:cs typeface="Arial" panose="020B0604020202020204" pitchFamily="34" charset="0"/>
              </a:rPr>
              <a:t>Code	SELA	SELB	SELD</a:t>
            </a:r>
          </a:p>
          <a:p>
            <a:pPr lvl="1" eaLnBrk="0" fontAlgn="base" hangingPunct="0">
              <a:lnSpc>
                <a:spcPct val="71000"/>
              </a:lnSpc>
              <a:spcBef>
                <a:spcPct val="18000"/>
              </a:spcBef>
              <a:spcAft>
                <a:spcPct val="0"/>
              </a:spcAft>
              <a:buNone/>
            </a:pPr>
            <a:r>
              <a:rPr kumimoji="1" lang="en-US" altLang="ko-KR" sz="1400" b="1">
                <a:solidFill>
                  <a:prstClr val="black"/>
                </a:solidFill>
                <a:latin typeface="Arial" panose="020B0604020202020204" pitchFamily="34" charset="0"/>
                <a:ea typeface="굴림" pitchFamily="34" charset="-127"/>
                <a:cs typeface="Arial" panose="020B0604020202020204" pitchFamily="34" charset="0"/>
              </a:rPr>
              <a:t>000	Input	Input	None</a:t>
            </a:r>
          </a:p>
          <a:p>
            <a:pPr lvl="1" eaLnBrk="0" fontAlgn="base" hangingPunct="0">
              <a:lnSpc>
                <a:spcPct val="71000"/>
              </a:lnSpc>
              <a:spcBef>
                <a:spcPct val="18000"/>
              </a:spcBef>
              <a:spcAft>
                <a:spcPct val="0"/>
              </a:spcAft>
              <a:buNone/>
            </a:pPr>
            <a:r>
              <a:rPr kumimoji="1" lang="en-US" altLang="ko-KR" sz="1400" b="1">
                <a:solidFill>
                  <a:prstClr val="black"/>
                </a:solidFill>
                <a:latin typeface="Arial" panose="020B0604020202020204" pitchFamily="34" charset="0"/>
                <a:ea typeface="굴림" pitchFamily="34" charset="-127"/>
                <a:cs typeface="Arial" panose="020B0604020202020204" pitchFamily="34" charset="0"/>
              </a:rPr>
              <a:t>001	  R1	  R1	  R1</a:t>
            </a:r>
          </a:p>
          <a:p>
            <a:pPr lvl="1" eaLnBrk="0" fontAlgn="base" hangingPunct="0">
              <a:lnSpc>
                <a:spcPct val="71000"/>
              </a:lnSpc>
              <a:spcBef>
                <a:spcPct val="18000"/>
              </a:spcBef>
              <a:spcAft>
                <a:spcPct val="0"/>
              </a:spcAft>
              <a:buNone/>
            </a:pPr>
            <a:r>
              <a:rPr kumimoji="1" lang="en-US" altLang="ko-KR" sz="1400" b="1">
                <a:solidFill>
                  <a:prstClr val="black"/>
                </a:solidFill>
                <a:latin typeface="Arial" panose="020B0604020202020204" pitchFamily="34" charset="0"/>
                <a:ea typeface="굴림" pitchFamily="34" charset="-127"/>
                <a:cs typeface="Arial" panose="020B0604020202020204" pitchFamily="34" charset="0"/>
              </a:rPr>
              <a:t>010	  R2	  R2	  R2</a:t>
            </a:r>
          </a:p>
          <a:p>
            <a:pPr lvl="1" eaLnBrk="0" fontAlgn="base" hangingPunct="0">
              <a:lnSpc>
                <a:spcPct val="71000"/>
              </a:lnSpc>
              <a:spcBef>
                <a:spcPct val="18000"/>
              </a:spcBef>
              <a:spcAft>
                <a:spcPct val="0"/>
              </a:spcAft>
              <a:buNone/>
            </a:pPr>
            <a:r>
              <a:rPr kumimoji="1" lang="en-US" altLang="ko-KR" sz="1400" b="1">
                <a:solidFill>
                  <a:prstClr val="black"/>
                </a:solidFill>
                <a:latin typeface="Arial" panose="020B0604020202020204" pitchFamily="34" charset="0"/>
                <a:ea typeface="굴림" pitchFamily="34" charset="-127"/>
                <a:cs typeface="Arial" panose="020B0604020202020204" pitchFamily="34" charset="0"/>
              </a:rPr>
              <a:t>011	  R3	  R3	  R3</a:t>
            </a:r>
          </a:p>
          <a:p>
            <a:pPr lvl="1" eaLnBrk="0" fontAlgn="base" hangingPunct="0">
              <a:lnSpc>
                <a:spcPct val="71000"/>
              </a:lnSpc>
              <a:spcBef>
                <a:spcPct val="18000"/>
              </a:spcBef>
              <a:spcAft>
                <a:spcPct val="0"/>
              </a:spcAft>
              <a:buNone/>
            </a:pPr>
            <a:r>
              <a:rPr kumimoji="1" lang="en-US" altLang="ko-KR" sz="1400" b="1">
                <a:solidFill>
                  <a:prstClr val="black"/>
                </a:solidFill>
                <a:latin typeface="Arial" panose="020B0604020202020204" pitchFamily="34" charset="0"/>
                <a:ea typeface="굴림" pitchFamily="34" charset="-127"/>
                <a:cs typeface="Arial" panose="020B0604020202020204" pitchFamily="34" charset="0"/>
              </a:rPr>
              <a:t>100	  R4	  R4	  R4</a:t>
            </a:r>
          </a:p>
          <a:p>
            <a:pPr lvl="1" eaLnBrk="0" fontAlgn="base" hangingPunct="0">
              <a:lnSpc>
                <a:spcPct val="71000"/>
              </a:lnSpc>
              <a:spcBef>
                <a:spcPct val="18000"/>
              </a:spcBef>
              <a:spcAft>
                <a:spcPct val="0"/>
              </a:spcAft>
              <a:buNone/>
            </a:pPr>
            <a:r>
              <a:rPr kumimoji="1" lang="en-US" altLang="ko-KR" sz="1400" b="1">
                <a:solidFill>
                  <a:prstClr val="black"/>
                </a:solidFill>
                <a:latin typeface="Arial" panose="020B0604020202020204" pitchFamily="34" charset="0"/>
                <a:ea typeface="굴림" pitchFamily="34" charset="-127"/>
                <a:cs typeface="Arial" panose="020B0604020202020204" pitchFamily="34" charset="0"/>
              </a:rPr>
              <a:t>101	  R5	  R5	  R5</a:t>
            </a:r>
          </a:p>
          <a:p>
            <a:pPr lvl="1" eaLnBrk="0" fontAlgn="base" hangingPunct="0">
              <a:lnSpc>
                <a:spcPct val="71000"/>
              </a:lnSpc>
              <a:spcBef>
                <a:spcPct val="18000"/>
              </a:spcBef>
              <a:spcAft>
                <a:spcPct val="0"/>
              </a:spcAft>
              <a:buNone/>
            </a:pPr>
            <a:r>
              <a:rPr kumimoji="1" lang="en-US" altLang="ko-KR" sz="1400" b="1">
                <a:solidFill>
                  <a:prstClr val="black"/>
                </a:solidFill>
                <a:latin typeface="Arial" panose="020B0604020202020204" pitchFamily="34" charset="0"/>
                <a:ea typeface="굴림" pitchFamily="34" charset="-127"/>
                <a:cs typeface="Arial" panose="020B0604020202020204" pitchFamily="34" charset="0"/>
              </a:rPr>
              <a:t>110	  R6	  R6	  R6</a:t>
            </a:r>
          </a:p>
          <a:p>
            <a:pPr lvl="1" eaLnBrk="0" fontAlgn="base" hangingPunct="0">
              <a:lnSpc>
                <a:spcPct val="71000"/>
              </a:lnSpc>
              <a:spcBef>
                <a:spcPct val="18000"/>
              </a:spcBef>
              <a:spcAft>
                <a:spcPct val="0"/>
              </a:spcAft>
              <a:buNone/>
            </a:pPr>
            <a:r>
              <a:rPr kumimoji="1" lang="en-US" altLang="ko-KR" sz="1400" b="1">
                <a:solidFill>
                  <a:prstClr val="black"/>
                </a:solidFill>
                <a:latin typeface="Arial" panose="020B0604020202020204" pitchFamily="34" charset="0"/>
                <a:ea typeface="굴림" pitchFamily="34" charset="-127"/>
                <a:cs typeface="Arial" panose="020B0604020202020204" pitchFamily="34" charset="0"/>
              </a:rPr>
              <a:t>111	  R7	  R7	  R7</a:t>
            </a:r>
          </a:p>
        </p:txBody>
      </p:sp>
      <p:grpSp>
        <p:nvGrpSpPr>
          <p:cNvPr id="152589" name="Group 12"/>
          <p:cNvGrpSpPr>
            <a:grpSpLocks/>
          </p:cNvGrpSpPr>
          <p:nvPr/>
        </p:nvGrpSpPr>
        <p:grpSpPr bwMode="auto">
          <a:xfrm>
            <a:off x="3786188" y="3595692"/>
            <a:ext cx="3605212" cy="477838"/>
            <a:chOff x="1539" y="2385"/>
            <a:chExt cx="2271" cy="301"/>
          </a:xfrm>
        </p:grpSpPr>
        <p:sp>
          <p:nvSpPr>
            <p:cNvPr id="152590" name="Rectangle 13"/>
            <p:cNvSpPr>
              <a:spLocks noChangeArrowheads="1"/>
            </p:cNvSpPr>
            <p:nvPr/>
          </p:nvSpPr>
          <p:spPr bwMode="auto">
            <a:xfrm>
              <a:off x="1539" y="2525"/>
              <a:ext cx="374" cy="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76200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7620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7620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7620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0" fontAlgn="base" hangingPunct="0">
                <a:lnSpc>
                  <a:spcPct val="90000"/>
                </a:lnSpc>
                <a:spcBef>
                  <a:spcPct val="0"/>
                </a:spcBef>
                <a:spcAft>
                  <a:spcPct val="0"/>
                </a:spcAft>
                <a:buNone/>
              </a:pPr>
              <a:r>
                <a:rPr kumimoji="1" lang="en-US" altLang="ko-KR" sz="1200" b="1">
                  <a:solidFill>
                    <a:srgbClr val="000000"/>
                  </a:solidFill>
                  <a:latin typeface="Arial" panose="020B0604020202020204" pitchFamily="34" charset="0"/>
                  <a:ea typeface="굴림" pitchFamily="34" charset="-127"/>
                  <a:cs typeface="Arial" panose="020B0604020202020204" pitchFamily="34" charset="0"/>
                </a:rPr>
                <a:t>SELA</a:t>
              </a:r>
            </a:p>
          </p:txBody>
        </p:sp>
        <p:sp>
          <p:nvSpPr>
            <p:cNvPr id="152591" name="Rectangle 14"/>
            <p:cNvSpPr>
              <a:spLocks noChangeArrowheads="1"/>
            </p:cNvSpPr>
            <p:nvPr/>
          </p:nvSpPr>
          <p:spPr bwMode="auto">
            <a:xfrm>
              <a:off x="2087" y="2525"/>
              <a:ext cx="374" cy="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76200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7620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7620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7620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0" fontAlgn="base" hangingPunct="0">
                <a:lnSpc>
                  <a:spcPct val="90000"/>
                </a:lnSpc>
                <a:spcBef>
                  <a:spcPct val="0"/>
                </a:spcBef>
                <a:spcAft>
                  <a:spcPct val="0"/>
                </a:spcAft>
                <a:buNone/>
              </a:pPr>
              <a:r>
                <a:rPr kumimoji="1" lang="en-US" altLang="ko-KR" sz="1200" b="1">
                  <a:solidFill>
                    <a:srgbClr val="000000"/>
                  </a:solidFill>
                  <a:latin typeface="Arial" panose="020B0604020202020204" pitchFamily="34" charset="0"/>
                  <a:ea typeface="굴림" pitchFamily="34" charset="-127"/>
                  <a:cs typeface="Arial" panose="020B0604020202020204" pitchFamily="34" charset="0"/>
                </a:rPr>
                <a:t>SELB</a:t>
              </a:r>
            </a:p>
          </p:txBody>
        </p:sp>
        <p:sp>
          <p:nvSpPr>
            <p:cNvPr id="152592" name="Rectangle 15"/>
            <p:cNvSpPr>
              <a:spLocks noChangeArrowheads="1"/>
            </p:cNvSpPr>
            <p:nvPr/>
          </p:nvSpPr>
          <p:spPr bwMode="auto">
            <a:xfrm>
              <a:off x="2625" y="2525"/>
              <a:ext cx="374" cy="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76200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7620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7620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7620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0" fontAlgn="base" hangingPunct="0">
                <a:lnSpc>
                  <a:spcPct val="90000"/>
                </a:lnSpc>
                <a:spcBef>
                  <a:spcPct val="0"/>
                </a:spcBef>
                <a:spcAft>
                  <a:spcPct val="0"/>
                </a:spcAft>
                <a:buNone/>
              </a:pPr>
              <a:r>
                <a:rPr kumimoji="1" lang="en-US" altLang="ko-KR" sz="1200" b="1">
                  <a:solidFill>
                    <a:srgbClr val="000000"/>
                  </a:solidFill>
                  <a:latin typeface="Arial" panose="020B0604020202020204" pitchFamily="34" charset="0"/>
                  <a:ea typeface="굴림" pitchFamily="34" charset="-127"/>
                  <a:cs typeface="Arial" panose="020B0604020202020204" pitchFamily="34" charset="0"/>
                </a:rPr>
                <a:t>SELD</a:t>
              </a:r>
            </a:p>
          </p:txBody>
        </p:sp>
        <p:sp>
          <p:nvSpPr>
            <p:cNvPr id="152593" name="Rectangle 16"/>
            <p:cNvSpPr>
              <a:spLocks noChangeArrowheads="1"/>
            </p:cNvSpPr>
            <p:nvPr/>
          </p:nvSpPr>
          <p:spPr bwMode="auto">
            <a:xfrm>
              <a:off x="3289" y="2525"/>
              <a:ext cx="325" cy="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76200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7620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7620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7620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0" fontAlgn="base" hangingPunct="0">
                <a:lnSpc>
                  <a:spcPct val="90000"/>
                </a:lnSpc>
                <a:spcBef>
                  <a:spcPct val="0"/>
                </a:spcBef>
                <a:spcAft>
                  <a:spcPct val="0"/>
                </a:spcAft>
                <a:buNone/>
              </a:pPr>
              <a:r>
                <a:rPr kumimoji="1" lang="en-US" altLang="ko-KR" sz="1200" b="1">
                  <a:solidFill>
                    <a:srgbClr val="000000"/>
                  </a:solidFill>
                  <a:latin typeface="Arial" panose="020B0604020202020204" pitchFamily="34" charset="0"/>
                  <a:ea typeface="굴림" pitchFamily="34" charset="-127"/>
                  <a:cs typeface="Arial" panose="020B0604020202020204" pitchFamily="34" charset="0"/>
                </a:rPr>
                <a:t>OPR</a:t>
              </a:r>
            </a:p>
          </p:txBody>
        </p:sp>
        <p:sp>
          <p:nvSpPr>
            <p:cNvPr id="152594" name="Rectangle 17"/>
            <p:cNvSpPr>
              <a:spLocks noChangeArrowheads="1"/>
            </p:cNvSpPr>
            <p:nvPr/>
          </p:nvSpPr>
          <p:spPr bwMode="auto">
            <a:xfrm>
              <a:off x="1702" y="2385"/>
              <a:ext cx="169" cy="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76200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7620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7620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7620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0" fontAlgn="base" hangingPunct="0">
                <a:lnSpc>
                  <a:spcPct val="90000"/>
                </a:lnSpc>
                <a:spcBef>
                  <a:spcPct val="0"/>
                </a:spcBef>
                <a:spcAft>
                  <a:spcPct val="0"/>
                </a:spcAft>
                <a:buNone/>
              </a:pPr>
              <a:r>
                <a:rPr kumimoji="1" lang="en-US" altLang="ko-KR" sz="1200" b="1">
                  <a:solidFill>
                    <a:srgbClr val="000000"/>
                  </a:solidFill>
                  <a:latin typeface="Arial" panose="020B0604020202020204" pitchFamily="34" charset="0"/>
                  <a:ea typeface="굴림" pitchFamily="34" charset="-127"/>
                  <a:cs typeface="Arial" panose="020B0604020202020204" pitchFamily="34" charset="0"/>
                </a:rPr>
                <a:t>3</a:t>
              </a:r>
            </a:p>
          </p:txBody>
        </p:sp>
        <p:sp>
          <p:nvSpPr>
            <p:cNvPr id="152595" name="Rectangle 18"/>
            <p:cNvSpPr>
              <a:spLocks noChangeArrowheads="1"/>
            </p:cNvSpPr>
            <p:nvPr/>
          </p:nvSpPr>
          <p:spPr bwMode="auto">
            <a:xfrm>
              <a:off x="2250" y="2385"/>
              <a:ext cx="169" cy="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76200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7620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7620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7620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0" fontAlgn="base" hangingPunct="0">
                <a:lnSpc>
                  <a:spcPct val="90000"/>
                </a:lnSpc>
                <a:spcBef>
                  <a:spcPct val="0"/>
                </a:spcBef>
                <a:spcAft>
                  <a:spcPct val="0"/>
                </a:spcAft>
                <a:buNone/>
              </a:pPr>
              <a:r>
                <a:rPr kumimoji="1" lang="en-US" altLang="ko-KR" sz="1200" b="1">
                  <a:solidFill>
                    <a:srgbClr val="000000"/>
                  </a:solidFill>
                  <a:latin typeface="Arial" panose="020B0604020202020204" pitchFamily="34" charset="0"/>
                  <a:ea typeface="굴림" pitchFamily="34" charset="-127"/>
                  <a:cs typeface="Arial" panose="020B0604020202020204" pitchFamily="34" charset="0"/>
                </a:rPr>
                <a:t>3</a:t>
              </a:r>
            </a:p>
          </p:txBody>
        </p:sp>
        <p:sp>
          <p:nvSpPr>
            <p:cNvPr id="152596" name="Rectangle 19"/>
            <p:cNvSpPr>
              <a:spLocks noChangeArrowheads="1"/>
            </p:cNvSpPr>
            <p:nvPr/>
          </p:nvSpPr>
          <p:spPr bwMode="auto">
            <a:xfrm>
              <a:off x="2798" y="2385"/>
              <a:ext cx="169" cy="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76200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7620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7620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7620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0" fontAlgn="base" hangingPunct="0">
                <a:lnSpc>
                  <a:spcPct val="90000"/>
                </a:lnSpc>
                <a:spcBef>
                  <a:spcPct val="0"/>
                </a:spcBef>
                <a:spcAft>
                  <a:spcPct val="0"/>
                </a:spcAft>
                <a:buNone/>
              </a:pPr>
              <a:r>
                <a:rPr kumimoji="1" lang="en-US" altLang="ko-KR" sz="1200" b="1">
                  <a:solidFill>
                    <a:srgbClr val="000000"/>
                  </a:solidFill>
                  <a:latin typeface="Arial" panose="020B0604020202020204" pitchFamily="34" charset="0"/>
                  <a:ea typeface="굴림" pitchFamily="34" charset="-127"/>
                  <a:cs typeface="Arial" panose="020B0604020202020204" pitchFamily="34" charset="0"/>
                </a:rPr>
                <a:t>3</a:t>
              </a:r>
            </a:p>
          </p:txBody>
        </p:sp>
        <p:sp>
          <p:nvSpPr>
            <p:cNvPr id="152597" name="Rectangle 20"/>
            <p:cNvSpPr>
              <a:spLocks noChangeArrowheads="1"/>
            </p:cNvSpPr>
            <p:nvPr/>
          </p:nvSpPr>
          <p:spPr bwMode="auto">
            <a:xfrm>
              <a:off x="3395" y="2385"/>
              <a:ext cx="169" cy="1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defTabSz="7620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76200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7620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7620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7620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0" fontAlgn="base" hangingPunct="0">
                <a:lnSpc>
                  <a:spcPct val="90000"/>
                </a:lnSpc>
                <a:spcBef>
                  <a:spcPct val="0"/>
                </a:spcBef>
                <a:spcAft>
                  <a:spcPct val="0"/>
                </a:spcAft>
                <a:buNone/>
              </a:pPr>
              <a:r>
                <a:rPr kumimoji="1" lang="en-US" altLang="ko-KR" sz="1200" b="1">
                  <a:solidFill>
                    <a:srgbClr val="000000"/>
                  </a:solidFill>
                  <a:latin typeface="Arial" panose="020B0604020202020204" pitchFamily="34" charset="0"/>
                  <a:ea typeface="굴림" pitchFamily="34" charset="-127"/>
                  <a:cs typeface="Arial" panose="020B0604020202020204" pitchFamily="34" charset="0"/>
                </a:rPr>
                <a:t>5</a:t>
              </a:r>
            </a:p>
          </p:txBody>
        </p:sp>
        <p:sp>
          <p:nvSpPr>
            <p:cNvPr id="152598" name="Rectangle 21"/>
            <p:cNvSpPr>
              <a:spLocks noChangeArrowheads="1"/>
            </p:cNvSpPr>
            <p:nvPr/>
          </p:nvSpPr>
          <p:spPr bwMode="auto">
            <a:xfrm>
              <a:off x="1542" y="2520"/>
              <a:ext cx="2268" cy="150"/>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fontAlgn="base">
                <a:spcBef>
                  <a:spcPct val="0"/>
                </a:spcBef>
                <a:spcAft>
                  <a:spcPct val="0"/>
                </a:spcAft>
                <a:buNone/>
              </a:pPr>
              <a:endParaRPr lang="en-US" altLang="en-US" sz="1800">
                <a:solidFill>
                  <a:prstClr val="black"/>
                </a:solidFill>
                <a:latin typeface="Arial" panose="020B0604020202020204" pitchFamily="34" charset="0"/>
                <a:cs typeface="Arial" panose="020B0604020202020204" pitchFamily="34" charset="0"/>
              </a:endParaRPr>
            </a:p>
          </p:txBody>
        </p:sp>
        <p:sp>
          <p:nvSpPr>
            <p:cNvPr id="152599" name="Line 22"/>
            <p:cNvSpPr>
              <a:spLocks noChangeShapeType="1"/>
            </p:cNvSpPr>
            <p:nvPr/>
          </p:nvSpPr>
          <p:spPr bwMode="auto">
            <a:xfrm>
              <a:off x="2004" y="2520"/>
              <a:ext cx="0" cy="14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a:solidFill>
                  <a:prstClr val="black"/>
                </a:solidFill>
                <a:latin typeface="Arial" panose="020B0604020202020204" pitchFamily="34" charset="0"/>
                <a:cs typeface="Arial" panose="020B0604020202020204" pitchFamily="34" charset="0"/>
              </a:endParaRPr>
            </a:p>
          </p:txBody>
        </p:sp>
        <p:sp>
          <p:nvSpPr>
            <p:cNvPr id="152600" name="Line 23"/>
            <p:cNvSpPr>
              <a:spLocks noChangeShapeType="1"/>
            </p:cNvSpPr>
            <p:nvPr/>
          </p:nvSpPr>
          <p:spPr bwMode="auto">
            <a:xfrm>
              <a:off x="2532" y="2526"/>
              <a:ext cx="0" cy="15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a:solidFill>
                  <a:prstClr val="black"/>
                </a:solidFill>
                <a:latin typeface="Arial" panose="020B0604020202020204" pitchFamily="34" charset="0"/>
                <a:cs typeface="Arial" panose="020B0604020202020204" pitchFamily="34" charset="0"/>
              </a:endParaRPr>
            </a:p>
          </p:txBody>
        </p:sp>
        <p:sp>
          <p:nvSpPr>
            <p:cNvPr id="152601" name="Line 24"/>
            <p:cNvSpPr>
              <a:spLocks noChangeShapeType="1"/>
            </p:cNvSpPr>
            <p:nvPr/>
          </p:nvSpPr>
          <p:spPr bwMode="auto">
            <a:xfrm>
              <a:off x="3138" y="2532"/>
              <a:ext cx="0" cy="14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a:solidFill>
                  <a:prstClr val="black"/>
                </a:solidFill>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2426654242"/>
      </p:ext>
    </p:extLst>
  </p:cSld>
  <p:clrMapOvr>
    <a:masterClrMapping/>
  </p:clrMapOvr>
  <p:transition/>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Footer Placeholder 4"/>
          <p:cNvSpPr>
            <a:spLocks noGrp="1"/>
          </p:cNvSpPr>
          <p:nvPr>
            <p:ph type="ftr" sz="quarter" idx="11"/>
          </p:nvPr>
        </p:nvSpPr>
        <p:spPr/>
        <p:txBody>
          <a:bodyPr/>
          <a:lstStyle/>
          <a:p>
            <a:pPr fontAlgn="base">
              <a:spcBef>
                <a:spcPct val="0"/>
              </a:spcBef>
              <a:spcAft>
                <a:spcPct val="0"/>
              </a:spcAft>
              <a:defRPr/>
            </a:pPr>
            <a:r>
              <a:rPr lang="en-US">
                <a:solidFill>
                  <a:prstClr val="black">
                    <a:tint val="75000"/>
                  </a:prstClr>
                </a:solidFill>
              </a:rPr>
              <a:t>cpe 252: Computer Organization</a:t>
            </a:r>
          </a:p>
        </p:txBody>
      </p:sp>
      <p:sp>
        <p:nvSpPr>
          <p:cNvPr id="153603"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fontAlgn="base">
              <a:spcBef>
                <a:spcPct val="0"/>
              </a:spcBef>
              <a:spcAft>
                <a:spcPct val="0"/>
              </a:spcAft>
              <a:buNone/>
            </a:pPr>
            <a:fld id="{3EA2BD83-84DD-4842-8F8E-51EA680899AD}" type="slidenum">
              <a:rPr lang="en-US" altLang="en-US" sz="1200">
                <a:solidFill>
                  <a:srgbClr val="898989"/>
                </a:solidFill>
                <a:latin typeface="Arial" panose="020B0604020202020204" pitchFamily="34" charset="0"/>
                <a:cs typeface="Arial" panose="020B0604020202020204" pitchFamily="34" charset="0"/>
              </a:rPr>
              <a:pPr fontAlgn="base">
                <a:spcBef>
                  <a:spcPct val="0"/>
                </a:spcBef>
                <a:spcAft>
                  <a:spcPct val="0"/>
                </a:spcAft>
                <a:buNone/>
              </a:pPr>
              <a:t>67</a:t>
            </a:fld>
            <a:endParaRPr lang="en-US" altLang="en-US" sz="1200">
              <a:solidFill>
                <a:srgbClr val="898989"/>
              </a:solidFill>
              <a:latin typeface="Arial" panose="020B0604020202020204" pitchFamily="34" charset="0"/>
              <a:cs typeface="Arial" panose="020B0604020202020204" pitchFamily="34" charset="0"/>
            </a:endParaRPr>
          </a:p>
        </p:txBody>
      </p:sp>
      <p:sp>
        <p:nvSpPr>
          <p:cNvPr id="153604" name="Rectangle 2"/>
          <p:cNvSpPr>
            <a:spLocks noGrp="1" noChangeArrowheads="1"/>
          </p:cNvSpPr>
          <p:nvPr>
            <p:ph type="title"/>
          </p:nvPr>
        </p:nvSpPr>
        <p:spPr>
          <a:xfrm>
            <a:off x="2484438" y="179389"/>
            <a:ext cx="7385050" cy="649287"/>
          </a:xfrm>
        </p:spPr>
        <p:txBody>
          <a:bodyPr vert="horz" wrap="square" lIns="63500" tIns="25400" rIns="63500" bIns="25400" numCol="1" anchor="ctr" anchorCtr="0" compatLnSpc="1">
            <a:prstTxWarp prst="textNoShape">
              <a:avLst/>
            </a:prstTxWarp>
          </a:bodyPr>
          <a:lstStyle/>
          <a:p>
            <a:r>
              <a:rPr lang="en-US" altLang="ko-KR" sz="3200">
                <a:ea typeface="굴림" pitchFamily="34" charset="-127"/>
              </a:rPr>
              <a:t>ALU  CONTROL</a:t>
            </a:r>
          </a:p>
        </p:txBody>
      </p:sp>
      <p:sp>
        <p:nvSpPr>
          <p:cNvPr id="153605" name="Rectangle 3"/>
          <p:cNvSpPr>
            <a:spLocks noChangeArrowheads="1"/>
          </p:cNvSpPr>
          <p:nvPr/>
        </p:nvSpPr>
        <p:spPr bwMode="auto">
          <a:xfrm>
            <a:off x="2025651" y="917576"/>
            <a:ext cx="3097213" cy="328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3500" tIns="25400" rIns="63500" bIns="25400">
            <a:spAutoFit/>
          </a:bodyPr>
          <a:lstStyle>
            <a:lvl1pPr defTabSz="7620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76200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7620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7620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7620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0" fontAlgn="base" hangingPunct="0">
              <a:lnSpc>
                <a:spcPct val="90000"/>
              </a:lnSpc>
              <a:spcBef>
                <a:spcPct val="0"/>
              </a:spcBef>
              <a:spcAft>
                <a:spcPct val="0"/>
              </a:spcAft>
              <a:buNone/>
            </a:pPr>
            <a:r>
              <a:rPr kumimoji="1" lang="en-US" altLang="ko-KR" sz="2000">
                <a:solidFill>
                  <a:prstClr val="black"/>
                </a:solidFill>
                <a:latin typeface="Times New Roman" panose="02020603050405020304" pitchFamily="18" charset="0"/>
                <a:ea typeface="굴림" pitchFamily="34" charset="-127"/>
                <a:cs typeface="Times New Roman" panose="02020603050405020304" pitchFamily="18" charset="0"/>
              </a:rPr>
              <a:t>Encoding of ALU operations</a:t>
            </a:r>
          </a:p>
        </p:txBody>
      </p:sp>
      <p:sp>
        <p:nvSpPr>
          <p:cNvPr id="153606" name="Rectangle 4"/>
          <p:cNvSpPr>
            <a:spLocks noChangeArrowheads="1"/>
          </p:cNvSpPr>
          <p:nvPr/>
        </p:nvSpPr>
        <p:spPr bwMode="auto">
          <a:xfrm>
            <a:off x="5772150" y="992188"/>
            <a:ext cx="4343400" cy="2595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63500" tIns="25400" rIns="63500" bIns="25400">
            <a:spAutoFit/>
          </a:bodyPr>
          <a:lstStyle>
            <a:lvl1pPr defTabSz="152400">
              <a:spcBef>
                <a:spcPct val="20000"/>
              </a:spcBef>
              <a:buFont typeface="Arial" panose="020B0604020202020204" pitchFamily="34" charset="0"/>
              <a:buChar char="•"/>
              <a:tabLst>
                <a:tab pos="774700" algn="l"/>
                <a:tab pos="2286000" algn="l"/>
              </a:tabLst>
              <a:defRPr sz="3200">
                <a:solidFill>
                  <a:schemeClr val="tx1"/>
                </a:solidFill>
                <a:latin typeface="Calibri" panose="020F0502020204030204" pitchFamily="34" charset="0"/>
              </a:defRPr>
            </a:lvl1pPr>
            <a:lvl2pPr marL="742950" indent="-285750" defTabSz="152400">
              <a:spcBef>
                <a:spcPct val="20000"/>
              </a:spcBef>
              <a:buFont typeface="Arial" panose="020B0604020202020204" pitchFamily="34" charset="0"/>
              <a:buChar char="–"/>
              <a:tabLst>
                <a:tab pos="774700" algn="l"/>
                <a:tab pos="2286000" algn="l"/>
              </a:tabLst>
              <a:defRPr sz="2800">
                <a:solidFill>
                  <a:schemeClr val="tx1"/>
                </a:solidFill>
                <a:latin typeface="Calibri" panose="020F0502020204030204" pitchFamily="34" charset="0"/>
              </a:defRPr>
            </a:lvl2pPr>
            <a:lvl3pPr marL="1143000" indent="-228600" defTabSz="152400">
              <a:spcBef>
                <a:spcPct val="20000"/>
              </a:spcBef>
              <a:buFont typeface="Arial" panose="020B0604020202020204" pitchFamily="34" charset="0"/>
              <a:buChar char="•"/>
              <a:tabLst>
                <a:tab pos="774700" algn="l"/>
                <a:tab pos="2286000" algn="l"/>
              </a:tabLst>
              <a:defRPr sz="2400">
                <a:solidFill>
                  <a:schemeClr val="tx1"/>
                </a:solidFill>
                <a:latin typeface="Calibri" panose="020F0502020204030204" pitchFamily="34" charset="0"/>
              </a:defRPr>
            </a:lvl3pPr>
            <a:lvl4pPr marL="1600200" indent="-228600" defTabSz="152400">
              <a:spcBef>
                <a:spcPct val="20000"/>
              </a:spcBef>
              <a:buFont typeface="Arial" panose="020B0604020202020204" pitchFamily="34" charset="0"/>
              <a:buChar char="–"/>
              <a:tabLst>
                <a:tab pos="774700" algn="l"/>
                <a:tab pos="2286000" algn="l"/>
              </a:tabLst>
              <a:defRPr sz="2000">
                <a:solidFill>
                  <a:schemeClr val="tx1"/>
                </a:solidFill>
                <a:latin typeface="Calibri" panose="020F0502020204030204" pitchFamily="34" charset="0"/>
              </a:defRPr>
            </a:lvl4pPr>
            <a:lvl5pPr marL="2057400" indent="-228600" defTabSz="152400">
              <a:spcBef>
                <a:spcPct val="20000"/>
              </a:spcBef>
              <a:buFont typeface="Arial" panose="020B0604020202020204" pitchFamily="34" charset="0"/>
              <a:buChar char="»"/>
              <a:tabLst>
                <a:tab pos="774700" algn="l"/>
                <a:tab pos="2286000" algn="l"/>
              </a:tabLst>
              <a:defRPr sz="2000">
                <a:solidFill>
                  <a:schemeClr val="tx1"/>
                </a:solidFill>
                <a:latin typeface="Calibri" panose="020F0502020204030204" pitchFamily="34" charset="0"/>
              </a:defRPr>
            </a:lvl5pPr>
            <a:lvl6pPr marL="2514600" indent="-228600" defTabSz="152400" eaLnBrk="0" fontAlgn="base" hangingPunct="0">
              <a:spcBef>
                <a:spcPct val="20000"/>
              </a:spcBef>
              <a:spcAft>
                <a:spcPct val="0"/>
              </a:spcAft>
              <a:buFont typeface="Arial" panose="020B0604020202020204" pitchFamily="34" charset="0"/>
              <a:buChar char="»"/>
              <a:tabLst>
                <a:tab pos="774700" algn="l"/>
                <a:tab pos="2286000" algn="l"/>
              </a:tabLst>
              <a:defRPr sz="2000">
                <a:solidFill>
                  <a:schemeClr val="tx1"/>
                </a:solidFill>
                <a:latin typeface="Calibri" panose="020F0502020204030204" pitchFamily="34" charset="0"/>
              </a:defRPr>
            </a:lvl6pPr>
            <a:lvl7pPr marL="2971800" indent="-228600" defTabSz="152400" eaLnBrk="0" fontAlgn="base" hangingPunct="0">
              <a:spcBef>
                <a:spcPct val="20000"/>
              </a:spcBef>
              <a:spcAft>
                <a:spcPct val="0"/>
              </a:spcAft>
              <a:buFont typeface="Arial" panose="020B0604020202020204" pitchFamily="34" charset="0"/>
              <a:buChar char="»"/>
              <a:tabLst>
                <a:tab pos="774700" algn="l"/>
                <a:tab pos="2286000" algn="l"/>
              </a:tabLst>
              <a:defRPr sz="2000">
                <a:solidFill>
                  <a:schemeClr val="tx1"/>
                </a:solidFill>
                <a:latin typeface="Calibri" panose="020F0502020204030204" pitchFamily="34" charset="0"/>
              </a:defRPr>
            </a:lvl7pPr>
            <a:lvl8pPr marL="3429000" indent="-228600" defTabSz="152400" eaLnBrk="0" fontAlgn="base" hangingPunct="0">
              <a:spcBef>
                <a:spcPct val="20000"/>
              </a:spcBef>
              <a:spcAft>
                <a:spcPct val="0"/>
              </a:spcAft>
              <a:buFont typeface="Arial" panose="020B0604020202020204" pitchFamily="34" charset="0"/>
              <a:buChar char="»"/>
              <a:tabLst>
                <a:tab pos="774700" algn="l"/>
                <a:tab pos="2286000" algn="l"/>
              </a:tabLst>
              <a:defRPr sz="2000">
                <a:solidFill>
                  <a:schemeClr val="tx1"/>
                </a:solidFill>
                <a:latin typeface="Calibri" panose="020F0502020204030204" pitchFamily="34" charset="0"/>
              </a:defRPr>
            </a:lvl8pPr>
            <a:lvl9pPr marL="3886200" indent="-228600" defTabSz="152400" eaLnBrk="0" fontAlgn="base" hangingPunct="0">
              <a:spcBef>
                <a:spcPct val="20000"/>
              </a:spcBef>
              <a:spcAft>
                <a:spcPct val="0"/>
              </a:spcAft>
              <a:buFont typeface="Arial" panose="020B0604020202020204" pitchFamily="34" charset="0"/>
              <a:buChar char="»"/>
              <a:tabLst>
                <a:tab pos="774700" algn="l"/>
                <a:tab pos="2286000" algn="l"/>
              </a:tabLst>
              <a:defRPr sz="2000">
                <a:solidFill>
                  <a:schemeClr val="tx1"/>
                </a:solidFill>
                <a:latin typeface="Calibri" panose="020F0502020204030204" pitchFamily="34" charset="0"/>
              </a:defRPr>
            </a:lvl9pPr>
          </a:lstStyle>
          <a:p>
            <a:pPr eaLnBrk="0" fontAlgn="base" hangingPunct="0">
              <a:lnSpc>
                <a:spcPct val="76000"/>
              </a:lnSpc>
              <a:spcBef>
                <a:spcPct val="16000"/>
              </a:spcBef>
              <a:spcAft>
                <a:spcPct val="0"/>
              </a:spcAft>
              <a:buNone/>
            </a:pPr>
            <a:r>
              <a:rPr kumimoji="1" lang="en-US" altLang="ko-KR" sz="1400" b="1">
                <a:solidFill>
                  <a:prstClr val="black"/>
                </a:solidFill>
                <a:latin typeface="Arial" panose="020B0604020202020204" pitchFamily="34" charset="0"/>
                <a:ea typeface="굴림" pitchFamily="34" charset="-127"/>
                <a:cs typeface="Arial" panose="020B0604020202020204" pitchFamily="34" charset="0"/>
              </a:rPr>
              <a:t> </a:t>
            </a:r>
            <a:r>
              <a:rPr kumimoji="1" lang="en-US" altLang="ko-KR" sz="1400" b="1">
                <a:solidFill>
                  <a:prstClr val="black"/>
                </a:solidFill>
                <a:latin typeface="Times New Roman" panose="02020603050405020304" pitchFamily="18" charset="0"/>
                <a:ea typeface="굴림" pitchFamily="34" charset="-127"/>
                <a:cs typeface="Times New Roman" panose="02020603050405020304" pitchFamily="18" charset="0"/>
              </a:rPr>
              <a:t>OPR</a:t>
            </a:r>
          </a:p>
          <a:p>
            <a:pPr eaLnBrk="0" fontAlgn="base" hangingPunct="0">
              <a:lnSpc>
                <a:spcPct val="76000"/>
              </a:lnSpc>
              <a:spcBef>
                <a:spcPct val="16000"/>
              </a:spcBef>
              <a:spcAft>
                <a:spcPct val="0"/>
              </a:spcAft>
              <a:buNone/>
            </a:pPr>
            <a:r>
              <a:rPr kumimoji="1" lang="en-US" altLang="ko-KR" sz="1400" b="1">
                <a:solidFill>
                  <a:prstClr val="black"/>
                </a:solidFill>
                <a:latin typeface="Times New Roman" panose="02020603050405020304" pitchFamily="18" charset="0"/>
                <a:ea typeface="굴림" pitchFamily="34" charset="-127"/>
                <a:cs typeface="Times New Roman" panose="02020603050405020304" pitchFamily="18" charset="0"/>
              </a:rPr>
              <a:t>Select	Operation	Symbol	</a:t>
            </a:r>
          </a:p>
          <a:p>
            <a:pPr eaLnBrk="0" fontAlgn="base" hangingPunct="0">
              <a:lnSpc>
                <a:spcPct val="76000"/>
              </a:lnSpc>
              <a:spcBef>
                <a:spcPct val="16000"/>
              </a:spcBef>
              <a:spcAft>
                <a:spcPct val="0"/>
              </a:spcAft>
              <a:buNone/>
            </a:pPr>
            <a:r>
              <a:rPr kumimoji="1" lang="en-US" altLang="ko-KR" sz="1400" b="1">
                <a:solidFill>
                  <a:prstClr val="black"/>
                </a:solidFill>
                <a:latin typeface="Times New Roman" panose="02020603050405020304" pitchFamily="18" charset="0"/>
                <a:ea typeface="굴림" pitchFamily="34" charset="-127"/>
                <a:cs typeface="Times New Roman" panose="02020603050405020304" pitchFamily="18" charset="0"/>
              </a:rPr>
              <a:t>00000	Transfer A	TSFA</a:t>
            </a:r>
          </a:p>
          <a:p>
            <a:pPr eaLnBrk="0" fontAlgn="base" hangingPunct="0">
              <a:lnSpc>
                <a:spcPct val="76000"/>
              </a:lnSpc>
              <a:spcBef>
                <a:spcPct val="16000"/>
              </a:spcBef>
              <a:spcAft>
                <a:spcPct val="0"/>
              </a:spcAft>
              <a:buNone/>
            </a:pPr>
            <a:r>
              <a:rPr kumimoji="1" lang="en-US" altLang="ko-KR" sz="1400" b="1">
                <a:solidFill>
                  <a:prstClr val="black"/>
                </a:solidFill>
                <a:latin typeface="Times New Roman" panose="02020603050405020304" pitchFamily="18" charset="0"/>
                <a:ea typeface="굴림" pitchFamily="34" charset="-127"/>
                <a:cs typeface="Times New Roman" panose="02020603050405020304" pitchFamily="18" charset="0"/>
              </a:rPr>
              <a:t>00001	Increment A	INCA</a:t>
            </a:r>
          </a:p>
          <a:p>
            <a:pPr eaLnBrk="0" fontAlgn="base" hangingPunct="0">
              <a:lnSpc>
                <a:spcPct val="76000"/>
              </a:lnSpc>
              <a:spcBef>
                <a:spcPct val="16000"/>
              </a:spcBef>
              <a:spcAft>
                <a:spcPct val="0"/>
              </a:spcAft>
              <a:buNone/>
            </a:pPr>
            <a:r>
              <a:rPr kumimoji="1" lang="en-US" altLang="ko-KR" sz="1400" b="1">
                <a:solidFill>
                  <a:prstClr val="black"/>
                </a:solidFill>
                <a:latin typeface="Times New Roman" panose="02020603050405020304" pitchFamily="18" charset="0"/>
                <a:ea typeface="굴림" pitchFamily="34" charset="-127"/>
                <a:cs typeface="Times New Roman" panose="02020603050405020304" pitchFamily="18" charset="0"/>
              </a:rPr>
              <a:t>00010	ADD A + B	ADD</a:t>
            </a:r>
          </a:p>
          <a:p>
            <a:pPr eaLnBrk="0" fontAlgn="base" hangingPunct="0">
              <a:lnSpc>
                <a:spcPct val="76000"/>
              </a:lnSpc>
              <a:spcBef>
                <a:spcPct val="16000"/>
              </a:spcBef>
              <a:spcAft>
                <a:spcPct val="0"/>
              </a:spcAft>
              <a:buNone/>
            </a:pPr>
            <a:r>
              <a:rPr kumimoji="1" lang="en-US" altLang="ko-KR" sz="1400" b="1">
                <a:solidFill>
                  <a:prstClr val="black"/>
                </a:solidFill>
                <a:latin typeface="Times New Roman" panose="02020603050405020304" pitchFamily="18" charset="0"/>
                <a:ea typeface="굴림" pitchFamily="34" charset="-127"/>
                <a:cs typeface="Times New Roman" panose="02020603050405020304" pitchFamily="18" charset="0"/>
              </a:rPr>
              <a:t>00101	Subtract A - B	SUB</a:t>
            </a:r>
          </a:p>
          <a:p>
            <a:pPr eaLnBrk="0" fontAlgn="base" hangingPunct="0">
              <a:lnSpc>
                <a:spcPct val="76000"/>
              </a:lnSpc>
              <a:spcBef>
                <a:spcPct val="16000"/>
              </a:spcBef>
              <a:spcAft>
                <a:spcPct val="0"/>
              </a:spcAft>
              <a:buNone/>
            </a:pPr>
            <a:r>
              <a:rPr kumimoji="1" lang="en-US" altLang="ko-KR" sz="1400" b="1">
                <a:solidFill>
                  <a:prstClr val="black"/>
                </a:solidFill>
                <a:latin typeface="Times New Roman" panose="02020603050405020304" pitchFamily="18" charset="0"/>
                <a:ea typeface="굴림" pitchFamily="34" charset="-127"/>
                <a:cs typeface="Times New Roman" panose="02020603050405020304" pitchFamily="18" charset="0"/>
              </a:rPr>
              <a:t>00110	Decrement A	DECA</a:t>
            </a:r>
          </a:p>
          <a:p>
            <a:pPr eaLnBrk="0" fontAlgn="base" hangingPunct="0">
              <a:lnSpc>
                <a:spcPct val="76000"/>
              </a:lnSpc>
              <a:spcBef>
                <a:spcPct val="16000"/>
              </a:spcBef>
              <a:spcAft>
                <a:spcPct val="0"/>
              </a:spcAft>
              <a:buNone/>
            </a:pPr>
            <a:r>
              <a:rPr kumimoji="1" lang="en-US" altLang="ko-KR" sz="1400" b="1">
                <a:solidFill>
                  <a:prstClr val="black"/>
                </a:solidFill>
                <a:latin typeface="Times New Roman" panose="02020603050405020304" pitchFamily="18" charset="0"/>
                <a:ea typeface="굴림" pitchFamily="34" charset="-127"/>
                <a:cs typeface="Times New Roman" panose="02020603050405020304" pitchFamily="18" charset="0"/>
              </a:rPr>
              <a:t>01000	AND A and B	AND</a:t>
            </a:r>
          </a:p>
          <a:p>
            <a:pPr eaLnBrk="0" fontAlgn="base" hangingPunct="0">
              <a:lnSpc>
                <a:spcPct val="76000"/>
              </a:lnSpc>
              <a:spcBef>
                <a:spcPct val="16000"/>
              </a:spcBef>
              <a:spcAft>
                <a:spcPct val="0"/>
              </a:spcAft>
              <a:buNone/>
            </a:pPr>
            <a:r>
              <a:rPr kumimoji="1" lang="en-US" altLang="ko-KR" sz="1400" b="1">
                <a:solidFill>
                  <a:prstClr val="black"/>
                </a:solidFill>
                <a:latin typeface="Times New Roman" panose="02020603050405020304" pitchFamily="18" charset="0"/>
                <a:ea typeface="굴림" pitchFamily="34" charset="-127"/>
                <a:cs typeface="Times New Roman" panose="02020603050405020304" pitchFamily="18" charset="0"/>
              </a:rPr>
              <a:t>01010	OR A and B	OR</a:t>
            </a:r>
          </a:p>
          <a:p>
            <a:pPr eaLnBrk="0" fontAlgn="base" hangingPunct="0">
              <a:lnSpc>
                <a:spcPct val="76000"/>
              </a:lnSpc>
              <a:spcBef>
                <a:spcPct val="16000"/>
              </a:spcBef>
              <a:spcAft>
                <a:spcPct val="0"/>
              </a:spcAft>
              <a:buNone/>
            </a:pPr>
            <a:r>
              <a:rPr kumimoji="1" lang="en-US" altLang="ko-KR" sz="1400" b="1">
                <a:solidFill>
                  <a:prstClr val="black"/>
                </a:solidFill>
                <a:latin typeface="Times New Roman" panose="02020603050405020304" pitchFamily="18" charset="0"/>
                <a:ea typeface="굴림" pitchFamily="34" charset="-127"/>
                <a:cs typeface="Times New Roman" panose="02020603050405020304" pitchFamily="18" charset="0"/>
              </a:rPr>
              <a:t>01100	XOR A and B	XOR</a:t>
            </a:r>
          </a:p>
          <a:p>
            <a:pPr eaLnBrk="0" fontAlgn="base" hangingPunct="0">
              <a:lnSpc>
                <a:spcPct val="76000"/>
              </a:lnSpc>
              <a:spcBef>
                <a:spcPct val="16000"/>
              </a:spcBef>
              <a:spcAft>
                <a:spcPct val="0"/>
              </a:spcAft>
              <a:buNone/>
            </a:pPr>
            <a:r>
              <a:rPr kumimoji="1" lang="en-US" altLang="ko-KR" sz="1400" b="1">
                <a:solidFill>
                  <a:prstClr val="black"/>
                </a:solidFill>
                <a:latin typeface="Times New Roman" panose="02020603050405020304" pitchFamily="18" charset="0"/>
                <a:ea typeface="굴림" pitchFamily="34" charset="-127"/>
                <a:cs typeface="Times New Roman" panose="02020603050405020304" pitchFamily="18" charset="0"/>
              </a:rPr>
              <a:t>01110	Complement A	COMA</a:t>
            </a:r>
          </a:p>
          <a:p>
            <a:pPr eaLnBrk="0" fontAlgn="base" hangingPunct="0">
              <a:lnSpc>
                <a:spcPct val="76000"/>
              </a:lnSpc>
              <a:spcBef>
                <a:spcPct val="16000"/>
              </a:spcBef>
              <a:spcAft>
                <a:spcPct val="0"/>
              </a:spcAft>
              <a:buNone/>
            </a:pPr>
            <a:r>
              <a:rPr kumimoji="1" lang="en-US" altLang="ko-KR" sz="1400" b="1">
                <a:solidFill>
                  <a:prstClr val="black"/>
                </a:solidFill>
                <a:latin typeface="Times New Roman" panose="02020603050405020304" pitchFamily="18" charset="0"/>
                <a:ea typeface="굴림" pitchFamily="34" charset="-127"/>
                <a:cs typeface="Times New Roman" panose="02020603050405020304" pitchFamily="18" charset="0"/>
              </a:rPr>
              <a:t>10000	Shift right A	SHRA</a:t>
            </a:r>
          </a:p>
          <a:p>
            <a:pPr eaLnBrk="0" fontAlgn="base" hangingPunct="0">
              <a:lnSpc>
                <a:spcPct val="76000"/>
              </a:lnSpc>
              <a:spcBef>
                <a:spcPct val="16000"/>
              </a:spcBef>
              <a:spcAft>
                <a:spcPct val="0"/>
              </a:spcAft>
              <a:buNone/>
            </a:pPr>
            <a:r>
              <a:rPr kumimoji="1" lang="en-US" altLang="ko-KR" sz="1400" b="1">
                <a:solidFill>
                  <a:prstClr val="black"/>
                </a:solidFill>
                <a:latin typeface="Times New Roman" panose="02020603050405020304" pitchFamily="18" charset="0"/>
                <a:ea typeface="굴림" pitchFamily="34" charset="-127"/>
                <a:cs typeface="Times New Roman" panose="02020603050405020304" pitchFamily="18" charset="0"/>
              </a:rPr>
              <a:t>11000	Shift left A	SHLA</a:t>
            </a:r>
          </a:p>
        </p:txBody>
      </p:sp>
      <p:sp>
        <p:nvSpPr>
          <p:cNvPr id="153607" name="Rectangle 5"/>
          <p:cNvSpPr>
            <a:spLocks noChangeArrowheads="1"/>
          </p:cNvSpPr>
          <p:nvPr/>
        </p:nvSpPr>
        <p:spPr bwMode="auto">
          <a:xfrm>
            <a:off x="5762625" y="925514"/>
            <a:ext cx="3086100" cy="2619375"/>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fontAlgn="base">
              <a:spcBef>
                <a:spcPct val="0"/>
              </a:spcBef>
              <a:spcAft>
                <a:spcPct val="0"/>
              </a:spcAft>
              <a:buNone/>
            </a:pPr>
            <a:endParaRPr lang="en-US" altLang="en-US" sz="1800">
              <a:solidFill>
                <a:prstClr val="black"/>
              </a:solidFill>
              <a:latin typeface="Arial" panose="020B0604020202020204" pitchFamily="34" charset="0"/>
              <a:cs typeface="Arial" panose="020B0604020202020204" pitchFamily="34" charset="0"/>
            </a:endParaRPr>
          </a:p>
        </p:txBody>
      </p:sp>
      <p:sp>
        <p:nvSpPr>
          <p:cNvPr id="153608" name="Line 6"/>
          <p:cNvSpPr>
            <a:spLocks noChangeShapeType="1"/>
          </p:cNvSpPr>
          <p:nvPr/>
        </p:nvSpPr>
        <p:spPr bwMode="auto">
          <a:xfrm>
            <a:off x="5762626" y="1376363"/>
            <a:ext cx="30956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a:solidFill>
                <a:prstClr val="black"/>
              </a:solidFill>
              <a:latin typeface="Arial" panose="020B0604020202020204" pitchFamily="34" charset="0"/>
              <a:cs typeface="Arial" panose="020B0604020202020204" pitchFamily="34" charset="0"/>
            </a:endParaRPr>
          </a:p>
        </p:txBody>
      </p:sp>
      <p:sp>
        <p:nvSpPr>
          <p:cNvPr id="153609" name="Rectangle 7"/>
          <p:cNvSpPr>
            <a:spLocks noChangeArrowheads="1"/>
          </p:cNvSpPr>
          <p:nvPr/>
        </p:nvSpPr>
        <p:spPr bwMode="auto">
          <a:xfrm>
            <a:off x="2025651" y="3717925"/>
            <a:ext cx="3749675" cy="312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63500" tIns="25400" rIns="63500" bIns="25400">
            <a:spAutoFit/>
          </a:bodyPr>
          <a:lstStyle>
            <a:lvl1pPr defTabSz="7620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defTabSz="76200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7620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7620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7620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0" fontAlgn="base" hangingPunct="0">
              <a:lnSpc>
                <a:spcPct val="85000"/>
              </a:lnSpc>
              <a:spcBef>
                <a:spcPct val="0"/>
              </a:spcBef>
              <a:spcAft>
                <a:spcPct val="0"/>
              </a:spcAft>
              <a:buNone/>
            </a:pPr>
            <a:r>
              <a:rPr kumimoji="1" lang="en-US" altLang="ko-KR" sz="2000">
                <a:solidFill>
                  <a:prstClr val="black"/>
                </a:solidFill>
                <a:latin typeface="Times New Roman" panose="02020603050405020304" pitchFamily="18" charset="0"/>
                <a:ea typeface="굴림" pitchFamily="34" charset="-127"/>
                <a:cs typeface="Times New Roman" panose="02020603050405020304" pitchFamily="18" charset="0"/>
              </a:rPr>
              <a:t>Examples of ALU Microoperations</a:t>
            </a:r>
          </a:p>
        </p:txBody>
      </p:sp>
      <p:sp>
        <p:nvSpPr>
          <p:cNvPr id="153610" name="Rectangle 8"/>
          <p:cNvSpPr>
            <a:spLocks noChangeArrowheads="1"/>
          </p:cNvSpPr>
          <p:nvPr/>
        </p:nvSpPr>
        <p:spPr bwMode="auto">
          <a:xfrm>
            <a:off x="4659314" y="4108450"/>
            <a:ext cx="5824537" cy="5019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63500" tIns="25400" rIns="63500" bIns="25400">
            <a:spAutoFit/>
          </a:bodyPr>
          <a:lstStyle>
            <a:lvl1pPr defTabSz="152400">
              <a:spcBef>
                <a:spcPct val="20000"/>
              </a:spcBef>
              <a:buFont typeface="Arial" panose="020B0604020202020204" pitchFamily="34" charset="0"/>
              <a:buChar char="•"/>
              <a:tabLst>
                <a:tab pos="1308100" algn="l"/>
                <a:tab pos="1841500" algn="l"/>
                <a:tab pos="2425700" algn="l"/>
                <a:tab pos="3009900" algn="l"/>
                <a:tab pos="3670300" algn="l"/>
              </a:tabLst>
              <a:defRPr sz="3200">
                <a:solidFill>
                  <a:schemeClr val="tx1"/>
                </a:solidFill>
                <a:latin typeface="Calibri" panose="020F0502020204030204" pitchFamily="34" charset="0"/>
              </a:defRPr>
            </a:lvl1pPr>
            <a:lvl2pPr marL="742950" indent="-285750" defTabSz="152400">
              <a:spcBef>
                <a:spcPct val="20000"/>
              </a:spcBef>
              <a:buFont typeface="Arial" panose="020B0604020202020204" pitchFamily="34" charset="0"/>
              <a:buChar char="–"/>
              <a:tabLst>
                <a:tab pos="1308100" algn="l"/>
                <a:tab pos="1841500" algn="l"/>
                <a:tab pos="2425700" algn="l"/>
                <a:tab pos="3009900" algn="l"/>
                <a:tab pos="3670300" algn="l"/>
              </a:tabLst>
              <a:defRPr sz="2800">
                <a:solidFill>
                  <a:schemeClr val="tx1"/>
                </a:solidFill>
                <a:latin typeface="Calibri" panose="020F0502020204030204" pitchFamily="34" charset="0"/>
              </a:defRPr>
            </a:lvl2pPr>
            <a:lvl3pPr marL="1143000" indent="-228600" defTabSz="152400">
              <a:spcBef>
                <a:spcPct val="20000"/>
              </a:spcBef>
              <a:buFont typeface="Arial" panose="020B0604020202020204" pitchFamily="34" charset="0"/>
              <a:buChar char="•"/>
              <a:tabLst>
                <a:tab pos="1308100" algn="l"/>
                <a:tab pos="1841500" algn="l"/>
                <a:tab pos="2425700" algn="l"/>
                <a:tab pos="3009900" algn="l"/>
                <a:tab pos="3670300" algn="l"/>
              </a:tabLst>
              <a:defRPr sz="2400">
                <a:solidFill>
                  <a:schemeClr val="tx1"/>
                </a:solidFill>
                <a:latin typeface="Calibri" panose="020F0502020204030204" pitchFamily="34" charset="0"/>
              </a:defRPr>
            </a:lvl3pPr>
            <a:lvl4pPr marL="1600200" indent="-228600" defTabSz="152400">
              <a:spcBef>
                <a:spcPct val="20000"/>
              </a:spcBef>
              <a:buFont typeface="Arial" panose="020B0604020202020204" pitchFamily="34" charset="0"/>
              <a:buChar char="–"/>
              <a:tabLst>
                <a:tab pos="1308100" algn="l"/>
                <a:tab pos="1841500" algn="l"/>
                <a:tab pos="2425700" algn="l"/>
                <a:tab pos="3009900" algn="l"/>
                <a:tab pos="3670300" algn="l"/>
              </a:tabLst>
              <a:defRPr sz="2000">
                <a:solidFill>
                  <a:schemeClr val="tx1"/>
                </a:solidFill>
                <a:latin typeface="Calibri" panose="020F0502020204030204" pitchFamily="34" charset="0"/>
              </a:defRPr>
            </a:lvl4pPr>
            <a:lvl5pPr marL="2057400" indent="-228600" defTabSz="152400">
              <a:spcBef>
                <a:spcPct val="20000"/>
              </a:spcBef>
              <a:buFont typeface="Arial" panose="020B0604020202020204" pitchFamily="34" charset="0"/>
              <a:buChar char="»"/>
              <a:tabLst>
                <a:tab pos="1308100" algn="l"/>
                <a:tab pos="1841500" algn="l"/>
                <a:tab pos="2425700" algn="l"/>
                <a:tab pos="3009900" algn="l"/>
                <a:tab pos="3670300" algn="l"/>
              </a:tabLst>
              <a:defRPr sz="2000">
                <a:solidFill>
                  <a:schemeClr val="tx1"/>
                </a:solidFill>
                <a:latin typeface="Calibri" panose="020F0502020204030204" pitchFamily="34" charset="0"/>
              </a:defRPr>
            </a:lvl5pPr>
            <a:lvl6pPr marL="2514600" indent="-228600" defTabSz="152400" eaLnBrk="0" fontAlgn="base" hangingPunct="0">
              <a:spcBef>
                <a:spcPct val="20000"/>
              </a:spcBef>
              <a:spcAft>
                <a:spcPct val="0"/>
              </a:spcAft>
              <a:buFont typeface="Arial" panose="020B0604020202020204" pitchFamily="34" charset="0"/>
              <a:buChar char="»"/>
              <a:tabLst>
                <a:tab pos="1308100" algn="l"/>
                <a:tab pos="1841500" algn="l"/>
                <a:tab pos="2425700" algn="l"/>
                <a:tab pos="3009900" algn="l"/>
                <a:tab pos="3670300" algn="l"/>
              </a:tabLst>
              <a:defRPr sz="2000">
                <a:solidFill>
                  <a:schemeClr val="tx1"/>
                </a:solidFill>
                <a:latin typeface="Calibri" panose="020F0502020204030204" pitchFamily="34" charset="0"/>
              </a:defRPr>
            </a:lvl6pPr>
            <a:lvl7pPr marL="2971800" indent="-228600" defTabSz="152400" eaLnBrk="0" fontAlgn="base" hangingPunct="0">
              <a:spcBef>
                <a:spcPct val="20000"/>
              </a:spcBef>
              <a:spcAft>
                <a:spcPct val="0"/>
              </a:spcAft>
              <a:buFont typeface="Arial" panose="020B0604020202020204" pitchFamily="34" charset="0"/>
              <a:buChar char="»"/>
              <a:tabLst>
                <a:tab pos="1308100" algn="l"/>
                <a:tab pos="1841500" algn="l"/>
                <a:tab pos="2425700" algn="l"/>
                <a:tab pos="3009900" algn="l"/>
                <a:tab pos="3670300" algn="l"/>
              </a:tabLst>
              <a:defRPr sz="2000">
                <a:solidFill>
                  <a:schemeClr val="tx1"/>
                </a:solidFill>
                <a:latin typeface="Calibri" panose="020F0502020204030204" pitchFamily="34" charset="0"/>
              </a:defRPr>
            </a:lvl7pPr>
            <a:lvl8pPr marL="3429000" indent="-228600" defTabSz="152400" eaLnBrk="0" fontAlgn="base" hangingPunct="0">
              <a:spcBef>
                <a:spcPct val="20000"/>
              </a:spcBef>
              <a:spcAft>
                <a:spcPct val="0"/>
              </a:spcAft>
              <a:buFont typeface="Arial" panose="020B0604020202020204" pitchFamily="34" charset="0"/>
              <a:buChar char="»"/>
              <a:tabLst>
                <a:tab pos="1308100" algn="l"/>
                <a:tab pos="1841500" algn="l"/>
                <a:tab pos="2425700" algn="l"/>
                <a:tab pos="3009900" algn="l"/>
                <a:tab pos="3670300" algn="l"/>
              </a:tabLst>
              <a:defRPr sz="2000">
                <a:solidFill>
                  <a:schemeClr val="tx1"/>
                </a:solidFill>
                <a:latin typeface="Calibri" panose="020F0502020204030204" pitchFamily="34" charset="0"/>
              </a:defRPr>
            </a:lvl8pPr>
            <a:lvl9pPr marL="3886200" indent="-228600" defTabSz="152400" eaLnBrk="0" fontAlgn="base" hangingPunct="0">
              <a:spcBef>
                <a:spcPct val="20000"/>
              </a:spcBef>
              <a:spcAft>
                <a:spcPct val="0"/>
              </a:spcAft>
              <a:buFont typeface="Arial" panose="020B0604020202020204" pitchFamily="34" charset="0"/>
              <a:buChar char="»"/>
              <a:tabLst>
                <a:tab pos="1308100" algn="l"/>
                <a:tab pos="1841500" algn="l"/>
                <a:tab pos="2425700" algn="l"/>
                <a:tab pos="3009900" algn="l"/>
                <a:tab pos="3670300" algn="l"/>
              </a:tabLst>
              <a:defRPr sz="2000">
                <a:solidFill>
                  <a:schemeClr val="tx1"/>
                </a:solidFill>
                <a:latin typeface="Calibri" panose="020F0502020204030204" pitchFamily="34" charset="0"/>
              </a:defRPr>
            </a:lvl9pPr>
          </a:lstStyle>
          <a:p>
            <a:pPr eaLnBrk="0" fontAlgn="base" hangingPunct="0">
              <a:lnSpc>
                <a:spcPct val="106000"/>
              </a:lnSpc>
              <a:spcBef>
                <a:spcPct val="32000"/>
              </a:spcBef>
              <a:spcAft>
                <a:spcPct val="0"/>
              </a:spcAft>
              <a:buNone/>
            </a:pPr>
            <a:r>
              <a:rPr kumimoji="1" lang="en-US" altLang="ko-KR" sz="1200" b="1">
                <a:solidFill>
                  <a:prstClr val="black"/>
                </a:solidFill>
                <a:latin typeface="Arial" panose="020B0604020202020204" pitchFamily="34" charset="0"/>
                <a:ea typeface="굴림" pitchFamily="34" charset="-127"/>
                <a:cs typeface="Arial" panose="020B0604020202020204" pitchFamily="34" charset="0"/>
              </a:rPr>
              <a:t>	   Symbolic Designation</a:t>
            </a:r>
          </a:p>
          <a:p>
            <a:pPr eaLnBrk="0" fontAlgn="base" hangingPunct="0">
              <a:lnSpc>
                <a:spcPct val="106000"/>
              </a:lnSpc>
              <a:spcBef>
                <a:spcPct val="32000"/>
              </a:spcBef>
              <a:spcAft>
                <a:spcPct val="0"/>
              </a:spcAft>
              <a:buNone/>
            </a:pPr>
            <a:r>
              <a:rPr kumimoji="1" lang="en-US" altLang="ko-KR" sz="1200" b="1">
                <a:solidFill>
                  <a:prstClr val="black"/>
                </a:solidFill>
                <a:latin typeface="Arial" panose="020B0604020202020204" pitchFamily="34" charset="0"/>
                <a:ea typeface="굴림" pitchFamily="34" charset="-127"/>
                <a:cs typeface="Arial" panose="020B0604020202020204" pitchFamily="34" charset="0"/>
              </a:rPr>
              <a:t>Microoperation	SELA	SELB	SELD	OPR	   Control Word</a:t>
            </a:r>
          </a:p>
        </p:txBody>
      </p:sp>
      <p:sp>
        <p:nvSpPr>
          <p:cNvPr id="153611" name="Rectangle 9"/>
          <p:cNvSpPr>
            <a:spLocks noChangeArrowheads="1"/>
          </p:cNvSpPr>
          <p:nvPr/>
        </p:nvSpPr>
        <p:spPr bwMode="auto">
          <a:xfrm>
            <a:off x="4454526" y="4135438"/>
            <a:ext cx="5554663" cy="2317750"/>
          </a:xfrm>
          <a:prstGeom prst="rect">
            <a:avLst/>
          </a:prstGeom>
          <a:noFill/>
          <a:ln w="2540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fontAlgn="base">
              <a:spcBef>
                <a:spcPct val="0"/>
              </a:spcBef>
              <a:spcAft>
                <a:spcPct val="0"/>
              </a:spcAft>
              <a:buNone/>
            </a:pPr>
            <a:endParaRPr lang="en-US" altLang="en-US" sz="1800">
              <a:solidFill>
                <a:prstClr val="black"/>
              </a:solidFill>
              <a:latin typeface="Arial" panose="020B0604020202020204" pitchFamily="34" charset="0"/>
              <a:cs typeface="Arial" panose="020B0604020202020204" pitchFamily="34" charset="0"/>
            </a:endParaRPr>
          </a:p>
        </p:txBody>
      </p:sp>
      <p:sp>
        <p:nvSpPr>
          <p:cNvPr id="153612" name="Line 10"/>
          <p:cNvSpPr>
            <a:spLocks noChangeShapeType="1"/>
          </p:cNvSpPr>
          <p:nvPr/>
        </p:nvSpPr>
        <p:spPr bwMode="auto">
          <a:xfrm>
            <a:off x="4462463" y="4614863"/>
            <a:ext cx="5573712"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a:solidFill>
                <a:prstClr val="black"/>
              </a:solidFill>
              <a:latin typeface="Arial" panose="020B0604020202020204" pitchFamily="34" charset="0"/>
              <a:cs typeface="Arial" panose="020B0604020202020204" pitchFamily="34" charset="0"/>
            </a:endParaRPr>
          </a:p>
        </p:txBody>
      </p:sp>
      <p:sp>
        <p:nvSpPr>
          <p:cNvPr id="153613" name="Line 11"/>
          <p:cNvSpPr>
            <a:spLocks noChangeShapeType="1"/>
          </p:cNvSpPr>
          <p:nvPr/>
        </p:nvSpPr>
        <p:spPr bwMode="auto">
          <a:xfrm>
            <a:off x="5984876" y="4360863"/>
            <a:ext cx="2105025" cy="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eaLnBrk="0" fontAlgn="base" hangingPunct="0">
              <a:spcBef>
                <a:spcPct val="0"/>
              </a:spcBef>
              <a:spcAft>
                <a:spcPct val="0"/>
              </a:spcAft>
            </a:pPr>
            <a:endParaRPr lang="en-US">
              <a:solidFill>
                <a:prstClr val="black"/>
              </a:solidFill>
              <a:latin typeface="Arial" panose="020B0604020202020204" pitchFamily="34" charset="0"/>
              <a:cs typeface="Arial" panose="020B0604020202020204" pitchFamily="34" charset="0"/>
            </a:endParaRPr>
          </a:p>
        </p:txBody>
      </p:sp>
      <p:sp>
        <p:nvSpPr>
          <p:cNvPr id="153614" name="Rectangle 13"/>
          <p:cNvSpPr>
            <a:spLocks noChangeArrowheads="1"/>
          </p:cNvSpPr>
          <p:nvPr/>
        </p:nvSpPr>
        <p:spPr bwMode="auto">
          <a:xfrm>
            <a:off x="4079875" y="4573588"/>
            <a:ext cx="6918818" cy="1914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wrap="none" lIns="90488" tIns="44450" rIns="90488" bIns="44450">
            <a:spAutoFit/>
          </a:bodyPr>
          <a:lstStyle>
            <a:lvl1pPr marL="342900" indent="-342900" defTabSz="762000">
              <a:spcBef>
                <a:spcPct val="20000"/>
              </a:spcBef>
              <a:buFont typeface="Arial" panose="020B0604020202020204" pitchFamily="34" charset="0"/>
              <a:buChar char="•"/>
              <a:defRPr sz="3200">
                <a:solidFill>
                  <a:schemeClr val="tx1"/>
                </a:solidFill>
                <a:latin typeface="Calibri" panose="020F0502020204030204" pitchFamily="34" charset="0"/>
              </a:defRPr>
            </a:lvl1pPr>
            <a:lvl2pPr marL="571500" defTabSz="76200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defTabSz="7620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defTabSz="7620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defTabSz="7620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defTabSz="7620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eaLnBrk="0" fontAlgn="base" hangingPunct="0">
              <a:lnSpc>
                <a:spcPct val="113000"/>
              </a:lnSpc>
              <a:spcBef>
                <a:spcPct val="12000"/>
              </a:spcBef>
              <a:spcAft>
                <a:spcPct val="0"/>
              </a:spcAft>
              <a:buNone/>
            </a:pPr>
            <a:r>
              <a:rPr kumimoji="1" lang="en-US" altLang="ko-KR" sz="1200" b="1">
                <a:solidFill>
                  <a:prstClr val="black"/>
                </a:solidFill>
                <a:latin typeface="Arial" panose="020B0604020202020204" pitchFamily="34" charset="0"/>
                <a:ea typeface="굴림" pitchFamily="34" charset="-127"/>
                <a:cs typeface="Arial" panose="020B0604020202020204" pitchFamily="34" charset="0"/>
              </a:rPr>
              <a:t>R1 </a:t>
            </a:r>
            <a:r>
              <a:rPr kumimoji="1" lang="en-US" altLang="ko-KR" sz="1200" b="1">
                <a:solidFill>
                  <a:prstClr val="black"/>
                </a:solidFill>
                <a:latin typeface="Symbol" panose="05050102010706020507" pitchFamily="18" charset="2"/>
                <a:ea typeface="굴림" pitchFamily="34" charset="-127"/>
                <a:cs typeface="Arial" panose="020B0604020202020204" pitchFamily="34" charset="0"/>
              </a:rPr>
              <a:t></a:t>
            </a:r>
            <a:r>
              <a:rPr kumimoji="1" lang="en-US" altLang="ko-KR" sz="1200" b="1">
                <a:solidFill>
                  <a:prstClr val="black"/>
                </a:solidFill>
                <a:latin typeface="Arial" panose="020B0604020202020204" pitchFamily="34" charset="0"/>
                <a:ea typeface="굴림" pitchFamily="34" charset="-127"/>
                <a:cs typeface="Arial" panose="020B0604020202020204" pitchFamily="34" charset="0"/>
              </a:rPr>
              <a:t> R2 - R3               R2             R3	 R1       SUB          010  011  001  00101</a:t>
            </a:r>
          </a:p>
          <a:p>
            <a:pPr lvl="1" eaLnBrk="0" fontAlgn="base" hangingPunct="0">
              <a:lnSpc>
                <a:spcPct val="113000"/>
              </a:lnSpc>
              <a:spcBef>
                <a:spcPct val="12000"/>
              </a:spcBef>
              <a:spcAft>
                <a:spcPct val="0"/>
              </a:spcAft>
              <a:buNone/>
            </a:pPr>
            <a:r>
              <a:rPr kumimoji="1" lang="en-US" altLang="ko-KR" sz="1200" b="1">
                <a:solidFill>
                  <a:prstClr val="black"/>
                </a:solidFill>
                <a:latin typeface="Arial" panose="020B0604020202020204" pitchFamily="34" charset="0"/>
                <a:ea typeface="굴림" pitchFamily="34" charset="-127"/>
                <a:cs typeface="Arial" panose="020B0604020202020204" pitchFamily="34" charset="0"/>
              </a:rPr>
              <a:t>R4 </a:t>
            </a:r>
            <a:r>
              <a:rPr kumimoji="1" lang="en-US" altLang="ko-KR" sz="1200" b="1">
                <a:solidFill>
                  <a:prstClr val="black"/>
                </a:solidFill>
                <a:latin typeface="Symbol" panose="05050102010706020507" pitchFamily="18" charset="2"/>
                <a:ea typeface="굴림" pitchFamily="34" charset="-127"/>
                <a:cs typeface="Arial" panose="020B0604020202020204" pitchFamily="34" charset="0"/>
              </a:rPr>
              <a:t></a:t>
            </a:r>
            <a:r>
              <a:rPr kumimoji="1" lang="en-US" altLang="ko-KR" sz="1200" b="1">
                <a:solidFill>
                  <a:prstClr val="black"/>
                </a:solidFill>
                <a:latin typeface="Arial" panose="020B0604020202020204" pitchFamily="34" charset="0"/>
                <a:ea typeface="굴림" pitchFamily="34" charset="-127"/>
                <a:cs typeface="Arial" panose="020B0604020202020204" pitchFamily="34" charset="0"/>
              </a:rPr>
              <a:t> R4 </a:t>
            </a:r>
            <a:r>
              <a:rPr kumimoji="1" lang="en-US" altLang="ko-KR" sz="1200" b="1">
                <a:solidFill>
                  <a:prstClr val="black"/>
                </a:solidFill>
                <a:latin typeface="Symbol" panose="05050102010706020507" pitchFamily="18" charset="2"/>
                <a:ea typeface="굴림" pitchFamily="34" charset="-127"/>
                <a:cs typeface="Arial" panose="020B0604020202020204" pitchFamily="34" charset="0"/>
              </a:rPr>
              <a:t></a:t>
            </a:r>
            <a:r>
              <a:rPr kumimoji="1" lang="en-US" altLang="ko-KR" sz="1200" b="1">
                <a:solidFill>
                  <a:prstClr val="black"/>
                </a:solidFill>
                <a:latin typeface="Arial" panose="020B0604020202020204" pitchFamily="34" charset="0"/>
                <a:ea typeface="굴림" pitchFamily="34" charset="-127"/>
                <a:cs typeface="Arial" panose="020B0604020202020204" pitchFamily="34" charset="0"/>
              </a:rPr>
              <a:t> R5              R4             R5	 R4        OR         100  101  100  01010</a:t>
            </a:r>
          </a:p>
          <a:p>
            <a:pPr lvl="1" eaLnBrk="0" fontAlgn="base" hangingPunct="0">
              <a:lnSpc>
                <a:spcPct val="113000"/>
              </a:lnSpc>
              <a:spcBef>
                <a:spcPct val="12000"/>
              </a:spcBef>
              <a:spcAft>
                <a:spcPct val="0"/>
              </a:spcAft>
              <a:buNone/>
            </a:pPr>
            <a:r>
              <a:rPr kumimoji="1" lang="en-US" altLang="ko-KR" sz="1200" b="1">
                <a:solidFill>
                  <a:prstClr val="black"/>
                </a:solidFill>
                <a:latin typeface="Arial" panose="020B0604020202020204" pitchFamily="34" charset="0"/>
                <a:ea typeface="굴림" pitchFamily="34" charset="-127"/>
                <a:cs typeface="Arial" panose="020B0604020202020204" pitchFamily="34" charset="0"/>
              </a:rPr>
              <a:t>R6 </a:t>
            </a:r>
            <a:r>
              <a:rPr kumimoji="1" lang="en-US" altLang="ko-KR" sz="1200" b="1">
                <a:solidFill>
                  <a:prstClr val="black"/>
                </a:solidFill>
                <a:latin typeface="Symbol" panose="05050102010706020507" pitchFamily="18" charset="2"/>
                <a:ea typeface="굴림" pitchFamily="34" charset="-127"/>
                <a:cs typeface="Arial" panose="020B0604020202020204" pitchFamily="34" charset="0"/>
              </a:rPr>
              <a:t></a:t>
            </a:r>
            <a:r>
              <a:rPr kumimoji="1" lang="en-US" altLang="ko-KR" sz="1200" b="1">
                <a:solidFill>
                  <a:prstClr val="black"/>
                </a:solidFill>
                <a:latin typeface="Arial" panose="020B0604020202020204" pitchFamily="34" charset="0"/>
                <a:ea typeface="굴림" pitchFamily="34" charset="-127"/>
                <a:cs typeface="Arial" panose="020B0604020202020204" pitchFamily="34" charset="0"/>
              </a:rPr>
              <a:t> R6 + 1	           R6	         -            R6       INCA        110  000  110  00001</a:t>
            </a:r>
          </a:p>
          <a:p>
            <a:pPr lvl="1" eaLnBrk="0" fontAlgn="base" hangingPunct="0">
              <a:lnSpc>
                <a:spcPct val="113000"/>
              </a:lnSpc>
              <a:spcBef>
                <a:spcPct val="12000"/>
              </a:spcBef>
              <a:spcAft>
                <a:spcPct val="0"/>
              </a:spcAft>
              <a:buNone/>
            </a:pPr>
            <a:r>
              <a:rPr kumimoji="1" lang="en-US" altLang="ko-KR" sz="1200" b="1">
                <a:solidFill>
                  <a:prstClr val="black"/>
                </a:solidFill>
                <a:latin typeface="Arial" panose="020B0604020202020204" pitchFamily="34" charset="0"/>
                <a:ea typeface="굴림" pitchFamily="34" charset="-127"/>
                <a:cs typeface="Arial" panose="020B0604020202020204" pitchFamily="34" charset="0"/>
              </a:rPr>
              <a:t>R7 </a:t>
            </a:r>
            <a:r>
              <a:rPr kumimoji="1" lang="en-US" altLang="ko-KR" sz="1200" b="1">
                <a:solidFill>
                  <a:prstClr val="black"/>
                </a:solidFill>
                <a:latin typeface="Symbol" panose="05050102010706020507" pitchFamily="18" charset="2"/>
                <a:ea typeface="굴림" pitchFamily="34" charset="-127"/>
                <a:cs typeface="Arial" panose="020B0604020202020204" pitchFamily="34" charset="0"/>
              </a:rPr>
              <a:t></a:t>
            </a:r>
            <a:r>
              <a:rPr kumimoji="1" lang="en-US" altLang="ko-KR" sz="1200" b="1">
                <a:solidFill>
                  <a:prstClr val="black"/>
                </a:solidFill>
                <a:latin typeface="Arial" panose="020B0604020202020204" pitchFamily="34" charset="0"/>
                <a:ea typeface="굴림" pitchFamily="34" charset="-127"/>
                <a:cs typeface="Arial" panose="020B0604020202020204" pitchFamily="34" charset="0"/>
              </a:rPr>
              <a:t> R1	           R1	        -	 R7       TSFA        001  000  111  00000</a:t>
            </a:r>
          </a:p>
          <a:p>
            <a:pPr lvl="1" eaLnBrk="0" fontAlgn="base" hangingPunct="0">
              <a:lnSpc>
                <a:spcPct val="113000"/>
              </a:lnSpc>
              <a:spcBef>
                <a:spcPct val="12000"/>
              </a:spcBef>
              <a:spcAft>
                <a:spcPct val="0"/>
              </a:spcAft>
              <a:buNone/>
            </a:pPr>
            <a:r>
              <a:rPr kumimoji="1" lang="en-US" altLang="ko-KR" sz="1200" b="1">
                <a:solidFill>
                  <a:prstClr val="black"/>
                </a:solidFill>
                <a:latin typeface="Arial" panose="020B0604020202020204" pitchFamily="34" charset="0"/>
                <a:ea typeface="굴림" pitchFamily="34" charset="-127"/>
                <a:cs typeface="Arial" panose="020B0604020202020204" pitchFamily="34" charset="0"/>
              </a:rPr>
              <a:t>Output </a:t>
            </a:r>
            <a:r>
              <a:rPr kumimoji="1" lang="en-US" altLang="ko-KR" sz="1200" b="1">
                <a:solidFill>
                  <a:prstClr val="black"/>
                </a:solidFill>
                <a:latin typeface="Symbol" panose="05050102010706020507" pitchFamily="18" charset="2"/>
                <a:ea typeface="굴림" pitchFamily="34" charset="-127"/>
                <a:cs typeface="Arial" panose="020B0604020202020204" pitchFamily="34" charset="0"/>
              </a:rPr>
              <a:t></a:t>
            </a:r>
            <a:r>
              <a:rPr kumimoji="1" lang="en-US" altLang="ko-KR" sz="1200" b="1">
                <a:solidFill>
                  <a:prstClr val="black"/>
                </a:solidFill>
                <a:latin typeface="Arial" panose="020B0604020202020204" pitchFamily="34" charset="0"/>
                <a:ea typeface="굴림" pitchFamily="34" charset="-127"/>
                <a:cs typeface="Arial" panose="020B0604020202020204" pitchFamily="34" charset="0"/>
              </a:rPr>
              <a:t> R2              R2	      -            None    TSFA         010  000  000  00000</a:t>
            </a:r>
          </a:p>
          <a:p>
            <a:pPr lvl="1" eaLnBrk="0" fontAlgn="base" hangingPunct="0">
              <a:lnSpc>
                <a:spcPct val="113000"/>
              </a:lnSpc>
              <a:spcBef>
                <a:spcPct val="12000"/>
              </a:spcBef>
              <a:spcAft>
                <a:spcPct val="0"/>
              </a:spcAft>
              <a:buNone/>
            </a:pPr>
            <a:r>
              <a:rPr kumimoji="1" lang="en-US" altLang="ko-KR" sz="1200" b="1">
                <a:solidFill>
                  <a:prstClr val="black"/>
                </a:solidFill>
                <a:latin typeface="Arial" panose="020B0604020202020204" pitchFamily="34" charset="0"/>
                <a:ea typeface="굴림" pitchFamily="34" charset="-127"/>
                <a:cs typeface="Arial" panose="020B0604020202020204" pitchFamily="34" charset="0"/>
              </a:rPr>
              <a:t>Output </a:t>
            </a:r>
            <a:r>
              <a:rPr kumimoji="1" lang="en-US" altLang="ko-KR" sz="1200" b="1">
                <a:solidFill>
                  <a:prstClr val="black"/>
                </a:solidFill>
                <a:latin typeface="Symbol" panose="05050102010706020507" pitchFamily="18" charset="2"/>
                <a:ea typeface="굴림" pitchFamily="34" charset="-127"/>
                <a:cs typeface="Arial" panose="020B0604020202020204" pitchFamily="34" charset="0"/>
              </a:rPr>
              <a:t></a:t>
            </a:r>
            <a:r>
              <a:rPr kumimoji="1" lang="en-US" altLang="ko-KR" sz="1200" b="1">
                <a:solidFill>
                  <a:prstClr val="black"/>
                </a:solidFill>
                <a:latin typeface="Arial" panose="020B0604020202020204" pitchFamily="34" charset="0"/>
                <a:ea typeface="굴림" pitchFamily="34" charset="-127"/>
                <a:cs typeface="Arial" panose="020B0604020202020204" pitchFamily="34" charset="0"/>
              </a:rPr>
              <a:t> Input       Input	         -          None    TSFA         000  000  000  00000</a:t>
            </a:r>
          </a:p>
          <a:p>
            <a:pPr lvl="1" eaLnBrk="0" fontAlgn="base" hangingPunct="0">
              <a:lnSpc>
                <a:spcPct val="113000"/>
              </a:lnSpc>
              <a:spcBef>
                <a:spcPct val="12000"/>
              </a:spcBef>
              <a:spcAft>
                <a:spcPct val="0"/>
              </a:spcAft>
              <a:buNone/>
            </a:pPr>
            <a:r>
              <a:rPr kumimoji="1" lang="en-US" altLang="ko-KR" sz="1200" b="1">
                <a:solidFill>
                  <a:prstClr val="black"/>
                </a:solidFill>
                <a:latin typeface="Arial" panose="020B0604020202020204" pitchFamily="34" charset="0"/>
                <a:ea typeface="굴림" pitchFamily="34" charset="-127"/>
                <a:cs typeface="Arial" panose="020B0604020202020204" pitchFamily="34" charset="0"/>
              </a:rPr>
              <a:t>R4 </a:t>
            </a:r>
            <a:r>
              <a:rPr kumimoji="1" lang="en-US" altLang="ko-KR" sz="1200" b="1">
                <a:solidFill>
                  <a:prstClr val="black"/>
                </a:solidFill>
                <a:latin typeface="Symbol" panose="05050102010706020507" pitchFamily="18" charset="2"/>
                <a:ea typeface="굴림" pitchFamily="34" charset="-127"/>
                <a:cs typeface="Arial" panose="020B0604020202020204" pitchFamily="34" charset="0"/>
              </a:rPr>
              <a:t></a:t>
            </a:r>
            <a:r>
              <a:rPr kumimoji="1" lang="en-US" altLang="ko-KR" sz="1200" b="1">
                <a:solidFill>
                  <a:prstClr val="black"/>
                </a:solidFill>
                <a:latin typeface="Arial" panose="020B0604020202020204" pitchFamily="34" charset="0"/>
                <a:ea typeface="굴림" pitchFamily="34" charset="-127"/>
                <a:cs typeface="Arial" panose="020B0604020202020204" pitchFamily="34" charset="0"/>
              </a:rPr>
              <a:t> shl R4	           R4	        -            R4      SHLA        100  000  100  11000</a:t>
            </a:r>
          </a:p>
          <a:p>
            <a:pPr lvl="1" eaLnBrk="0" fontAlgn="base" hangingPunct="0">
              <a:lnSpc>
                <a:spcPct val="113000"/>
              </a:lnSpc>
              <a:spcBef>
                <a:spcPct val="12000"/>
              </a:spcBef>
              <a:spcAft>
                <a:spcPct val="0"/>
              </a:spcAft>
              <a:buNone/>
            </a:pPr>
            <a:r>
              <a:rPr kumimoji="1" lang="en-US" altLang="ko-KR" sz="1200" b="1">
                <a:solidFill>
                  <a:prstClr val="black"/>
                </a:solidFill>
                <a:latin typeface="Arial" panose="020B0604020202020204" pitchFamily="34" charset="0"/>
                <a:ea typeface="굴림" pitchFamily="34" charset="-127"/>
                <a:cs typeface="Arial" panose="020B0604020202020204" pitchFamily="34" charset="0"/>
              </a:rPr>
              <a:t>R5 </a:t>
            </a:r>
            <a:r>
              <a:rPr kumimoji="1" lang="en-US" altLang="ko-KR" sz="1200" b="1">
                <a:solidFill>
                  <a:prstClr val="black"/>
                </a:solidFill>
                <a:latin typeface="Symbol" panose="05050102010706020507" pitchFamily="18" charset="2"/>
                <a:ea typeface="굴림" pitchFamily="34" charset="-127"/>
                <a:cs typeface="Arial" panose="020B0604020202020204" pitchFamily="34" charset="0"/>
              </a:rPr>
              <a:t></a:t>
            </a:r>
            <a:r>
              <a:rPr kumimoji="1" lang="en-US" altLang="ko-KR" sz="1200" b="1">
                <a:solidFill>
                  <a:prstClr val="black"/>
                </a:solidFill>
                <a:latin typeface="Arial" panose="020B0604020202020204" pitchFamily="34" charset="0"/>
                <a:ea typeface="굴림" pitchFamily="34" charset="-127"/>
                <a:cs typeface="Arial" panose="020B0604020202020204" pitchFamily="34" charset="0"/>
              </a:rPr>
              <a:t> 0	           R5	      R5	 R5       XOR         101  101  101  01100</a:t>
            </a:r>
          </a:p>
        </p:txBody>
      </p:sp>
    </p:spTree>
    <p:extLst>
      <p:ext uri="{BB962C8B-B14F-4D97-AF65-F5344CB8AC3E}">
        <p14:creationId xmlns:p14="http://schemas.microsoft.com/office/powerpoint/2010/main" val="3506616905"/>
      </p:ext>
    </p:extLst>
  </p:cSld>
  <p:clrMapOvr>
    <a:masterClrMapping/>
  </p:clrMapOvr>
  <p:transition/>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Title 1"/>
          <p:cNvSpPr>
            <a:spLocks noGrp="1"/>
          </p:cNvSpPr>
          <p:nvPr>
            <p:ph type="title"/>
          </p:nvPr>
        </p:nvSpPr>
        <p:spPr/>
        <p:txBody>
          <a:bodyPr/>
          <a:lstStyle/>
          <a:p>
            <a:r>
              <a:rPr lang="en-US" altLang="en-US" smtClean="0"/>
              <a:t>Stack Organization</a:t>
            </a:r>
          </a:p>
        </p:txBody>
      </p:sp>
      <p:sp>
        <p:nvSpPr>
          <p:cNvPr id="3" name="Content Placeholder 2"/>
          <p:cNvSpPr>
            <a:spLocks noGrp="1"/>
          </p:cNvSpPr>
          <p:nvPr>
            <p:ph idx="1"/>
          </p:nvPr>
        </p:nvSpPr>
        <p:spPr>
          <a:xfrm>
            <a:off x="1981200" y="1600200"/>
            <a:ext cx="8229600" cy="4953000"/>
          </a:xfrm>
        </p:spPr>
        <p:txBody>
          <a:bodyPr/>
          <a:lstStyle/>
          <a:p>
            <a:pPr marL="342900" lvl="1" indent="-342900">
              <a:buFont typeface="Arial" panose="020B0604020202020204" pitchFamily="34" charset="0"/>
              <a:buChar char="•"/>
            </a:pPr>
            <a:r>
              <a:rPr lang="en-US" altLang="en-US" smtClean="0">
                <a:latin typeface="Times New Roman" panose="02020603050405020304" pitchFamily="18" charset="0"/>
                <a:cs typeface="Times New Roman" panose="02020603050405020304" pitchFamily="18" charset="0"/>
              </a:rPr>
              <a:t>A stack is a storage device that stores information in such a manner that the item stored last is the first item retrieved(LIFO).</a:t>
            </a:r>
          </a:p>
          <a:p>
            <a:pPr marL="342900" lvl="1" indent="-342900">
              <a:buFont typeface="Arial" panose="020B0604020202020204" pitchFamily="34" charset="0"/>
              <a:buChar char="•"/>
            </a:pPr>
            <a:r>
              <a:rPr lang="en-US" altLang="en-US" smtClean="0">
                <a:latin typeface="Times New Roman" panose="02020603050405020304" pitchFamily="18" charset="0"/>
                <a:cs typeface="Times New Roman" panose="02020603050405020304" pitchFamily="18" charset="0"/>
              </a:rPr>
              <a:t>The register that holds the address for the stack is called a stack pointer (SP) because its value always points at the top item in the stack.</a:t>
            </a:r>
          </a:p>
          <a:p>
            <a:r>
              <a:rPr lang="en-US" altLang="en-US" sz="2800">
                <a:latin typeface="Times New Roman" panose="02020603050405020304" pitchFamily="18" charset="0"/>
                <a:cs typeface="Times New Roman" panose="02020603050405020304" pitchFamily="18" charset="0"/>
              </a:rPr>
              <a:t>There are two types of stack organization</a:t>
            </a:r>
          </a:p>
          <a:p>
            <a:pPr>
              <a:buFont typeface="Arial" panose="020B0604020202020204" pitchFamily="34" charset="0"/>
              <a:buNone/>
            </a:pPr>
            <a:r>
              <a:rPr lang="en-US" altLang="en-US" sz="2800">
                <a:latin typeface="Times New Roman" panose="02020603050405020304" pitchFamily="18" charset="0"/>
                <a:cs typeface="Times New Roman" panose="02020603050405020304" pitchFamily="18" charset="0"/>
              </a:rPr>
              <a:t>    1.Register Stack-Built using registers</a:t>
            </a:r>
          </a:p>
          <a:p>
            <a:pPr>
              <a:buFont typeface="Arial" panose="020B0604020202020204" pitchFamily="34" charset="0"/>
              <a:buNone/>
            </a:pPr>
            <a:r>
              <a:rPr lang="en-US" altLang="en-US" sz="2800">
                <a:latin typeface="Times New Roman" panose="02020603050405020304" pitchFamily="18" charset="0"/>
                <a:cs typeface="Times New Roman" panose="02020603050405020304" pitchFamily="18" charset="0"/>
              </a:rPr>
              <a:t>    2.Memory Stack-Logical part of memory allocated as stack</a:t>
            </a:r>
          </a:p>
        </p:txBody>
      </p:sp>
    </p:spTree>
    <p:extLst>
      <p:ext uri="{BB962C8B-B14F-4D97-AF65-F5344CB8AC3E}">
        <p14:creationId xmlns:p14="http://schemas.microsoft.com/office/powerpoint/2010/main" val="360751206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 calcmode="lin" valueType="num">
                                      <p:cBhvr additive="base">
                                        <p:cTn id="2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 calcmode="lin" valueType="num">
                                      <p:cBhvr additive="base">
                                        <p:cTn id="2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Title 1"/>
          <p:cNvSpPr>
            <a:spLocks noGrp="1"/>
          </p:cNvSpPr>
          <p:nvPr>
            <p:ph type="title"/>
          </p:nvPr>
        </p:nvSpPr>
        <p:spPr/>
        <p:txBody>
          <a:bodyPr/>
          <a:lstStyle/>
          <a:p>
            <a:r>
              <a:rPr lang="en-US" altLang="en-US" smtClean="0"/>
              <a:t>Register Stack</a:t>
            </a:r>
          </a:p>
        </p:txBody>
      </p:sp>
      <p:pic>
        <p:nvPicPr>
          <p:cNvPr id="4" name="image68.jpeg"/>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a:xfrm>
            <a:off x="3048000" y="1219200"/>
            <a:ext cx="5562600" cy="5105400"/>
          </a:xfrm>
        </p:spPr>
      </p:pic>
    </p:spTree>
    <p:extLst>
      <p:ext uri="{BB962C8B-B14F-4D97-AF65-F5344CB8AC3E}">
        <p14:creationId xmlns:p14="http://schemas.microsoft.com/office/powerpoint/2010/main" val="142354944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Title 1"/>
          <p:cNvSpPr>
            <a:spLocks noGrp="1"/>
          </p:cNvSpPr>
          <p:nvPr>
            <p:ph type="title"/>
          </p:nvPr>
        </p:nvSpPr>
        <p:spPr/>
        <p:txBody>
          <a:bodyPr/>
          <a:lstStyle/>
          <a:p>
            <a:endParaRPr lang="en-US" altLang="en-US" smtClean="0"/>
          </a:p>
        </p:txBody>
      </p:sp>
      <p:sp>
        <p:nvSpPr>
          <p:cNvPr id="3" name="Content Placeholder 2"/>
          <p:cNvSpPr>
            <a:spLocks noGrp="1"/>
          </p:cNvSpPr>
          <p:nvPr>
            <p:ph idx="1"/>
          </p:nvPr>
        </p:nvSpPr>
        <p:spPr/>
        <p:txBody>
          <a:bodyPr/>
          <a:lstStyle/>
          <a:p>
            <a:r>
              <a:rPr lang="en-US" altLang="en-US" sz="2400" b="1" i="1">
                <a:latin typeface="Times New Roman" panose="02020603050405020304" pitchFamily="18" charset="0"/>
                <a:cs typeface="Times New Roman" panose="02020603050405020304" pitchFamily="18" charset="0"/>
              </a:rPr>
              <a:t>PUSH:</a:t>
            </a:r>
          </a:p>
          <a:p>
            <a:pPr lvl="1"/>
            <a:r>
              <a:rPr lang="en-US" altLang="en-US" sz="2400">
                <a:latin typeface="Times New Roman" panose="02020603050405020304" pitchFamily="18" charset="0"/>
                <a:cs typeface="Times New Roman" panose="02020603050405020304" pitchFamily="18" charset="0"/>
              </a:rPr>
              <a:t>If the stack is not full (FULL =0), a new item is inserted with a push operation. The push operation consists of the following sequences of microoperations:</a:t>
            </a:r>
          </a:p>
          <a:p>
            <a:pPr>
              <a:buFont typeface="Arial" panose="020B0604020202020204" pitchFamily="34" charset="0"/>
              <a:buNone/>
            </a:pPr>
            <a:r>
              <a:rPr lang="en-US" altLang="en-US" sz="2400">
                <a:latin typeface="Times New Roman" panose="02020603050405020304" pitchFamily="18" charset="0"/>
                <a:cs typeface="Times New Roman" panose="02020603050405020304" pitchFamily="18" charset="0"/>
              </a:rPr>
              <a:t> </a:t>
            </a:r>
          </a:p>
          <a:p>
            <a:r>
              <a:rPr lang="en-US" altLang="en-US" sz="2400">
                <a:latin typeface="Times New Roman" panose="02020603050405020304" pitchFamily="18" charset="0"/>
                <a:cs typeface="Times New Roman" panose="02020603050405020304" pitchFamily="18" charset="0"/>
              </a:rPr>
              <a:t>SP ← SP + 1	Increment stack pointer</a:t>
            </a:r>
          </a:p>
          <a:p>
            <a:r>
              <a:rPr lang="en-US" altLang="en-US" sz="2400">
                <a:latin typeface="Times New Roman" panose="02020603050405020304" pitchFamily="18" charset="0"/>
                <a:cs typeface="Times New Roman" panose="02020603050405020304" pitchFamily="18" charset="0"/>
              </a:rPr>
              <a:t>M [SP] ← DR	Write item on top of the stack</a:t>
            </a:r>
          </a:p>
          <a:p>
            <a:r>
              <a:rPr lang="en-US" altLang="en-US" sz="2400">
                <a:latin typeface="Times New Roman" panose="02020603050405020304" pitchFamily="18" charset="0"/>
                <a:cs typeface="Times New Roman" panose="02020603050405020304" pitchFamily="18" charset="0"/>
              </a:rPr>
              <a:t>IF (SP = 0) then (FULL ← 1)	Check is stack is full</a:t>
            </a:r>
          </a:p>
          <a:p>
            <a:r>
              <a:rPr lang="en-US" altLang="en-US" sz="2400">
                <a:latin typeface="Times New Roman" panose="02020603050405020304" pitchFamily="18" charset="0"/>
                <a:cs typeface="Times New Roman" panose="02020603050405020304" pitchFamily="18" charset="0"/>
              </a:rPr>
              <a:t>EMTY ← 0	Mark the stack not empty</a:t>
            </a:r>
          </a:p>
          <a:p>
            <a:endParaRPr lang="en-US" altLang="en-US" sz="2400"/>
          </a:p>
        </p:txBody>
      </p:sp>
    </p:spTree>
    <p:extLst>
      <p:ext uri="{BB962C8B-B14F-4D97-AF65-F5344CB8AC3E}">
        <p14:creationId xmlns:p14="http://schemas.microsoft.com/office/powerpoint/2010/main" val="295284601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 calcmode="lin" valueType="num">
                                      <p:cBhvr additive="base">
                                        <p:cTn id="2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 calcmode="lin" valueType="num">
                                      <p:cBhvr additive="base">
                                        <p:cTn id="2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 calcmode="lin" valueType="num">
                                      <p:cBhvr additive="base">
                                        <p:cTn id="3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7" fill="hold" nodeType="clickPar">
                      <p:stCondLst>
                        <p:cond delay="indefinite"/>
                      </p:stCondLst>
                      <p:childTnLst>
                        <p:par>
                          <p:cTn id="38" fill="hold" nodeType="withGroup">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3">
                                            <p:txEl>
                                              <p:pRg st="6" end="6"/>
                                            </p:txEl>
                                          </p:spTgt>
                                        </p:tgtEl>
                                        <p:attrNameLst>
                                          <p:attrName>style.visibility</p:attrName>
                                        </p:attrNameLst>
                                      </p:cBhvr>
                                      <p:to>
                                        <p:strVal val="visible"/>
                                      </p:to>
                                    </p:set>
                                    <p:anim calcmode="lin" valueType="num">
                                      <p:cBhvr additive="base">
                                        <p:cTn id="4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Title 1"/>
          <p:cNvSpPr>
            <a:spLocks noGrp="1"/>
          </p:cNvSpPr>
          <p:nvPr>
            <p:ph type="title"/>
          </p:nvPr>
        </p:nvSpPr>
        <p:spPr/>
        <p:txBody>
          <a:bodyPr/>
          <a:lstStyle/>
          <a:p>
            <a:endParaRPr lang="en-US" altLang="en-US" smtClean="0"/>
          </a:p>
        </p:txBody>
      </p:sp>
      <p:sp>
        <p:nvSpPr>
          <p:cNvPr id="3" name="Content Placeholder 2"/>
          <p:cNvSpPr>
            <a:spLocks noGrp="1"/>
          </p:cNvSpPr>
          <p:nvPr>
            <p:ph idx="1"/>
          </p:nvPr>
        </p:nvSpPr>
        <p:spPr/>
        <p:txBody>
          <a:bodyPr/>
          <a:lstStyle/>
          <a:p>
            <a:r>
              <a:rPr lang="en-US" altLang="en-US" sz="2400" b="1" i="1">
                <a:latin typeface="Times New Roman" panose="02020603050405020304" pitchFamily="18" charset="0"/>
                <a:cs typeface="Times New Roman" panose="02020603050405020304" pitchFamily="18" charset="0"/>
              </a:rPr>
              <a:t>POP:</a:t>
            </a:r>
          </a:p>
          <a:p>
            <a:pPr lvl="1"/>
            <a:r>
              <a:rPr lang="en-US" altLang="en-US" sz="2400">
                <a:latin typeface="Times New Roman" panose="02020603050405020304" pitchFamily="18" charset="0"/>
                <a:cs typeface="Times New Roman" panose="02020603050405020304" pitchFamily="18" charset="0"/>
              </a:rPr>
              <a:t>A new item is deleted from the stack if the stack is not empty (if EMTY = 0). The pop operation consists of the following sequences of microoperations:</a:t>
            </a:r>
          </a:p>
          <a:p>
            <a:pPr>
              <a:buFont typeface="Arial" panose="020B0604020202020204" pitchFamily="34" charset="0"/>
              <a:buNone/>
            </a:pPr>
            <a:r>
              <a:rPr lang="en-US" altLang="en-US" sz="2400">
                <a:latin typeface="Times New Roman" panose="02020603050405020304" pitchFamily="18" charset="0"/>
                <a:cs typeface="Times New Roman" panose="02020603050405020304" pitchFamily="18" charset="0"/>
              </a:rPr>
              <a:t> </a:t>
            </a:r>
          </a:p>
          <a:p>
            <a:r>
              <a:rPr lang="en-US" altLang="en-US" sz="2400">
                <a:latin typeface="Times New Roman" panose="02020603050405020304" pitchFamily="18" charset="0"/>
                <a:cs typeface="Times New Roman" panose="02020603050405020304" pitchFamily="18" charset="0"/>
              </a:rPr>
              <a:t>DR ← M [SP]	Read item on top of the stack</a:t>
            </a:r>
          </a:p>
          <a:p>
            <a:r>
              <a:rPr lang="en-US" altLang="en-US" sz="2400">
                <a:latin typeface="Times New Roman" panose="02020603050405020304" pitchFamily="18" charset="0"/>
                <a:cs typeface="Times New Roman" panose="02020603050405020304" pitchFamily="18" charset="0"/>
              </a:rPr>
              <a:t>SP ← SP - 1	Decrement stack pointer</a:t>
            </a:r>
          </a:p>
          <a:p>
            <a:r>
              <a:rPr lang="en-US" altLang="en-US" sz="2400">
                <a:latin typeface="Times New Roman" panose="02020603050405020304" pitchFamily="18" charset="0"/>
                <a:cs typeface="Times New Roman" panose="02020603050405020304" pitchFamily="18" charset="0"/>
              </a:rPr>
              <a:t> IF (SP = 0) then (EMTY ← 1) Check if stack is empty</a:t>
            </a:r>
          </a:p>
          <a:p>
            <a:r>
              <a:rPr lang="en-US" altLang="en-US" sz="2400">
                <a:latin typeface="Times New Roman" panose="02020603050405020304" pitchFamily="18" charset="0"/>
                <a:cs typeface="Times New Roman" panose="02020603050405020304" pitchFamily="18" charset="0"/>
              </a:rPr>
              <a:t> FULL ← 0	Mark the stack not full</a:t>
            </a:r>
          </a:p>
          <a:p>
            <a:endParaRPr lang="en-US" altLang="en-US" sz="24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5752917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 calcmode="lin" valueType="num">
                                      <p:cBhvr additive="base">
                                        <p:cTn id="2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 calcmode="lin" valueType="num">
                                      <p:cBhvr additive="base">
                                        <p:cTn id="2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2" presetClass="entr" presetSubtype="4" fill="hold" grpId="0"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 calcmode="lin" valueType="num">
                                      <p:cBhvr additive="base">
                                        <p:cTn id="3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7" fill="hold" nodeType="clickPar">
                      <p:stCondLst>
                        <p:cond delay="indefinite"/>
                      </p:stCondLst>
                      <p:childTnLst>
                        <p:par>
                          <p:cTn id="38" fill="hold" nodeType="withGroup">
                            <p:stCondLst>
                              <p:cond delay="0"/>
                            </p:stCondLst>
                            <p:childTnLst>
                              <p:par>
                                <p:cTn id="39" presetID="2" presetClass="entr" presetSubtype="4" fill="hold" grpId="0" nodeType="clickEffect">
                                  <p:stCondLst>
                                    <p:cond delay="0"/>
                                  </p:stCondLst>
                                  <p:childTnLst>
                                    <p:set>
                                      <p:cBhvr>
                                        <p:cTn id="40" dur="1" fill="hold">
                                          <p:stCondLst>
                                            <p:cond delay="0"/>
                                          </p:stCondLst>
                                        </p:cTn>
                                        <p:tgtEl>
                                          <p:spTgt spid="3">
                                            <p:txEl>
                                              <p:pRg st="6" end="6"/>
                                            </p:txEl>
                                          </p:spTgt>
                                        </p:tgtEl>
                                        <p:attrNameLst>
                                          <p:attrName>style.visibility</p:attrName>
                                        </p:attrNameLst>
                                      </p:cBhvr>
                                      <p:to>
                                        <p:strVal val="visible"/>
                                      </p:to>
                                    </p:set>
                                    <p:anim calcmode="lin" valueType="num">
                                      <p:cBhvr additive="base">
                                        <p:cTn id="4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2" name="Title 1"/>
          <p:cNvSpPr>
            <a:spLocks noGrp="1"/>
          </p:cNvSpPr>
          <p:nvPr>
            <p:ph type="title"/>
          </p:nvPr>
        </p:nvSpPr>
        <p:spPr/>
        <p:txBody>
          <a:bodyPr/>
          <a:lstStyle/>
          <a:p>
            <a:r>
              <a:rPr lang="en-US" altLang="en-US" smtClean="0">
                <a:latin typeface="Times New Roman" panose="02020603050405020304" pitchFamily="18" charset="0"/>
                <a:cs typeface="Times New Roman" panose="02020603050405020304" pitchFamily="18" charset="0"/>
              </a:rPr>
              <a:t>Memory Stack</a:t>
            </a:r>
          </a:p>
        </p:txBody>
      </p:sp>
      <p:pic>
        <p:nvPicPr>
          <p:cNvPr id="158723" name="image69.png"/>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a:xfrm>
            <a:off x="3200400" y="1447800"/>
            <a:ext cx="6019800" cy="4724400"/>
          </a:xfrm>
        </p:spPr>
      </p:pic>
    </p:spTree>
    <p:extLst>
      <p:ext uri="{BB962C8B-B14F-4D97-AF65-F5344CB8AC3E}">
        <p14:creationId xmlns:p14="http://schemas.microsoft.com/office/powerpoint/2010/main" val="87802093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Title 1"/>
          <p:cNvSpPr>
            <a:spLocks noGrp="1"/>
          </p:cNvSpPr>
          <p:nvPr>
            <p:ph type="title"/>
          </p:nvPr>
        </p:nvSpPr>
        <p:spPr/>
        <p:txBody>
          <a:bodyPr/>
          <a:lstStyle/>
          <a:p>
            <a:endParaRPr lang="en-US" altLang="en-US" smtClean="0"/>
          </a:p>
        </p:txBody>
      </p:sp>
      <p:sp>
        <p:nvSpPr>
          <p:cNvPr id="159747" name="Content Placeholder 2"/>
          <p:cNvSpPr>
            <a:spLocks noGrp="1"/>
          </p:cNvSpPr>
          <p:nvPr>
            <p:ph idx="1"/>
          </p:nvPr>
        </p:nvSpPr>
        <p:spPr/>
        <p:txBody>
          <a:bodyPr/>
          <a:lstStyle/>
          <a:p>
            <a:r>
              <a:rPr lang="en-US" altLang="en-US" sz="2400" b="1" i="1">
                <a:latin typeface="Times New Roman" panose="02020603050405020304" pitchFamily="18" charset="0"/>
                <a:cs typeface="Times New Roman" panose="02020603050405020304" pitchFamily="18" charset="0"/>
              </a:rPr>
              <a:t>PUSH</a:t>
            </a:r>
          </a:p>
          <a:p>
            <a:pPr lvl="1"/>
            <a:r>
              <a:rPr lang="en-US" altLang="en-US" sz="2400">
                <a:latin typeface="Times New Roman" panose="02020603050405020304" pitchFamily="18" charset="0"/>
                <a:cs typeface="Times New Roman" panose="02020603050405020304" pitchFamily="18" charset="0"/>
              </a:rPr>
              <a:t>A new item is inserted with the push operation as follows:</a:t>
            </a:r>
          </a:p>
          <a:p>
            <a:r>
              <a:rPr lang="en-US" altLang="en-US" sz="2400">
                <a:latin typeface="Times New Roman" panose="02020603050405020304" pitchFamily="18" charset="0"/>
                <a:cs typeface="Times New Roman" panose="02020603050405020304" pitchFamily="18" charset="0"/>
              </a:rPr>
              <a:t>SP ← SP - 1</a:t>
            </a:r>
          </a:p>
          <a:p>
            <a:r>
              <a:rPr lang="en-US" altLang="en-US" sz="2400">
                <a:latin typeface="Times New Roman" panose="02020603050405020304" pitchFamily="18" charset="0"/>
                <a:cs typeface="Times New Roman" panose="02020603050405020304" pitchFamily="18" charset="0"/>
              </a:rPr>
              <a:t>M[SP] ← DR</a:t>
            </a:r>
          </a:p>
          <a:p>
            <a:pPr lvl="1"/>
            <a:r>
              <a:rPr lang="en-US" altLang="en-US" sz="2400">
                <a:latin typeface="Times New Roman" panose="02020603050405020304" pitchFamily="18" charset="0"/>
                <a:cs typeface="Times New Roman" panose="02020603050405020304" pitchFamily="18" charset="0"/>
              </a:rPr>
              <a:t>The stack pointer is decremented so that it points at the address of the next word.</a:t>
            </a:r>
          </a:p>
          <a:p>
            <a:pPr lvl="1"/>
            <a:r>
              <a:rPr lang="en-US" altLang="en-US" sz="2400">
                <a:latin typeface="Times New Roman" panose="02020603050405020304" pitchFamily="18" charset="0"/>
                <a:cs typeface="Times New Roman" panose="02020603050405020304" pitchFamily="18" charset="0"/>
              </a:rPr>
              <a:t>A memory write operation inserts the word from DR into the top of the stack.</a:t>
            </a:r>
          </a:p>
          <a:p>
            <a:r>
              <a:rPr lang="en-US" altLang="en-US" sz="2400">
                <a:latin typeface="Times New Roman" panose="02020603050405020304" pitchFamily="18" charset="0"/>
                <a:cs typeface="Times New Roman" panose="02020603050405020304" pitchFamily="18" charset="0"/>
              </a:rPr>
              <a:t> </a:t>
            </a:r>
          </a:p>
        </p:txBody>
      </p:sp>
    </p:spTree>
    <p:extLst>
      <p:ext uri="{BB962C8B-B14F-4D97-AF65-F5344CB8AC3E}">
        <p14:creationId xmlns:p14="http://schemas.microsoft.com/office/powerpoint/2010/main" val="64466896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Title 1"/>
          <p:cNvSpPr>
            <a:spLocks noGrp="1"/>
          </p:cNvSpPr>
          <p:nvPr>
            <p:ph type="title"/>
          </p:nvPr>
        </p:nvSpPr>
        <p:spPr/>
        <p:txBody>
          <a:bodyPr/>
          <a:lstStyle/>
          <a:p>
            <a:endParaRPr lang="en-US" altLang="en-US" smtClean="0"/>
          </a:p>
        </p:txBody>
      </p:sp>
      <p:sp>
        <p:nvSpPr>
          <p:cNvPr id="3" name="Content Placeholder 2"/>
          <p:cNvSpPr>
            <a:spLocks noGrp="1"/>
          </p:cNvSpPr>
          <p:nvPr>
            <p:ph idx="1"/>
          </p:nvPr>
        </p:nvSpPr>
        <p:spPr/>
        <p:txBody>
          <a:bodyPr>
            <a:normAutofit lnSpcReduction="10000"/>
          </a:bodyPr>
          <a:lstStyle/>
          <a:p>
            <a:pPr>
              <a:buFont typeface="Arial" charset="0"/>
              <a:buChar char="•"/>
              <a:defRPr/>
            </a:pPr>
            <a:r>
              <a:rPr lang="en-US" sz="2600" b="1" i="1" dirty="0">
                <a:latin typeface="Times New Roman" pitchFamily="18" charset="0"/>
                <a:cs typeface="Times New Roman" pitchFamily="18" charset="0"/>
              </a:rPr>
              <a:t>POP</a:t>
            </a:r>
          </a:p>
          <a:p>
            <a:pPr lvl="1">
              <a:buFont typeface="Arial" charset="0"/>
              <a:buChar char="–"/>
              <a:defRPr/>
            </a:pPr>
            <a:r>
              <a:rPr lang="en-US" sz="2600" dirty="0">
                <a:latin typeface="Times New Roman" pitchFamily="18" charset="0"/>
                <a:cs typeface="Times New Roman" pitchFamily="18" charset="0"/>
              </a:rPr>
              <a:t>A new item is deleted with a pop operation as follows:</a:t>
            </a:r>
          </a:p>
          <a:p>
            <a:pPr>
              <a:buFont typeface="Arial" charset="0"/>
              <a:buChar char="•"/>
              <a:defRPr/>
            </a:pPr>
            <a:r>
              <a:rPr lang="en-US" sz="2600" dirty="0">
                <a:latin typeface="Times New Roman" pitchFamily="18" charset="0"/>
                <a:cs typeface="Times New Roman" pitchFamily="18" charset="0"/>
              </a:rPr>
              <a:t>DR ← M[SP]</a:t>
            </a:r>
          </a:p>
          <a:p>
            <a:pPr>
              <a:buFont typeface="Arial" charset="0"/>
              <a:buChar char="•"/>
              <a:defRPr/>
            </a:pPr>
            <a:r>
              <a:rPr lang="en-US" sz="2600" dirty="0">
                <a:latin typeface="Times New Roman" pitchFamily="18" charset="0"/>
                <a:cs typeface="Times New Roman" pitchFamily="18" charset="0"/>
              </a:rPr>
              <a:t> SP ← SP + 1</a:t>
            </a:r>
          </a:p>
          <a:p>
            <a:pPr lvl="1">
              <a:buFont typeface="Arial" charset="0"/>
              <a:buChar char="–"/>
              <a:defRPr/>
            </a:pPr>
            <a:r>
              <a:rPr lang="en-US" sz="2600" dirty="0">
                <a:latin typeface="Times New Roman" pitchFamily="18" charset="0"/>
                <a:cs typeface="Times New Roman" pitchFamily="18" charset="0"/>
              </a:rPr>
              <a:t>The top item is read from the stack into DR.</a:t>
            </a:r>
          </a:p>
          <a:p>
            <a:pPr lvl="1">
              <a:buFont typeface="Arial" charset="0"/>
              <a:buChar char="–"/>
              <a:defRPr/>
            </a:pPr>
            <a:r>
              <a:rPr lang="en-US" sz="2600" dirty="0">
                <a:latin typeface="Times New Roman" pitchFamily="18" charset="0"/>
                <a:cs typeface="Times New Roman" pitchFamily="18" charset="0"/>
              </a:rPr>
              <a:t>The stack pointer is then incremented to point at the next item in the stack.</a:t>
            </a:r>
          </a:p>
          <a:p>
            <a:pPr lvl="1">
              <a:buFont typeface="Arial" charset="0"/>
              <a:buChar char="–"/>
              <a:defRPr/>
            </a:pPr>
            <a:r>
              <a:rPr lang="en-US" sz="2600" dirty="0">
                <a:latin typeface="Times New Roman" pitchFamily="18" charset="0"/>
                <a:cs typeface="Times New Roman" pitchFamily="18" charset="0"/>
              </a:rPr>
              <a:t>The two microoperations needed for either the push or pop are (1) an access to memory through SP, and (2) updating SP.</a:t>
            </a:r>
          </a:p>
          <a:p>
            <a:pPr lvl="1">
              <a:buFont typeface="Arial" charset="0"/>
              <a:buChar char="–"/>
              <a:defRPr/>
            </a:pPr>
            <a:r>
              <a:rPr lang="en-US" sz="2600" dirty="0">
                <a:latin typeface="Times New Roman" pitchFamily="18" charset="0"/>
                <a:cs typeface="Times New Roman" pitchFamily="18" charset="0"/>
              </a:rPr>
              <a:t>Which of the two microoperations is done first and whether SP is updated by incrementing or decrementing depends on the organization of the stack.</a:t>
            </a:r>
          </a:p>
          <a:p>
            <a:pPr>
              <a:buFont typeface="Arial" charset="0"/>
              <a:buChar char="•"/>
              <a:defRPr/>
            </a:pPr>
            <a:endParaRPr lang="en-US" sz="2400" dirty="0">
              <a:latin typeface="Times New Roman" pitchFamily="18" charset="0"/>
              <a:cs typeface="Times New Roman" pitchFamily="18" charset="0"/>
            </a:endParaRPr>
          </a:p>
          <a:p>
            <a:pPr>
              <a:buFont typeface="Arial" charset="0"/>
              <a:buChar char="•"/>
              <a:defRPr/>
            </a:pPr>
            <a:endParaRPr lang="en-US" dirty="0"/>
          </a:p>
        </p:txBody>
      </p:sp>
    </p:spTree>
    <p:extLst>
      <p:ext uri="{BB962C8B-B14F-4D97-AF65-F5344CB8AC3E}">
        <p14:creationId xmlns:p14="http://schemas.microsoft.com/office/powerpoint/2010/main" val="292998251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Title 1"/>
          <p:cNvSpPr>
            <a:spLocks noGrp="1"/>
          </p:cNvSpPr>
          <p:nvPr>
            <p:ph type="title"/>
          </p:nvPr>
        </p:nvSpPr>
        <p:spPr/>
        <p:txBody>
          <a:bodyPr/>
          <a:lstStyle/>
          <a:p>
            <a:r>
              <a:rPr lang="en-US" altLang="en-US" smtClean="0">
                <a:latin typeface="Times New Roman" panose="02020603050405020304" pitchFamily="18" charset="0"/>
                <a:cs typeface="Times New Roman" panose="02020603050405020304" pitchFamily="18" charset="0"/>
              </a:rPr>
              <a:t>Reverse	Polish Notation(RPN)</a:t>
            </a:r>
          </a:p>
        </p:txBody>
      </p:sp>
      <p:sp>
        <p:nvSpPr>
          <p:cNvPr id="161795" name="Content Placeholder 2"/>
          <p:cNvSpPr>
            <a:spLocks noGrp="1"/>
          </p:cNvSpPr>
          <p:nvPr>
            <p:ph idx="1"/>
          </p:nvPr>
        </p:nvSpPr>
        <p:spPr/>
        <p:txBody>
          <a:bodyPr/>
          <a:lstStyle/>
          <a:p>
            <a:pPr lvl="1"/>
            <a:r>
              <a:rPr lang="en-US" altLang="en-US" sz="2600">
                <a:latin typeface="Times New Roman" panose="02020603050405020304" pitchFamily="18" charset="0"/>
                <a:cs typeface="Times New Roman" panose="02020603050405020304" pitchFamily="18" charset="0"/>
              </a:rPr>
              <a:t>The postfix RPN notation, referred to as Reverse Polish Notation (RPN), places the operator after the operands.</a:t>
            </a:r>
          </a:p>
          <a:p>
            <a:pPr lvl="1"/>
            <a:r>
              <a:rPr lang="en-US" altLang="en-US" sz="2600">
                <a:latin typeface="Times New Roman" panose="02020603050405020304" pitchFamily="18" charset="0"/>
                <a:cs typeface="Times New Roman" panose="02020603050405020304" pitchFamily="18" charset="0"/>
              </a:rPr>
              <a:t>The following examples demonstrate the three representations:</a:t>
            </a:r>
          </a:p>
          <a:p>
            <a:r>
              <a:rPr lang="en-US" altLang="en-US" sz="2600">
                <a:latin typeface="Times New Roman" panose="02020603050405020304" pitchFamily="18" charset="0"/>
                <a:cs typeface="Times New Roman" panose="02020603050405020304" pitchFamily="18" charset="0"/>
              </a:rPr>
              <a:t>A + B	Infix notation</a:t>
            </a:r>
          </a:p>
          <a:p>
            <a:r>
              <a:rPr lang="en-US" altLang="en-US" sz="2600">
                <a:latin typeface="Times New Roman" panose="02020603050405020304" pitchFamily="18" charset="0"/>
                <a:cs typeface="Times New Roman" panose="02020603050405020304" pitchFamily="18" charset="0"/>
              </a:rPr>
              <a:t>+ A B	Prefix or Polish notation</a:t>
            </a:r>
          </a:p>
          <a:p>
            <a:r>
              <a:rPr lang="en-US" altLang="en-US" sz="2600">
                <a:latin typeface="Times New Roman" panose="02020603050405020304" pitchFamily="18" charset="0"/>
                <a:cs typeface="Times New Roman" panose="02020603050405020304" pitchFamily="18" charset="0"/>
              </a:rPr>
              <a:t>A B +	Postfix or reverse Polish notation</a:t>
            </a:r>
          </a:p>
          <a:p>
            <a:pPr lvl="1"/>
            <a:r>
              <a:rPr lang="en-US" altLang="en-US" sz="2600">
                <a:latin typeface="Times New Roman" panose="02020603050405020304" pitchFamily="18" charset="0"/>
                <a:cs typeface="Times New Roman" panose="02020603050405020304" pitchFamily="18" charset="0"/>
              </a:rPr>
              <a:t>The reverse Polish notation is in a form suitable for stack manipulation. The expression</a:t>
            </a:r>
          </a:p>
          <a:p>
            <a:endParaRPr lang="en-US" altLang="en-US" smtClean="0"/>
          </a:p>
        </p:txBody>
      </p:sp>
    </p:spTree>
    <p:extLst>
      <p:ext uri="{BB962C8B-B14F-4D97-AF65-F5344CB8AC3E}">
        <p14:creationId xmlns:p14="http://schemas.microsoft.com/office/powerpoint/2010/main" val="16703840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Title 1"/>
          <p:cNvSpPr>
            <a:spLocks noGrp="1"/>
          </p:cNvSpPr>
          <p:nvPr>
            <p:ph type="title"/>
          </p:nvPr>
        </p:nvSpPr>
        <p:spPr/>
        <p:txBody>
          <a:bodyPr/>
          <a:lstStyle/>
          <a:p>
            <a:endParaRPr lang="en-US" altLang="en-US" smtClean="0"/>
          </a:p>
        </p:txBody>
      </p:sp>
      <p:sp>
        <p:nvSpPr>
          <p:cNvPr id="162819" name="Content Placeholder 2"/>
          <p:cNvSpPr>
            <a:spLocks noGrp="1"/>
          </p:cNvSpPr>
          <p:nvPr>
            <p:ph idx="1"/>
          </p:nvPr>
        </p:nvSpPr>
        <p:spPr/>
        <p:txBody>
          <a:bodyPr/>
          <a:lstStyle/>
          <a:p>
            <a:r>
              <a:rPr lang="en-US" altLang="en-US" sz="2400">
                <a:latin typeface="Times New Roman" panose="02020603050405020304" pitchFamily="18" charset="0"/>
                <a:cs typeface="Times New Roman" panose="02020603050405020304" pitchFamily="18" charset="0"/>
              </a:rPr>
              <a:t>A * B + C * D is written in reverse Polish notation as </a:t>
            </a:r>
          </a:p>
          <a:p>
            <a:r>
              <a:rPr lang="en-US" altLang="en-US" sz="2400">
                <a:latin typeface="Times New Roman" panose="02020603050405020304" pitchFamily="18" charset="0"/>
                <a:cs typeface="Times New Roman" panose="02020603050405020304" pitchFamily="18" charset="0"/>
              </a:rPr>
              <a:t>A B * C D * +</a:t>
            </a:r>
          </a:p>
          <a:p>
            <a:endParaRPr lang="en-US" altLang="en-US" sz="2400">
              <a:latin typeface="Times New Roman" panose="02020603050405020304" pitchFamily="18" charset="0"/>
              <a:cs typeface="Times New Roman" panose="02020603050405020304" pitchFamily="18" charset="0"/>
            </a:endParaRPr>
          </a:p>
          <a:p>
            <a:pPr lvl="1"/>
            <a:r>
              <a:rPr lang="en-US" altLang="en-US" sz="2400">
                <a:latin typeface="Times New Roman" panose="02020603050405020304" pitchFamily="18" charset="0"/>
                <a:cs typeface="Times New Roman" panose="02020603050405020304" pitchFamily="18" charset="0"/>
              </a:rPr>
              <a:t>The conversion from infix notation to reverse Polish notation must take into consideration the operational hierarchy adopted for infix notation.</a:t>
            </a:r>
          </a:p>
          <a:p>
            <a:pPr lvl="1"/>
            <a:endParaRPr lang="en-US" altLang="en-US" sz="2400">
              <a:latin typeface="Times New Roman" panose="02020603050405020304" pitchFamily="18" charset="0"/>
              <a:cs typeface="Times New Roman" panose="02020603050405020304" pitchFamily="18" charset="0"/>
            </a:endParaRPr>
          </a:p>
          <a:p>
            <a:pPr lvl="1"/>
            <a:r>
              <a:rPr lang="en-US" altLang="en-US" sz="2400">
                <a:latin typeface="Times New Roman" panose="02020603050405020304" pitchFamily="18" charset="0"/>
                <a:cs typeface="Times New Roman" panose="02020603050405020304" pitchFamily="18" charset="0"/>
              </a:rPr>
              <a:t>This hierarchy dictates that we first perform all arithmetic inside inner parentheses, then inside outer parentheses, and do multiplication and division operations before addition and subtraction operations.</a:t>
            </a:r>
          </a:p>
          <a:p>
            <a:endParaRPr lang="en-US" altLang="en-US" smtClean="0"/>
          </a:p>
        </p:txBody>
      </p:sp>
    </p:spTree>
    <p:extLst>
      <p:ext uri="{BB962C8B-B14F-4D97-AF65-F5344CB8AC3E}">
        <p14:creationId xmlns:p14="http://schemas.microsoft.com/office/powerpoint/2010/main" val="366301170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Content Placeholder 2"/>
          <p:cNvSpPr>
            <a:spLocks noGrp="1"/>
          </p:cNvSpPr>
          <p:nvPr>
            <p:ph idx="4294967295"/>
          </p:nvPr>
        </p:nvSpPr>
        <p:spPr>
          <a:xfrm>
            <a:off x="1828800" y="685801"/>
            <a:ext cx="8610600" cy="5364163"/>
          </a:xfrm>
        </p:spPr>
        <p:txBody>
          <a:bodyPr/>
          <a:lstStyle/>
          <a:p>
            <a:r>
              <a:rPr lang="en-US" altLang="en-US" b="1" i="1" smtClean="0"/>
              <a:t>Evaluation of Arithmetic Expressions</a:t>
            </a:r>
          </a:p>
          <a:p>
            <a:pPr lvl="1"/>
            <a:r>
              <a:rPr lang="en-US" altLang="en-US" smtClean="0"/>
              <a:t>Any arithmetic expression can be expressed in parenthesis-free Polish notation,  including reverse Polish notation</a:t>
            </a:r>
          </a:p>
          <a:p>
            <a:pPr lvl="1"/>
            <a:endParaRPr lang="en-US" altLang="en-US" sz="2400"/>
          </a:p>
          <a:p>
            <a:r>
              <a:rPr lang="en-US" altLang="en-US" smtClean="0"/>
              <a:t>     (3 * 4) + (5 * 6)	=	3 4 * 5 6 * +</a:t>
            </a:r>
          </a:p>
          <a:p>
            <a:pPr>
              <a:buFont typeface="Arial" panose="020B0604020202020204" pitchFamily="34" charset="0"/>
              <a:buNone/>
            </a:pPr>
            <a:r>
              <a:rPr lang="en-US" altLang="en-US" smtClean="0"/>
              <a:t/>
            </a:r>
            <a:br>
              <a:rPr lang="en-US" altLang="en-US" smtClean="0"/>
            </a:br>
            <a:endParaRPr lang="en-US" altLang="en-US" smtClean="0"/>
          </a:p>
          <a:p>
            <a:endParaRPr lang="en-US" altLang="en-US" smtClean="0"/>
          </a:p>
        </p:txBody>
      </p:sp>
      <p:pic>
        <p:nvPicPr>
          <p:cNvPr id="163843" name="image73.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4572000"/>
            <a:ext cx="7391400"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35711347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3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4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TotalTime>
  <Words>2948</Words>
  <Application>Microsoft Office PowerPoint</Application>
  <PresentationFormat>Widescreen</PresentationFormat>
  <Paragraphs>461</Paragraphs>
  <Slides>77</Slides>
  <Notes>0</Notes>
  <HiddenSlides>0</HiddenSlides>
  <MMClips>0</MMClips>
  <ScaleCrop>false</ScaleCrop>
  <HeadingPairs>
    <vt:vector size="6" baseType="variant">
      <vt:variant>
        <vt:lpstr>Fonts Used</vt:lpstr>
      </vt:variant>
      <vt:variant>
        <vt:i4>9</vt:i4>
      </vt:variant>
      <vt:variant>
        <vt:lpstr>Theme</vt:lpstr>
      </vt:variant>
      <vt:variant>
        <vt:i4>5</vt:i4>
      </vt:variant>
      <vt:variant>
        <vt:lpstr>Slide Titles</vt:lpstr>
      </vt:variant>
      <vt:variant>
        <vt:i4>77</vt:i4>
      </vt:variant>
    </vt:vector>
  </HeadingPairs>
  <TitlesOfParts>
    <vt:vector size="91" baseType="lpstr">
      <vt:lpstr>Arial</vt:lpstr>
      <vt:lpstr>Calibri</vt:lpstr>
      <vt:lpstr>Calibri Light</vt:lpstr>
      <vt:lpstr>굴림</vt:lpstr>
      <vt:lpstr>Noto Sans SC Regular</vt:lpstr>
      <vt:lpstr>Symbol</vt:lpstr>
      <vt:lpstr>Times New Roman</vt:lpstr>
      <vt:lpstr>Wingdings</vt:lpstr>
      <vt:lpstr>Wingdings 2</vt:lpstr>
      <vt:lpstr>Office Theme</vt:lpstr>
      <vt:lpstr>1_Office Theme</vt:lpstr>
      <vt:lpstr>2_Office Theme</vt:lpstr>
      <vt:lpstr>3_Office Theme</vt:lpstr>
      <vt:lpstr>4_Office Theme</vt:lpstr>
      <vt:lpstr>PowerPoint Presentation</vt:lpstr>
      <vt:lpstr> Micro operations </vt:lpstr>
      <vt:lpstr> Micro operations are classified into four categories:  </vt:lpstr>
      <vt:lpstr> Arithmetic Microoperations </vt:lpstr>
      <vt:lpstr> Arithmetic Microoperations (continued) </vt:lpstr>
      <vt:lpstr> Arithmetic Microoperations </vt:lpstr>
      <vt:lpstr> Binary Adder </vt:lpstr>
      <vt:lpstr> 4-Bit Binary Adder </vt:lpstr>
      <vt:lpstr> Adder-Subtracter </vt:lpstr>
      <vt:lpstr>PowerPoint Presentation</vt:lpstr>
      <vt:lpstr>Increment microoperation :</vt:lpstr>
      <vt:lpstr>  The circuit receives the four bits A0 to A3 adds one to it and generates the incremented output S0 through S3. </vt:lpstr>
      <vt:lpstr>PowerPoint Presentation</vt:lpstr>
      <vt:lpstr> Logic Microoperations </vt:lpstr>
      <vt:lpstr>PowerPoint Presentation</vt:lpstr>
      <vt:lpstr>PowerPoint Presentation</vt:lpstr>
      <vt:lpstr>PowerPoint Presentation</vt:lpstr>
      <vt:lpstr> Draw a combinational circuit that perform four logical micro operations.  </vt:lpstr>
      <vt:lpstr>Shift micro operations</vt:lpstr>
      <vt:lpstr>PowerPoint Presentation</vt:lpstr>
      <vt:lpstr>Logical Shift </vt:lpstr>
      <vt:lpstr>example</vt:lpstr>
      <vt:lpstr>Circular shift</vt:lpstr>
      <vt:lpstr>Circular shift</vt:lpstr>
      <vt:lpstr>Arithmetic shift</vt:lpstr>
      <vt:lpstr>PowerPoint Presentation</vt:lpstr>
      <vt:lpstr>PowerPoint Presentation</vt:lpstr>
      <vt:lpstr>PowerPoint Presentation</vt:lpstr>
      <vt:lpstr>PowerPoint Presentation</vt:lpstr>
      <vt:lpstr>PowerPoint Presentation</vt:lpstr>
      <vt:lpstr>INSTRUCTION CYCLE:</vt:lpstr>
      <vt:lpstr>PowerPoint Presentation</vt:lpstr>
      <vt:lpstr>1. FETCH AN INSTRUCTION FROM THE MEMORY</vt:lpstr>
      <vt:lpstr>(2) Decode the Instruction:</vt:lpstr>
      <vt:lpstr> (3) Read Effective Address:  </vt:lpstr>
      <vt:lpstr>(4) Execute the instruction:</vt:lpstr>
      <vt:lpstr>Types of Instruction:</vt:lpstr>
      <vt:lpstr>PowerPoint Presentation</vt:lpstr>
      <vt:lpstr>Register –Reference Instruction:-</vt:lpstr>
      <vt:lpstr>PowerPoint Presentation</vt:lpstr>
      <vt:lpstr>PowerPoint Presentation</vt:lpstr>
      <vt:lpstr>  REGISTER TRANSFER LANGUAGE</vt:lpstr>
      <vt:lpstr>PowerPoint Presentation</vt:lpstr>
      <vt:lpstr>PowerPoint Presentation</vt:lpstr>
      <vt:lpstr>  Symbols of Register Transfer :        Some symbols are used in Register Transfer Language to describe the expression. </vt:lpstr>
      <vt:lpstr> BUS TRANSFER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Question</vt:lpstr>
      <vt:lpstr>Ans</vt:lpstr>
      <vt:lpstr>Question</vt:lpstr>
      <vt:lpstr>Ans </vt:lpstr>
      <vt:lpstr>PowerPoint Presentation</vt:lpstr>
      <vt:lpstr>PowerPoint Presentation</vt:lpstr>
      <vt:lpstr>PowerPoint Presentation</vt:lpstr>
      <vt:lpstr>PowerPoint Presentation</vt:lpstr>
      <vt:lpstr>      GENERAL  REGISTER  ORGANIZATION</vt:lpstr>
      <vt:lpstr>PowerPoint Presentation</vt:lpstr>
      <vt:lpstr>PowerPoint Presentation</vt:lpstr>
      <vt:lpstr>OPERATION  OF  CONTROL  UNIT</vt:lpstr>
      <vt:lpstr>ALU  CONTROL</vt:lpstr>
      <vt:lpstr>Stack Organization</vt:lpstr>
      <vt:lpstr>Register Stack</vt:lpstr>
      <vt:lpstr>PowerPoint Presentation</vt:lpstr>
      <vt:lpstr>PowerPoint Presentation</vt:lpstr>
      <vt:lpstr>Memory Stack</vt:lpstr>
      <vt:lpstr>PowerPoint Presentation</vt:lpstr>
      <vt:lpstr>PowerPoint Presentation</vt:lpstr>
      <vt:lpstr>Reverse Polish Notation(RPN)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Anuj Kumar</dc:creator>
  <cp:lastModifiedBy>Anuj Kumar</cp:lastModifiedBy>
  <cp:revision>3</cp:revision>
  <dcterms:created xsi:type="dcterms:W3CDTF">2023-10-30T11:28:27Z</dcterms:created>
  <dcterms:modified xsi:type="dcterms:W3CDTF">2025-02-13T06:18:12Z</dcterms:modified>
</cp:coreProperties>
</file>