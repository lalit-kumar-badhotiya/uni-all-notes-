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78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E4981-5F32-4E84-9BDD-D63D3222DBE3}" v="1" dt="2025-01-31T05:01:33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1C8F049D-CBD5-42D3-B0DB-D3B1D0918E68}"/>
    <pc:docChg chg="undo custSel addSld modSld">
      <pc:chgData name="Roshni Patoa" userId="fed91864c60e3dfe" providerId="LiveId" clId="{1C8F049D-CBD5-42D3-B0DB-D3B1D0918E68}" dt="2025-01-28T16:44:53.458" v="488" actId="20577"/>
      <pc:docMkLst>
        <pc:docMk/>
      </pc:docMkLst>
      <pc:sldChg chg="modSp mod">
        <pc:chgData name="Roshni Patoa" userId="fed91864c60e3dfe" providerId="LiveId" clId="{1C8F049D-CBD5-42D3-B0DB-D3B1D0918E68}" dt="2025-01-28T16:27:06.134" v="38" actId="14100"/>
        <pc:sldMkLst>
          <pc:docMk/>
          <pc:sldMk cId="1208789959" sldId="256"/>
        </pc:sldMkLst>
        <pc:spChg chg="mod">
          <ac:chgData name="Roshni Patoa" userId="fed91864c60e3dfe" providerId="LiveId" clId="{1C8F049D-CBD5-42D3-B0DB-D3B1D0918E68}" dt="2025-01-28T16:27:06.134" v="38" actId="14100"/>
          <ac:spMkLst>
            <pc:docMk/>
            <pc:sldMk cId="1208789959" sldId="256"/>
            <ac:spMk id="2" creationId="{2F6FA0C8-9BC6-0025-AA62-C48E1A10F66C}"/>
          </ac:spMkLst>
        </pc:spChg>
      </pc:sldChg>
      <pc:sldChg chg="addSp modSp mod">
        <pc:chgData name="Roshni Patoa" userId="fed91864c60e3dfe" providerId="LiveId" clId="{1C8F049D-CBD5-42D3-B0DB-D3B1D0918E68}" dt="2025-01-28T16:40:13.426" v="325" actId="1076"/>
        <pc:sldMkLst>
          <pc:docMk/>
          <pc:sldMk cId="1901894884" sldId="257"/>
        </pc:sldMkLst>
        <pc:spChg chg="mod">
          <ac:chgData name="Roshni Patoa" userId="fed91864c60e3dfe" providerId="LiveId" clId="{1C8F049D-CBD5-42D3-B0DB-D3B1D0918E68}" dt="2025-01-28T16:27:26.449" v="66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C8F049D-CBD5-42D3-B0DB-D3B1D0918E68}" dt="2025-01-28T16:28:19.464" v="141" actId="6549"/>
          <ac:spMkLst>
            <pc:docMk/>
            <pc:sldMk cId="1901894884" sldId="257"/>
            <ac:spMk id="6" creationId="{81215BE8-C00B-501B-19CB-1470DE5308A5}"/>
          </ac:spMkLst>
        </pc:spChg>
      </pc:sldChg>
      <pc:sldChg chg="addSp delSp modSp mod">
        <pc:chgData name="Roshni Patoa" userId="fed91864c60e3dfe" providerId="LiveId" clId="{1C8F049D-CBD5-42D3-B0DB-D3B1D0918E68}" dt="2025-01-28T16:30:47.156" v="191" actId="15"/>
        <pc:sldMkLst>
          <pc:docMk/>
          <pc:sldMk cId="1501955450" sldId="258"/>
        </pc:sldMkLst>
        <pc:spChg chg="mod">
          <ac:chgData name="Roshni Patoa" userId="fed91864c60e3dfe" providerId="LiveId" clId="{1C8F049D-CBD5-42D3-B0DB-D3B1D0918E68}" dt="2025-01-28T16:29:27.620" v="151" actId="20577"/>
          <ac:spMkLst>
            <pc:docMk/>
            <pc:sldMk cId="1501955450" sldId="258"/>
            <ac:spMk id="2" creationId="{F56B7D68-BA69-E924-71E0-AE71E7B154AC}"/>
          </ac:spMkLst>
        </pc:spChg>
        <pc:spChg chg="add mod">
          <ac:chgData name="Roshni Patoa" userId="fed91864c60e3dfe" providerId="LiveId" clId="{1C8F049D-CBD5-42D3-B0DB-D3B1D0918E68}" dt="2025-01-28T16:30:47.156" v="191" actId="15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1C8F049D-CBD5-42D3-B0DB-D3B1D0918E68}" dt="2025-01-28T16:32:10.203" v="205" actId="1076"/>
        <pc:sldMkLst>
          <pc:docMk/>
          <pc:sldMk cId="538336606" sldId="259"/>
        </pc:sldMkLst>
        <pc:spChg chg="mod">
          <ac:chgData name="Roshni Patoa" userId="fed91864c60e3dfe" providerId="LiveId" clId="{1C8F049D-CBD5-42D3-B0DB-D3B1D0918E68}" dt="2025-01-28T16:31:50.382" v="201" actId="14100"/>
          <ac:spMkLst>
            <pc:docMk/>
            <pc:sldMk cId="538336606" sldId="259"/>
            <ac:spMk id="2" creationId="{33C9F07C-48DB-05F2-97B6-12AE64E3B764}"/>
          </ac:spMkLst>
        </pc:spChg>
      </pc:sldChg>
      <pc:sldChg chg="addSp delSp modSp mod">
        <pc:chgData name="Roshni Patoa" userId="fed91864c60e3dfe" providerId="LiveId" clId="{1C8F049D-CBD5-42D3-B0DB-D3B1D0918E68}" dt="2025-01-28T16:34:35.848" v="229" actId="1076"/>
        <pc:sldMkLst>
          <pc:docMk/>
          <pc:sldMk cId="131755128" sldId="260"/>
        </pc:sldMkLst>
        <pc:spChg chg="add mod">
          <ac:chgData name="Roshni Patoa" userId="fed91864c60e3dfe" providerId="LiveId" clId="{1C8F049D-CBD5-42D3-B0DB-D3B1D0918E68}" dt="2025-01-28T16:34:35.848" v="229" actId="1076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1C8F049D-CBD5-42D3-B0DB-D3B1D0918E68}" dt="2025-01-28T16:32:46.878" v="213" actId="1076"/>
          <ac:spMkLst>
            <pc:docMk/>
            <pc:sldMk cId="131755128" sldId="260"/>
            <ac:spMk id="4" creationId="{AF7415C8-700B-7E60-E768-DE5794CA4ADE}"/>
          </ac:spMkLst>
        </pc:spChg>
      </pc:sldChg>
      <pc:sldChg chg="addSp delSp modSp mod">
        <pc:chgData name="Roshni Patoa" userId="fed91864c60e3dfe" providerId="LiveId" clId="{1C8F049D-CBD5-42D3-B0DB-D3B1D0918E68}" dt="2025-01-28T16:36:31.351" v="254" actId="1076"/>
        <pc:sldMkLst>
          <pc:docMk/>
          <pc:sldMk cId="515961475" sldId="261"/>
        </pc:sldMkLst>
      </pc:sldChg>
      <pc:sldChg chg="addSp delSp modSp mod">
        <pc:chgData name="Roshni Patoa" userId="fed91864c60e3dfe" providerId="LiveId" clId="{1C8F049D-CBD5-42D3-B0DB-D3B1D0918E68}" dt="2025-01-28T16:37:56.198" v="288" actId="1076"/>
        <pc:sldMkLst>
          <pc:docMk/>
          <pc:sldMk cId="1795072283" sldId="262"/>
        </pc:sldMkLst>
      </pc:sldChg>
      <pc:sldChg chg="addSp delSp modSp mod">
        <pc:chgData name="Roshni Patoa" userId="fed91864c60e3dfe" providerId="LiveId" clId="{1C8F049D-CBD5-42D3-B0DB-D3B1D0918E68}" dt="2025-01-28T16:40:26.812" v="328" actId="1076"/>
        <pc:sldMkLst>
          <pc:docMk/>
          <pc:sldMk cId="561393703" sldId="263"/>
        </pc:sldMkLst>
        <pc:spChg chg="mod">
          <ac:chgData name="Roshni Patoa" userId="fed91864c60e3dfe" providerId="LiveId" clId="{1C8F049D-CBD5-42D3-B0DB-D3B1D0918E68}" dt="2025-01-28T16:39:22.287" v="319" actId="14100"/>
          <ac:spMkLst>
            <pc:docMk/>
            <pc:sldMk cId="561393703" sldId="263"/>
            <ac:spMk id="2" creationId="{282CCBB4-A3B1-BEBD-D602-724B4F99E4EA}"/>
          </ac:spMkLst>
        </pc:spChg>
      </pc:sldChg>
      <pc:sldChg chg="addSp delSp modSp mod">
        <pc:chgData name="Roshni Patoa" userId="fed91864c60e3dfe" providerId="LiveId" clId="{1C8F049D-CBD5-42D3-B0DB-D3B1D0918E68}" dt="2025-01-28T16:41:47.022" v="341" actId="14100"/>
        <pc:sldMkLst>
          <pc:docMk/>
          <pc:sldMk cId="2095114534" sldId="264"/>
        </pc:sldMkLst>
        <pc:spChg chg="mod">
          <ac:chgData name="Roshni Patoa" userId="fed91864c60e3dfe" providerId="LiveId" clId="{1C8F049D-CBD5-42D3-B0DB-D3B1D0918E68}" dt="2025-01-28T16:41:08.009" v="335" actId="20577"/>
          <ac:spMkLst>
            <pc:docMk/>
            <pc:sldMk cId="2095114534" sldId="264"/>
            <ac:spMk id="2" creationId="{52688C8C-6517-4BD7-CCF4-D29E70D41BF4}"/>
          </ac:spMkLst>
        </pc:spChg>
        <pc:spChg chg="add mod">
          <ac:chgData name="Roshni Patoa" userId="fed91864c60e3dfe" providerId="LiveId" clId="{1C8F049D-CBD5-42D3-B0DB-D3B1D0918E68}" dt="2025-01-28T16:41:47.022" v="341" actId="14100"/>
          <ac:spMkLst>
            <pc:docMk/>
            <pc:sldMk cId="2095114534" sldId="264"/>
            <ac:spMk id="6" creationId="{37D8AFC3-36FF-D657-328D-8E4BA9B16CB7}"/>
          </ac:spMkLst>
        </pc:spChg>
      </pc:sldChg>
      <pc:sldChg chg="addSp delSp modSp mod">
        <pc:chgData name="Roshni Patoa" userId="fed91864c60e3dfe" providerId="LiveId" clId="{1C8F049D-CBD5-42D3-B0DB-D3B1D0918E68}" dt="2025-01-28T16:44:53.458" v="488" actId="20577"/>
        <pc:sldMkLst>
          <pc:docMk/>
          <pc:sldMk cId="2618035276" sldId="265"/>
        </pc:sldMkLst>
      </pc:sldChg>
      <pc:sldChg chg="modSp add mod">
        <pc:chgData name="Roshni Patoa" userId="fed91864c60e3dfe" providerId="LiveId" clId="{1C8F049D-CBD5-42D3-B0DB-D3B1D0918E68}" dt="2025-01-28T16:42:36.455" v="356" actId="20577"/>
        <pc:sldMkLst>
          <pc:docMk/>
          <pc:sldMk cId="2284109313" sldId="275"/>
        </pc:sldMkLst>
        <pc:spChg chg="mod">
          <ac:chgData name="Roshni Patoa" userId="fed91864c60e3dfe" providerId="LiveId" clId="{1C8F049D-CBD5-42D3-B0DB-D3B1D0918E68}" dt="2025-01-28T16:42:21.472" v="346" actId="20577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1C8F049D-CBD5-42D3-B0DB-D3B1D0918E68}" dt="2025-01-28T16:42:36.455" v="356" actId="20577"/>
          <ac:spMkLst>
            <pc:docMk/>
            <pc:sldMk cId="2284109313" sldId="275"/>
            <ac:spMk id="6" creationId="{0A318A66-99BE-5B17-3A12-86CC691D8CFC}"/>
          </ac:spMkLst>
        </pc:spChg>
      </pc:sldChg>
      <pc:sldChg chg="modSp add mod">
        <pc:chgData name="Roshni Patoa" userId="fed91864c60e3dfe" providerId="LiveId" clId="{1C8F049D-CBD5-42D3-B0DB-D3B1D0918E68}" dt="2025-01-28T16:43:03.270" v="366" actId="20577"/>
        <pc:sldMkLst>
          <pc:docMk/>
          <pc:sldMk cId="1723924596" sldId="276"/>
        </pc:sldMkLst>
      </pc:sldChg>
      <pc:sldChg chg="modSp add mod">
        <pc:chgData name="Roshni Patoa" userId="fed91864c60e3dfe" providerId="LiveId" clId="{1C8F049D-CBD5-42D3-B0DB-D3B1D0918E68}" dt="2025-01-28T16:43:30.393" v="386" actId="20577"/>
        <pc:sldMkLst>
          <pc:docMk/>
          <pc:sldMk cId="3476537138" sldId="277"/>
        </pc:sldMkLst>
      </pc:sldChg>
    </pc:docChg>
  </pc:docChgLst>
  <pc:docChgLst>
    <pc:chgData name="Roshni Patoa" userId="fed91864c60e3dfe" providerId="LiveId" clId="{A3B46C5F-90C5-48F1-9D5E-FFF17DC60175}"/>
    <pc:docChg chg="undo redo custSel addSld delSld modSld">
      <pc:chgData name="Roshni Patoa" userId="fed91864c60e3dfe" providerId="LiveId" clId="{A3B46C5F-90C5-48F1-9D5E-FFF17DC60175}" dt="2025-01-22T04:33:55.584" v="1085" actId="2696"/>
      <pc:docMkLst>
        <pc:docMk/>
      </pc:docMkLst>
      <pc:sldChg chg="modSp mod">
        <pc:chgData name="Roshni Patoa" userId="fed91864c60e3dfe" providerId="LiveId" clId="{A3B46C5F-90C5-48F1-9D5E-FFF17DC60175}" dt="2025-01-22T04:24:14.442" v="1060" actId="20577"/>
        <pc:sldMkLst>
          <pc:docMk/>
          <pc:sldMk cId="1501955450" sldId="258"/>
        </pc:sldMkLst>
      </pc:sldChg>
      <pc:sldChg chg="addSp modSp mod">
        <pc:chgData name="Roshni Patoa" userId="fed91864c60e3dfe" providerId="LiveId" clId="{A3B46C5F-90C5-48F1-9D5E-FFF17DC60175}" dt="2025-01-17T03:56:56.800" v="630" actId="1036"/>
        <pc:sldMkLst>
          <pc:docMk/>
          <pc:sldMk cId="561393703" sldId="263"/>
        </pc:sldMkLst>
      </pc:sldChg>
      <pc:sldChg chg="addSp modSp mod">
        <pc:chgData name="Roshni Patoa" userId="fed91864c60e3dfe" providerId="LiveId" clId="{A3B46C5F-90C5-48F1-9D5E-FFF17DC60175}" dt="2025-01-17T03:58:09.113" v="671" actId="313"/>
        <pc:sldMkLst>
          <pc:docMk/>
          <pc:sldMk cId="2095114534" sldId="264"/>
        </pc:sldMkLst>
      </pc:sldChg>
      <pc:sldChg chg="addSp delSp modSp new del mod">
        <pc:chgData name="Roshni Patoa" userId="fed91864c60e3dfe" providerId="LiveId" clId="{A3B46C5F-90C5-48F1-9D5E-FFF17DC60175}" dt="2025-01-16T08:47:36.123" v="58" actId="2696"/>
        <pc:sldMkLst>
          <pc:docMk/>
          <pc:sldMk cId="1820326849" sldId="266"/>
        </pc:sldMkLst>
      </pc:sldChg>
      <pc:sldChg chg="addSp modSp new del mod">
        <pc:chgData name="Roshni Patoa" userId="fed91864c60e3dfe" providerId="LiveId" clId="{A3B46C5F-90C5-48F1-9D5E-FFF17DC60175}" dt="2025-01-22T04:24:43.160" v="1061" actId="2696"/>
        <pc:sldMkLst>
          <pc:docMk/>
          <pc:sldMk cId="2530205699" sldId="266"/>
        </pc:sldMkLst>
      </pc:sldChg>
      <pc:sldChg chg="addSp delSp modSp new mod">
        <pc:chgData name="Roshni Patoa" userId="fed91864c60e3dfe" providerId="LiveId" clId="{A3B46C5F-90C5-48F1-9D5E-FFF17DC60175}" dt="2025-01-22T04:27:25.302" v="1064" actId="20577"/>
        <pc:sldMkLst>
          <pc:docMk/>
          <pc:sldMk cId="1908485448" sldId="267"/>
        </pc:sldMkLst>
      </pc:sldChg>
      <pc:sldChg chg="modSp add mod">
        <pc:chgData name="Roshni Patoa" userId="fed91864c60e3dfe" providerId="LiveId" clId="{A3B46C5F-90C5-48F1-9D5E-FFF17DC60175}" dt="2025-01-22T04:31:54.711" v="1076" actId="20577"/>
        <pc:sldMkLst>
          <pc:docMk/>
          <pc:sldMk cId="3252973548" sldId="268"/>
        </pc:sldMkLst>
      </pc:sldChg>
      <pc:sldChg chg="addSp modSp new mod">
        <pc:chgData name="Roshni Patoa" userId="fed91864c60e3dfe" providerId="LiveId" clId="{A3B46C5F-90C5-48F1-9D5E-FFF17DC60175}" dt="2025-01-17T05:30:25.162" v="909" actId="1036"/>
        <pc:sldMkLst>
          <pc:docMk/>
          <pc:sldMk cId="1697355594" sldId="269"/>
        </pc:sldMkLst>
      </pc:sldChg>
      <pc:sldChg chg="addSp delSp modSp new del mod">
        <pc:chgData name="Roshni Patoa" userId="fed91864c60e3dfe" providerId="LiveId" clId="{A3B46C5F-90C5-48F1-9D5E-FFF17DC60175}" dt="2025-01-22T04:33:53.683" v="1084" actId="2696"/>
        <pc:sldMkLst>
          <pc:docMk/>
          <pc:sldMk cId="763352656" sldId="270"/>
        </pc:sldMkLst>
      </pc:sldChg>
      <pc:sldChg chg="addSp delSp modSp new del mod">
        <pc:chgData name="Roshni Patoa" userId="fed91864c60e3dfe" providerId="LiveId" clId="{A3B46C5F-90C5-48F1-9D5E-FFF17DC60175}" dt="2025-01-22T04:33:55.584" v="1085" actId="2696"/>
        <pc:sldMkLst>
          <pc:docMk/>
          <pc:sldMk cId="1503805680" sldId="271"/>
        </pc:sldMkLst>
      </pc:sldChg>
      <pc:sldChg chg="addSp delSp modSp new del mod">
        <pc:chgData name="Roshni Patoa" userId="fed91864c60e3dfe" providerId="LiveId" clId="{A3B46C5F-90C5-48F1-9D5E-FFF17DC60175}" dt="2025-01-22T04:33:51.177" v="1083" actId="2696"/>
        <pc:sldMkLst>
          <pc:docMk/>
          <pc:sldMk cId="3195452999" sldId="272"/>
        </pc:sldMkLst>
      </pc:sldChg>
      <pc:sldChg chg="addSp modSp new mod">
        <pc:chgData name="Roshni Patoa" userId="fed91864c60e3dfe" providerId="LiveId" clId="{A3B46C5F-90C5-48F1-9D5E-FFF17DC60175}" dt="2025-01-17T05:31:03.347" v="925"/>
        <pc:sldMkLst>
          <pc:docMk/>
          <pc:sldMk cId="3650555201" sldId="273"/>
        </pc:sldMkLst>
      </pc:sldChg>
      <pc:sldChg chg="addSp modSp new mod">
        <pc:chgData name="Roshni Patoa" userId="fed91864c60e3dfe" providerId="LiveId" clId="{A3B46C5F-90C5-48F1-9D5E-FFF17DC60175}" dt="2025-01-17T05:32:51.987" v="1037" actId="1076"/>
        <pc:sldMkLst>
          <pc:docMk/>
          <pc:sldMk cId="1696112011" sldId="274"/>
        </pc:sldMkLst>
      </pc:sldChg>
    </pc:docChg>
  </pc:docChgLst>
  <pc:docChgLst>
    <pc:chgData name="Roshni Patoa" userId="fed91864c60e3dfe" providerId="LiveId" clId="{E22F1EDE-8828-4D8C-85D4-D56301EBE89E}"/>
    <pc:docChg chg="undo redo custSel addSld delSld modSld">
      <pc:chgData name="Roshni Patoa" userId="fed91864c60e3dfe" providerId="LiveId" clId="{E22F1EDE-8828-4D8C-85D4-D56301EBE89E}" dt="2025-01-29T09:12:04.710" v="215" actId="47"/>
      <pc:docMkLst>
        <pc:docMk/>
      </pc:docMkLst>
      <pc:sldChg chg="addSp delSp modSp mod">
        <pc:chgData name="Roshni Patoa" userId="fed91864c60e3dfe" providerId="LiveId" clId="{E22F1EDE-8828-4D8C-85D4-D56301EBE89E}" dt="2025-01-29T09:05:35.324" v="110" actId="1076"/>
        <pc:sldMkLst>
          <pc:docMk/>
          <pc:sldMk cId="1901894884" sldId="257"/>
        </pc:sldMkLst>
        <pc:spChg chg="mod">
          <ac:chgData name="Roshni Patoa" userId="fed91864c60e3dfe" providerId="LiveId" clId="{E22F1EDE-8828-4D8C-85D4-D56301EBE89E}" dt="2025-01-28T16:50:03.893" v="3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E22F1EDE-8828-4D8C-85D4-D56301EBE89E}" dt="2025-01-28T16:50:43.239" v="7" actId="108"/>
          <ac:spMkLst>
            <pc:docMk/>
            <pc:sldMk cId="1901894884" sldId="257"/>
            <ac:spMk id="6" creationId="{81215BE8-C00B-501B-19CB-1470DE5308A5}"/>
          </ac:spMkLst>
        </pc:spChg>
      </pc:sldChg>
      <pc:sldChg chg="modSp mod">
        <pc:chgData name="Roshni Patoa" userId="fed91864c60e3dfe" providerId="LiveId" clId="{E22F1EDE-8828-4D8C-85D4-D56301EBE89E}" dt="2025-01-29T09:01:20.681" v="60" actId="20577"/>
        <pc:sldMkLst>
          <pc:docMk/>
          <pc:sldMk cId="1501955450" sldId="258"/>
        </pc:sldMkLst>
        <pc:spChg chg="mod">
          <ac:chgData name="Roshni Patoa" userId="fed91864c60e3dfe" providerId="LiveId" clId="{E22F1EDE-8828-4D8C-85D4-D56301EBE89E}" dt="2025-01-29T09:01:20.681" v="60" actId="20577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E22F1EDE-8828-4D8C-85D4-D56301EBE89E}" dt="2025-01-29T09:04:19.236" v="93" actId="20577"/>
        <pc:sldMkLst>
          <pc:docMk/>
          <pc:sldMk cId="538336606" sldId="259"/>
        </pc:sldMkLst>
        <pc:spChg chg="mod">
          <ac:chgData name="Roshni Patoa" userId="fed91864c60e3dfe" providerId="LiveId" clId="{E22F1EDE-8828-4D8C-85D4-D56301EBE89E}" dt="2025-01-29T09:04:19.236" v="93" actId="20577"/>
          <ac:spMkLst>
            <pc:docMk/>
            <pc:sldMk cId="538336606" sldId="259"/>
            <ac:spMk id="2" creationId="{33C9F07C-48DB-05F2-97B6-12AE64E3B764}"/>
          </ac:spMkLst>
        </pc:spChg>
      </pc:sldChg>
      <pc:sldChg chg="modSp mod">
        <pc:chgData name="Roshni Patoa" userId="fed91864c60e3dfe" providerId="LiveId" clId="{E22F1EDE-8828-4D8C-85D4-D56301EBE89E}" dt="2025-01-29T09:04:24.894" v="97" actId="20577"/>
        <pc:sldMkLst>
          <pc:docMk/>
          <pc:sldMk cId="131755128" sldId="260"/>
        </pc:sldMkLst>
        <pc:spChg chg="mod">
          <ac:chgData name="Roshni Patoa" userId="fed91864c60e3dfe" providerId="LiveId" clId="{E22F1EDE-8828-4D8C-85D4-D56301EBE89E}" dt="2025-01-29T09:02:58.533" v="70" actId="1076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E22F1EDE-8828-4D8C-85D4-D56301EBE89E}" dt="2025-01-29T09:04:24.894" v="97" actId="20577"/>
          <ac:spMkLst>
            <pc:docMk/>
            <pc:sldMk cId="131755128" sldId="260"/>
            <ac:spMk id="4" creationId="{AF7415C8-700B-7E60-E768-DE5794CA4ADE}"/>
          </ac:spMkLst>
        </pc:spChg>
      </pc:sldChg>
      <pc:sldChg chg="add del">
        <pc:chgData name="Roshni Patoa" userId="fed91864c60e3dfe" providerId="LiveId" clId="{E22F1EDE-8828-4D8C-85D4-D56301EBE89E}" dt="2025-01-29T09:04:04.412" v="85" actId="47"/>
        <pc:sldMkLst>
          <pc:docMk/>
          <pc:sldMk cId="515961475" sldId="261"/>
        </pc:sldMkLst>
      </pc:sldChg>
      <pc:sldChg chg="add del">
        <pc:chgData name="Roshni Patoa" userId="fed91864c60e3dfe" providerId="LiveId" clId="{E22F1EDE-8828-4D8C-85D4-D56301EBE89E}" dt="2025-01-29T09:04:02.825" v="84" actId="47"/>
        <pc:sldMkLst>
          <pc:docMk/>
          <pc:sldMk cId="1795072283" sldId="262"/>
        </pc:sldMkLst>
      </pc:sldChg>
      <pc:sldChg chg="addSp delSp modSp mod">
        <pc:chgData name="Roshni Patoa" userId="fed91864c60e3dfe" providerId="LiveId" clId="{E22F1EDE-8828-4D8C-85D4-D56301EBE89E}" dt="2025-01-29T09:05:13.906" v="106" actId="1076"/>
        <pc:sldMkLst>
          <pc:docMk/>
          <pc:sldMk cId="561393703" sldId="263"/>
        </pc:sldMkLst>
        <pc:spChg chg="mod">
          <ac:chgData name="Roshni Patoa" userId="fed91864c60e3dfe" providerId="LiveId" clId="{E22F1EDE-8828-4D8C-85D4-D56301EBE89E}" dt="2025-01-29T09:04:30.412" v="101" actId="20577"/>
          <ac:spMkLst>
            <pc:docMk/>
            <pc:sldMk cId="561393703" sldId="263"/>
            <ac:spMk id="2" creationId="{282CCBB4-A3B1-BEBD-D602-724B4F99E4EA}"/>
          </ac:spMkLst>
        </pc:spChg>
      </pc:sldChg>
      <pc:sldChg chg="modSp mod">
        <pc:chgData name="Roshni Patoa" userId="fed91864c60e3dfe" providerId="LiveId" clId="{E22F1EDE-8828-4D8C-85D4-D56301EBE89E}" dt="2025-01-29T09:10:55.670" v="191" actId="20577"/>
        <pc:sldMkLst>
          <pc:docMk/>
          <pc:sldMk cId="2095114534" sldId="264"/>
        </pc:sldMkLst>
        <pc:spChg chg="mod">
          <ac:chgData name="Roshni Patoa" userId="fed91864c60e3dfe" providerId="LiveId" clId="{E22F1EDE-8828-4D8C-85D4-D56301EBE89E}" dt="2025-01-29T09:10:21.605" v="186" actId="20577"/>
          <ac:spMkLst>
            <pc:docMk/>
            <pc:sldMk cId="2095114534" sldId="264"/>
            <ac:spMk id="2" creationId="{52688C8C-6517-4BD7-CCF4-D29E70D41BF4}"/>
          </ac:spMkLst>
        </pc:spChg>
        <pc:spChg chg="mod">
          <ac:chgData name="Roshni Patoa" userId="fed91864c60e3dfe" providerId="LiveId" clId="{E22F1EDE-8828-4D8C-85D4-D56301EBE89E}" dt="2025-01-29T09:10:55.670" v="191" actId="20577"/>
          <ac:spMkLst>
            <pc:docMk/>
            <pc:sldMk cId="2095114534" sldId="264"/>
            <ac:spMk id="6" creationId="{37D8AFC3-36FF-D657-328D-8E4BA9B16CB7}"/>
          </ac:spMkLst>
        </pc:spChg>
      </pc:sldChg>
      <pc:sldChg chg="add del">
        <pc:chgData name="Roshni Patoa" userId="fed91864c60e3dfe" providerId="LiveId" clId="{E22F1EDE-8828-4D8C-85D4-D56301EBE89E}" dt="2025-01-29T09:12:04.710" v="215" actId="47"/>
        <pc:sldMkLst>
          <pc:docMk/>
          <pc:sldMk cId="2618035276" sldId="265"/>
        </pc:sldMkLst>
      </pc:sldChg>
      <pc:sldChg chg="add del">
        <pc:chgData name="Roshni Patoa" userId="fed91864c60e3dfe" providerId="LiveId" clId="{E22F1EDE-8828-4D8C-85D4-D56301EBE89E}" dt="2025-01-29T09:09:56.160" v="182" actId="47"/>
        <pc:sldMkLst>
          <pc:docMk/>
          <pc:sldMk cId="1908485448" sldId="267"/>
        </pc:sldMkLst>
      </pc:sldChg>
      <pc:sldChg chg="del">
        <pc:chgData name="Roshni Patoa" userId="fed91864c60e3dfe" providerId="LiveId" clId="{E22F1EDE-8828-4D8C-85D4-D56301EBE89E}" dt="2025-01-29T09:06:19.617" v="114" actId="47"/>
        <pc:sldMkLst>
          <pc:docMk/>
          <pc:sldMk cId="3252973548" sldId="268"/>
        </pc:sldMkLst>
      </pc:sldChg>
      <pc:sldChg chg="del">
        <pc:chgData name="Roshni Patoa" userId="fed91864c60e3dfe" providerId="LiveId" clId="{E22F1EDE-8828-4D8C-85D4-D56301EBE89E}" dt="2025-01-29T09:06:18.920" v="113" actId="47"/>
        <pc:sldMkLst>
          <pc:docMk/>
          <pc:sldMk cId="1697355594" sldId="269"/>
        </pc:sldMkLst>
      </pc:sldChg>
      <pc:sldChg chg="del">
        <pc:chgData name="Roshni Patoa" userId="fed91864c60e3dfe" providerId="LiveId" clId="{E22F1EDE-8828-4D8C-85D4-D56301EBE89E}" dt="2025-01-29T09:06:17.232" v="111" actId="47"/>
        <pc:sldMkLst>
          <pc:docMk/>
          <pc:sldMk cId="3650555201" sldId="273"/>
        </pc:sldMkLst>
      </pc:sldChg>
      <pc:sldChg chg="del">
        <pc:chgData name="Roshni Patoa" userId="fed91864c60e3dfe" providerId="LiveId" clId="{E22F1EDE-8828-4D8C-85D4-D56301EBE89E}" dt="2025-01-29T09:06:18.218" v="112" actId="47"/>
        <pc:sldMkLst>
          <pc:docMk/>
          <pc:sldMk cId="1696112011" sldId="274"/>
        </pc:sldMkLst>
      </pc:sldChg>
      <pc:sldChg chg="modSp add del mod">
        <pc:chgData name="Roshni Patoa" userId="fed91864c60e3dfe" providerId="LiveId" clId="{E22F1EDE-8828-4D8C-85D4-D56301EBE89E}" dt="2025-01-29T09:11:52.361" v="212" actId="1076"/>
        <pc:sldMkLst>
          <pc:docMk/>
          <pc:sldMk cId="2284109313" sldId="275"/>
        </pc:sldMkLst>
        <pc:spChg chg="mod">
          <ac:chgData name="Roshni Patoa" userId="fed91864c60e3dfe" providerId="LiveId" clId="{E22F1EDE-8828-4D8C-85D4-D56301EBE89E}" dt="2025-01-29T09:11:07.527" v="207" actId="20577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E22F1EDE-8828-4D8C-85D4-D56301EBE89E}" dt="2025-01-29T09:11:52.361" v="212" actId="1076"/>
          <ac:spMkLst>
            <pc:docMk/>
            <pc:sldMk cId="2284109313" sldId="275"/>
            <ac:spMk id="6" creationId="{0A318A66-99BE-5B17-3A12-86CC691D8CFC}"/>
          </ac:spMkLst>
        </pc:spChg>
      </pc:sldChg>
      <pc:sldChg chg="add del">
        <pc:chgData name="Roshni Patoa" userId="fed91864c60e3dfe" providerId="LiveId" clId="{E22F1EDE-8828-4D8C-85D4-D56301EBE89E}" dt="2025-01-29T09:11:58.686" v="213" actId="47"/>
        <pc:sldMkLst>
          <pc:docMk/>
          <pc:sldMk cId="1723924596" sldId="276"/>
        </pc:sldMkLst>
      </pc:sldChg>
      <pc:sldChg chg="add del">
        <pc:chgData name="Roshni Patoa" userId="fed91864c60e3dfe" providerId="LiveId" clId="{E22F1EDE-8828-4D8C-85D4-D56301EBE89E}" dt="2025-01-29T09:12:00.153" v="214" actId="47"/>
        <pc:sldMkLst>
          <pc:docMk/>
          <pc:sldMk cId="3476537138" sldId="277"/>
        </pc:sldMkLst>
      </pc:sldChg>
      <pc:sldChg chg="modSp add del mod">
        <pc:chgData name="Roshni Patoa" userId="fed91864c60e3dfe" providerId="LiveId" clId="{E22F1EDE-8828-4D8C-85D4-D56301EBE89E}" dt="2025-01-29T09:04:00.279" v="83" actId="2696"/>
        <pc:sldMkLst>
          <pc:docMk/>
          <pc:sldMk cId="1119403295" sldId="278"/>
        </pc:sldMkLst>
      </pc:sldChg>
      <pc:sldChg chg="add">
        <pc:chgData name="Roshni Patoa" userId="fed91864c60e3dfe" providerId="LiveId" clId="{E22F1EDE-8828-4D8C-85D4-D56301EBE89E}" dt="2025-01-29T09:10:04.685" v="183"/>
        <pc:sldMkLst>
          <pc:docMk/>
          <pc:sldMk cId="2532286422" sldId="278"/>
        </pc:sldMkLst>
      </pc:sldChg>
    </pc:docChg>
  </pc:docChgLst>
  <pc:docChgLst>
    <pc:chgData name="Roshni Patoa" userId="fed91864c60e3dfe" providerId="LiveId" clId="{C81E4981-5F32-4E84-9BDD-D63D3222DBE3}"/>
    <pc:docChg chg="custSel delSld modSld">
      <pc:chgData name="Roshni Patoa" userId="fed91864c60e3dfe" providerId="LiveId" clId="{C81E4981-5F32-4E84-9BDD-D63D3222DBE3}" dt="2025-01-31T05:07:35.975" v="288" actId="2696"/>
      <pc:docMkLst>
        <pc:docMk/>
      </pc:docMkLst>
      <pc:sldChg chg="addSp delSp modSp mod">
        <pc:chgData name="Roshni Patoa" userId="fed91864c60e3dfe" providerId="LiveId" clId="{C81E4981-5F32-4E84-9BDD-D63D3222DBE3}" dt="2025-01-31T05:00:41.008" v="54" actId="1076"/>
        <pc:sldMkLst>
          <pc:docMk/>
          <pc:sldMk cId="1901894884" sldId="257"/>
        </pc:sldMkLst>
        <pc:spChg chg="mod">
          <ac:chgData name="Roshni Patoa" userId="fed91864c60e3dfe" providerId="LiveId" clId="{C81E4981-5F32-4E84-9BDD-D63D3222DBE3}" dt="2025-01-31T04:55:50.569" v="9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C81E4981-5F32-4E84-9BDD-D63D3222DBE3}" dt="2025-01-31T04:57:05.958" v="49" actId="1076"/>
          <ac:spMkLst>
            <pc:docMk/>
            <pc:sldMk cId="1901894884" sldId="257"/>
            <ac:spMk id="6" creationId="{81215BE8-C00B-501B-19CB-1470DE5308A5}"/>
          </ac:spMkLst>
        </pc:spChg>
        <pc:picChg chg="add mod">
          <ac:chgData name="Roshni Patoa" userId="fed91864c60e3dfe" providerId="LiveId" clId="{C81E4981-5F32-4E84-9BDD-D63D3222DBE3}" dt="2025-01-31T05:00:41.008" v="54" actId="1076"/>
          <ac:picMkLst>
            <pc:docMk/>
            <pc:sldMk cId="1901894884" sldId="257"/>
            <ac:picMk id="4" creationId="{A72FCFE6-54B1-27C7-3803-FD96141AA221}"/>
          </ac:picMkLst>
        </pc:picChg>
        <pc:picChg chg="del">
          <ac:chgData name="Roshni Patoa" userId="fed91864c60e3dfe" providerId="LiveId" clId="{C81E4981-5F32-4E84-9BDD-D63D3222DBE3}" dt="2025-01-31T04:57:08.653" v="50" actId="478"/>
          <ac:picMkLst>
            <pc:docMk/>
            <pc:sldMk cId="1901894884" sldId="257"/>
            <ac:picMk id="8" creationId="{F45A3738-D1C3-A2F6-61E1-5FD04554651B}"/>
          </ac:picMkLst>
        </pc:picChg>
      </pc:sldChg>
      <pc:sldChg chg="modSp mod">
        <pc:chgData name="Roshni Patoa" userId="fed91864c60e3dfe" providerId="LiveId" clId="{C81E4981-5F32-4E84-9BDD-D63D3222DBE3}" dt="2025-01-31T05:01:29.009" v="109" actId="20577"/>
        <pc:sldMkLst>
          <pc:docMk/>
          <pc:sldMk cId="1501955450" sldId="258"/>
        </pc:sldMkLst>
        <pc:spChg chg="mod">
          <ac:chgData name="Roshni Patoa" userId="fed91864c60e3dfe" providerId="LiveId" clId="{C81E4981-5F32-4E84-9BDD-D63D3222DBE3}" dt="2025-01-31T05:01:29.009" v="109" actId="20577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C81E4981-5F32-4E84-9BDD-D63D3222DBE3}" dt="2025-01-31T05:02:18.021" v="116" actId="1076"/>
        <pc:sldMkLst>
          <pc:docMk/>
          <pc:sldMk cId="538336606" sldId="259"/>
        </pc:sldMkLst>
        <pc:spChg chg="mod">
          <ac:chgData name="Roshni Patoa" userId="fed91864c60e3dfe" providerId="LiveId" clId="{C81E4981-5F32-4E84-9BDD-D63D3222DBE3}" dt="2025-01-31T05:02:18.021" v="116" actId="1076"/>
          <ac:spMkLst>
            <pc:docMk/>
            <pc:sldMk cId="538336606" sldId="259"/>
            <ac:spMk id="2" creationId="{33C9F07C-48DB-05F2-97B6-12AE64E3B764}"/>
          </ac:spMkLst>
        </pc:spChg>
        <pc:picChg chg="add mod">
          <ac:chgData name="Roshni Patoa" userId="fed91864c60e3dfe" providerId="LiveId" clId="{C81E4981-5F32-4E84-9BDD-D63D3222DBE3}" dt="2025-01-31T05:02:14.848" v="115" actId="1076"/>
          <ac:picMkLst>
            <pc:docMk/>
            <pc:sldMk cId="538336606" sldId="259"/>
            <ac:picMk id="4" creationId="{E767ECB4-2BA6-7ED3-A57C-C70908ED2567}"/>
          </ac:picMkLst>
        </pc:picChg>
        <pc:picChg chg="del">
          <ac:chgData name="Roshni Patoa" userId="fed91864c60e3dfe" providerId="LiveId" clId="{C81E4981-5F32-4E84-9BDD-D63D3222DBE3}" dt="2025-01-31T05:01:33.096" v="110" actId="478"/>
          <ac:picMkLst>
            <pc:docMk/>
            <pc:sldMk cId="538336606" sldId="259"/>
            <ac:picMk id="1026" creationId="{F7669A9D-A445-176B-557D-5C37E998B3A2}"/>
          </ac:picMkLst>
        </pc:picChg>
      </pc:sldChg>
      <pc:sldChg chg="modSp mod">
        <pc:chgData name="Roshni Patoa" userId="fed91864c60e3dfe" providerId="LiveId" clId="{C81E4981-5F32-4E84-9BDD-D63D3222DBE3}" dt="2025-01-31T05:03:04.674" v="161" actId="1076"/>
        <pc:sldMkLst>
          <pc:docMk/>
          <pc:sldMk cId="131755128" sldId="260"/>
        </pc:sldMkLst>
        <pc:spChg chg="mod">
          <ac:chgData name="Roshni Patoa" userId="fed91864c60e3dfe" providerId="LiveId" clId="{C81E4981-5F32-4E84-9BDD-D63D3222DBE3}" dt="2025-01-31T05:02:58.040" v="159" actId="20577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C81E4981-5F32-4E84-9BDD-D63D3222DBE3}" dt="2025-01-31T05:03:04.674" v="161" actId="1076"/>
          <ac:spMkLst>
            <pc:docMk/>
            <pc:sldMk cId="131755128" sldId="260"/>
            <ac:spMk id="4" creationId="{AF7415C8-700B-7E60-E768-DE5794CA4ADE}"/>
          </ac:spMkLst>
        </pc:spChg>
      </pc:sldChg>
      <pc:sldChg chg="addSp delSp modSp mod">
        <pc:chgData name="Roshni Patoa" userId="fed91864c60e3dfe" providerId="LiveId" clId="{C81E4981-5F32-4E84-9BDD-D63D3222DBE3}" dt="2025-01-31T05:04:51.293" v="178" actId="1076"/>
        <pc:sldMkLst>
          <pc:docMk/>
          <pc:sldMk cId="561393703" sldId="263"/>
        </pc:sldMkLst>
        <pc:spChg chg="mod">
          <ac:chgData name="Roshni Patoa" userId="fed91864c60e3dfe" providerId="LiveId" clId="{C81E4981-5F32-4E84-9BDD-D63D3222DBE3}" dt="2025-01-31T05:03:36.842" v="172"/>
          <ac:spMkLst>
            <pc:docMk/>
            <pc:sldMk cId="561393703" sldId="263"/>
            <ac:spMk id="2" creationId="{282CCBB4-A3B1-BEBD-D602-724B4F99E4EA}"/>
          </ac:spMkLst>
        </pc:spChg>
        <pc:spChg chg="del mod">
          <ac:chgData name="Roshni Patoa" userId="fed91864c60e3dfe" providerId="LiveId" clId="{C81E4981-5F32-4E84-9BDD-D63D3222DBE3}" dt="2025-01-31T05:03:28.428" v="170" actId="478"/>
          <ac:spMkLst>
            <pc:docMk/>
            <pc:sldMk cId="561393703" sldId="263"/>
            <ac:spMk id="6" creationId="{0EC243DA-DBFB-51DA-4A7A-DC94DC0D6788}"/>
          </ac:spMkLst>
        </pc:spChg>
        <pc:picChg chg="del">
          <ac:chgData name="Roshni Patoa" userId="fed91864c60e3dfe" providerId="LiveId" clId="{C81E4981-5F32-4E84-9BDD-D63D3222DBE3}" dt="2025-01-31T05:03:30.194" v="171" actId="478"/>
          <ac:picMkLst>
            <pc:docMk/>
            <pc:sldMk cId="561393703" sldId="263"/>
            <ac:picMk id="4" creationId="{929F3357-EF23-D665-EE0B-764903F093B3}"/>
          </ac:picMkLst>
        </pc:picChg>
        <pc:picChg chg="add del mod">
          <ac:chgData name="Roshni Patoa" userId="fed91864c60e3dfe" providerId="LiveId" clId="{C81E4981-5F32-4E84-9BDD-D63D3222DBE3}" dt="2025-01-31T05:04:45.299" v="175" actId="478"/>
          <ac:picMkLst>
            <pc:docMk/>
            <pc:sldMk cId="561393703" sldId="263"/>
            <ac:picMk id="5" creationId="{2A1009FE-A0E2-5B27-7101-4662C88794D9}"/>
          </ac:picMkLst>
        </pc:picChg>
        <pc:picChg chg="add mod">
          <ac:chgData name="Roshni Patoa" userId="fed91864c60e3dfe" providerId="LiveId" clId="{C81E4981-5F32-4E84-9BDD-D63D3222DBE3}" dt="2025-01-31T05:04:51.293" v="178" actId="1076"/>
          <ac:picMkLst>
            <pc:docMk/>
            <pc:sldMk cId="561393703" sldId="263"/>
            <ac:picMk id="8" creationId="{1A2030F1-275E-11D7-6F50-6468679AB3D3}"/>
          </ac:picMkLst>
        </pc:picChg>
      </pc:sldChg>
      <pc:sldChg chg="modSp mod">
        <pc:chgData name="Roshni Patoa" userId="fed91864c60e3dfe" providerId="LiveId" clId="{C81E4981-5F32-4E84-9BDD-D63D3222DBE3}" dt="2025-01-31T05:07:25.464" v="287" actId="20577"/>
        <pc:sldMkLst>
          <pc:docMk/>
          <pc:sldMk cId="2095114534" sldId="264"/>
        </pc:sldMkLst>
        <pc:spChg chg="mod">
          <ac:chgData name="Roshni Patoa" userId="fed91864c60e3dfe" providerId="LiveId" clId="{C81E4981-5F32-4E84-9BDD-D63D3222DBE3}" dt="2025-01-31T05:07:25.464" v="287" actId="20577"/>
          <ac:spMkLst>
            <pc:docMk/>
            <pc:sldMk cId="2095114534" sldId="264"/>
            <ac:spMk id="6" creationId="{37D8AFC3-36FF-D657-328D-8E4BA9B16CB7}"/>
          </ac:spMkLst>
        </pc:spChg>
      </pc:sldChg>
      <pc:sldChg chg="del">
        <pc:chgData name="Roshni Patoa" userId="fed91864c60e3dfe" providerId="LiveId" clId="{C81E4981-5F32-4E84-9BDD-D63D3222DBE3}" dt="2025-01-31T05:07:35.975" v="288" actId="2696"/>
        <pc:sldMkLst>
          <pc:docMk/>
          <pc:sldMk cId="2284109313" sldId="275"/>
        </pc:sldMkLst>
      </pc:sldChg>
      <pc:sldChg chg="modSp mod">
        <pc:chgData name="Roshni Patoa" userId="fed91864c60e3dfe" providerId="LiveId" clId="{C81E4981-5F32-4E84-9BDD-D63D3222DBE3}" dt="2025-01-31T05:05:58.594" v="244" actId="20577"/>
        <pc:sldMkLst>
          <pc:docMk/>
          <pc:sldMk cId="2532286422" sldId="278"/>
        </pc:sldMkLst>
        <pc:spChg chg="mod">
          <ac:chgData name="Roshni Patoa" userId="fed91864c60e3dfe" providerId="LiveId" clId="{C81E4981-5F32-4E84-9BDD-D63D3222DBE3}" dt="2025-01-31T05:05:03.357" v="179"/>
          <ac:spMkLst>
            <pc:docMk/>
            <pc:sldMk cId="2532286422" sldId="278"/>
            <ac:spMk id="2" creationId="{6FD604BB-1FBD-890D-8F8A-42BE9487E626}"/>
          </ac:spMkLst>
        </pc:spChg>
        <pc:spChg chg="mod">
          <ac:chgData name="Roshni Patoa" userId="fed91864c60e3dfe" providerId="LiveId" clId="{C81E4981-5F32-4E84-9BDD-D63D3222DBE3}" dt="2025-01-31T05:05:58.594" v="244" actId="20577"/>
          <ac:spMkLst>
            <pc:docMk/>
            <pc:sldMk cId="2532286422" sldId="278"/>
            <ac:spMk id="6" creationId="{4EA9DA15-2F3D-9168-C954-50EF9EC6DB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074" y="2171701"/>
            <a:ext cx="10215563" cy="2387600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erlin Sans FB Demi" panose="020E0802020502020306" pitchFamily="34" charset="0"/>
              </a:rPr>
              <a:t>COMBINATIONAL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FULL SUBTRACTOR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284287" y="1343025"/>
            <a:ext cx="104886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Full subtractors are fundamental building blocks in digital circuits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Used to subtract three binary digits: A, B, and C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Produces two outputs: Subtract and Borrow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Essential component for arithmetic operations in computers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2FCFE6-54B1-27C7-3803-FD96141A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399" y="3803949"/>
            <a:ext cx="3733201" cy="262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Inputs and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3D012-D96E-0A21-2AAF-4C94D8B69749}"/>
              </a:ext>
            </a:extLst>
          </p:cNvPr>
          <p:cNvSpPr txBox="1"/>
          <p:nvPr/>
        </p:nvSpPr>
        <p:spPr>
          <a:xfrm>
            <a:off x="1028700" y="1828711"/>
            <a:ext cx="10744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A, B, C (bits to be subtracted)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Outputs: </a:t>
            </a:r>
          </a:p>
          <a:p>
            <a:pPr marL="171450" lvl="2" indent="-171450" fontAlgn="base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		Subtract, Borrow</a:t>
            </a:r>
          </a:p>
          <a:p>
            <a:pPr marL="171450" lvl="2" indent="-1714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Total possible input combinations: 2³ = 8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5738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for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FULL SUBTRACTOR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7ECB4-2BA6-7ED3-A57C-C70908ED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519" y="2019088"/>
            <a:ext cx="5500961" cy="423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415C8-700B-7E60-E768-DE5794CA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06" y="200025"/>
            <a:ext cx="11050588" cy="14779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Logic Gates in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FULL SUBTRACTOR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0ED42-4A96-374C-BEF0-6AA93A6657EF}"/>
              </a:ext>
            </a:extLst>
          </p:cNvPr>
          <p:cNvSpPr txBox="1"/>
          <p:nvPr/>
        </p:nvSpPr>
        <p:spPr>
          <a:xfrm>
            <a:off x="2950367" y="1885861"/>
            <a:ext cx="70223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gates: Used for generating Subtract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gates: Used in Borrow generation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 gate: Combines Borrow terms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CBB4-A3B1-BEBD-D602-724B4F99E4EA}"/>
              </a:ext>
            </a:extLst>
          </p:cNvPr>
          <p:cNvSpPr txBox="1">
            <a:spLocks/>
          </p:cNvSpPr>
          <p:nvPr/>
        </p:nvSpPr>
        <p:spPr>
          <a:xfrm>
            <a:off x="200025" y="0"/>
            <a:ext cx="117871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FULL SUBTRACTOR Circuit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2030F1-275E-11D7-6F50-6468679A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836" y="1804783"/>
            <a:ext cx="6396328" cy="449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93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A625-83BA-790D-3723-6B49BC3B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04BB-1FBD-890D-8F8A-42BE9487E626}"/>
              </a:ext>
            </a:extLst>
          </p:cNvPr>
          <p:cNvSpPr txBox="1">
            <a:spLocks/>
          </p:cNvSpPr>
          <p:nvPr/>
        </p:nvSpPr>
        <p:spPr>
          <a:xfrm>
            <a:off x="998538" y="24288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BOOLEAN EXPRESSIONS FOR FULL SUBTRACTOR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9DA15-2F3D-9168-C954-50EF9EC6DBBD}"/>
              </a:ext>
            </a:extLst>
          </p:cNvPr>
          <p:cNvSpPr txBox="1"/>
          <p:nvPr/>
        </p:nvSpPr>
        <p:spPr>
          <a:xfrm>
            <a:off x="2217736" y="2459504"/>
            <a:ext cx="8686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A, B, C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Subtract = A ⊕ B ⊕ C (⊕ represents XOR operation)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Borrow = A’B + A’C + BC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8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8C8C-6517-4BD7-CCF4-D29E70D41BF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8AFC3-36FF-D657-328D-8E4BA9B16CB7}"/>
              </a:ext>
            </a:extLst>
          </p:cNvPr>
          <p:cNvSpPr txBox="1"/>
          <p:nvPr/>
        </p:nvSpPr>
        <p:spPr>
          <a:xfrm>
            <a:off x="2993231" y="1798886"/>
            <a:ext cx="710803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 = 1, B = 0, C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 through the circuit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Calculate Sub: 1 ⊕ 0 ⊕ 0 = 1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Calculate Borrow: 1’.0 + 1’.0 + 0.0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Sub = 1, Borrow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14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202</TotalTime>
  <Words>213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Bahnschrift</vt:lpstr>
      <vt:lpstr>Bauhaus 93</vt:lpstr>
      <vt:lpstr>Berlin Sans FB Demi</vt:lpstr>
      <vt:lpstr>Bodoni MT Black</vt:lpstr>
      <vt:lpstr>Bradley Hand ITC</vt:lpstr>
      <vt:lpstr>Tw Cen MT</vt:lpstr>
      <vt:lpstr>Circuit</vt:lpstr>
      <vt:lpstr>COMBINATIONAL CIRCUITS</vt:lpstr>
      <vt:lpstr>FULL SUBTRACTOR</vt:lpstr>
      <vt:lpstr>Inputs and Outputs</vt:lpstr>
      <vt:lpstr>Truth Table for  FULL SUBTRACTOR</vt:lpstr>
      <vt:lpstr>Logic Gates in  FULL SUBTRACTOR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2025-01-31T05:07:39Z</dcterms:modified>
</cp:coreProperties>
</file>