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5" r:id="rId6"/>
    <p:sldId id="266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766898-B991-4528-B14E-85042202C79D}" v="47" dt="2025-01-22T04:21:11.429"/>
    <p1510:client id="{F4EE1A4C-C371-450D-A751-E541193EC29E}" v="13" dt="2025-01-23T02:12:42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ni Patoa" userId="fed91864c60e3dfe" providerId="LiveId" clId="{F4EE1A4C-C371-450D-A751-E541193EC29E}"/>
    <pc:docChg chg="undo custSel addSld delSld modSld">
      <pc:chgData name="Roshni Patoa" userId="fed91864c60e3dfe" providerId="LiveId" clId="{F4EE1A4C-C371-450D-A751-E541193EC29E}" dt="2025-01-23T02:13:24.677" v="915" actId="12"/>
      <pc:docMkLst>
        <pc:docMk/>
      </pc:docMkLst>
      <pc:sldChg chg="modSp mod">
        <pc:chgData name="Roshni Patoa" userId="fed91864c60e3dfe" providerId="LiveId" clId="{F4EE1A4C-C371-450D-A751-E541193EC29E}" dt="2025-01-22T05:37:39.333" v="133" actId="1076"/>
        <pc:sldMkLst>
          <pc:docMk/>
          <pc:sldMk cId="1208789959" sldId="256"/>
        </pc:sldMkLst>
        <pc:spChg chg="mod">
          <ac:chgData name="Roshni Patoa" userId="fed91864c60e3dfe" providerId="LiveId" clId="{F4EE1A4C-C371-450D-A751-E541193EC29E}" dt="2025-01-22T05:37:39.333" v="133" actId="1076"/>
          <ac:spMkLst>
            <pc:docMk/>
            <pc:sldMk cId="1208789959" sldId="256"/>
            <ac:spMk id="2" creationId="{2F6FA0C8-9BC6-0025-AA62-C48E1A10F66C}"/>
          </ac:spMkLst>
        </pc:spChg>
        <pc:spChg chg="mod">
          <ac:chgData name="Roshni Patoa" userId="fed91864c60e3dfe" providerId="LiveId" clId="{F4EE1A4C-C371-450D-A751-E541193EC29E}" dt="2025-01-22T05:37:26.472" v="131" actId="1076"/>
          <ac:spMkLst>
            <pc:docMk/>
            <pc:sldMk cId="1208789959" sldId="256"/>
            <ac:spMk id="3" creationId="{207B7ACE-5125-9078-DAFF-C7F13DAC6D17}"/>
          </ac:spMkLst>
        </pc:spChg>
      </pc:sldChg>
      <pc:sldChg chg="modSp mod">
        <pc:chgData name="Roshni Patoa" userId="fed91864c60e3dfe" providerId="LiveId" clId="{F4EE1A4C-C371-450D-A751-E541193EC29E}" dt="2025-01-22T05:45:34.206" v="202" actId="12"/>
        <pc:sldMkLst>
          <pc:docMk/>
          <pc:sldMk cId="1901894884" sldId="257"/>
        </pc:sldMkLst>
        <pc:spChg chg="mod">
          <ac:chgData name="Roshni Patoa" userId="fed91864c60e3dfe" providerId="LiveId" clId="{F4EE1A4C-C371-450D-A751-E541193EC29E}" dt="2025-01-22T05:36:30.516" v="59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F4EE1A4C-C371-450D-A751-E541193EC29E}" dt="2025-01-22T05:45:34.206" v="202" actId="12"/>
          <ac:spMkLst>
            <pc:docMk/>
            <pc:sldMk cId="1901894884" sldId="257"/>
            <ac:spMk id="6" creationId="{81215BE8-C00B-501B-19CB-1470DE5308A5}"/>
          </ac:spMkLst>
        </pc:spChg>
      </pc:sldChg>
      <pc:sldChg chg="modSp mod">
        <pc:chgData name="Roshni Patoa" userId="fed91864c60e3dfe" providerId="LiveId" clId="{F4EE1A4C-C371-450D-A751-E541193EC29E}" dt="2025-01-22T06:16:26.363" v="292" actId="1076"/>
        <pc:sldMkLst>
          <pc:docMk/>
          <pc:sldMk cId="1501955450" sldId="258"/>
        </pc:sldMkLst>
        <pc:spChg chg="mod">
          <ac:chgData name="Roshni Patoa" userId="fed91864c60e3dfe" providerId="LiveId" clId="{F4EE1A4C-C371-450D-A751-E541193EC29E}" dt="2025-01-22T05:40:01.161" v="155" actId="108"/>
          <ac:spMkLst>
            <pc:docMk/>
            <pc:sldMk cId="1501955450" sldId="258"/>
            <ac:spMk id="2" creationId="{F56B7D68-BA69-E924-71E0-AE71E7B154AC}"/>
          </ac:spMkLst>
        </pc:spChg>
        <pc:spChg chg="mod">
          <ac:chgData name="Roshni Patoa" userId="fed91864c60e3dfe" providerId="LiveId" clId="{F4EE1A4C-C371-450D-A751-E541193EC29E}" dt="2025-01-22T06:16:26.363" v="292" actId="1076"/>
          <ac:spMkLst>
            <pc:docMk/>
            <pc:sldMk cId="1501955450" sldId="258"/>
            <ac:spMk id="4" creationId="{63CAA198-F95E-A4CE-C445-A45EDD71AC1B}"/>
          </ac:spMkLst>
        </pc:spChg>
      </pc:sldChg>
      <pc:sldChg chg="addSp delSp modSp mod">
        <pc:chgData name="Roshni Patoa" userId="fed91864c60e3dfe" providerId="LiveId" clId="{F4EE1A4C-C371-450D-A751-E541193EC29E}" dt="2025-01-22T06:22:34.996" v="409" actId="20577"/>
        <pc:sldMkLst>
          <pc:docMk/>
          <pc:sldMk cId="538336606" sldId="259"/>
        </pc:sldMkLst>
        <pc:spChg chg="mod">
          <ac:chgData name="Roshni Patoa" userId="fed91864c60e3dfe" providerId="LiveId" clId="{F4EE1A4C-C371-450D-A751-E541193EC29E}" dt="2025-01-22T05:42:56.289" v="176" actId="108"/>
          <ac:spMkLst>
            <pc:docMk/>
            <pc:sldMk cId="538336606" sldId="259"/>
            <ac:spMk id="2" creationId="{33C9F07C-48DB-05F2-97B6-12AE64E3B764}"/>
          </ac:spMkLst>
        </pc:spChg>
        <pc:spChg chg="add mod">
          <ac:chgData name="Roshni Patoa" userId="fed91864c60e3dfe" providerId="LiveId" clId="{F4EE1A4C-C371-450D-A751-E541193EC29E}" dt="2025-01-22T06:22:34.996" v="409" actId="20577"/>
          <ac:spMkLst>
            <pc:docMk/>
            <pc:sldMk cId="538336606" sldId="259"/>
            <ac:spMk id="3" creationId="{844C437C-BC0F-3E2D-5545-8C53ED6CA11F}"/>
          </ac:spMkLst>
        </pc:spChg>
        <pc:spChg chg="del">
          <ac:chgData name="Roshni Patoa" userId="fed91864c60e3dfe" providerId="LiveId" clId="{F4EE1A4C-C371-450D-A751-E541193EC29E}" dt="2025-01-22T05:43:09.194" v="179" actId="478"/>
          <ac:spMkLst>
            <pc:docMk/>
            <pc:sldMk cId="538336606" sldId="259"/>
            <ac:spMk id="4" creationId="{3D10C48A-654A-7089-33C2-B7920E733ED5}"/>
          </ac:spMkLst>
        </pc:spChg>
        <pc:graphicFrameChg chg="del modGraphic">
          <ac:chgData name="Roshni Patoa" userId="fed91864c60e3dfe" providerId="LiveId" clId="{F4EE1A4C-C371-450D-A751-E541193EC29E}" dt="2025-01-22T05:43:07.275" v="178" actId="478"/>
          <ac:graphicFrameMkLst>
            <pc:docMk/>
            <pc:sldMk cId="538336606" sldId="259"/>
            <ac:graphicFrameMk id="6" creationId="{2584844F-FD7A-947C-332B-D57D6B3B21E6}"/>
          </ac:graphicFrameMkLst>
        </pc:graphicFrameChg>
      </pc:sldChg>
      <pc:sldChg chg="del">
        <pc:chgData name="Roshni Patoa" userId="fed91864c60e3dfe" providerId="LiveId" clId="{F4EE1A4C-C371-450D-A751-E541193EC29E}" dt="2025-01-23T02:02:06.084" v="537" actId="47"/>
        <pc:sldMkLst>
          <pc:docMk/>
          <pc:sldMk cId="131755128" sldId="260"/>
        </pc:sldMkLst>
      </pc:sldChg>
      <pc:sldChg chg="del">
        <pc:chgData name="Roshni Patoa" userId="fed91864c60e3dfe" providerId="LiveId" clId="{F4EE1A4C-C371-450D-A751-E541193EC29E}" dt="2025-01-23T02:02:07.701" v="538" actId="47"/>
        <pc:sldMkLst>
          <pc:docMk/>
          <pc:sldMk cId="515961475" sldId="261"/>
        </pc:sldMkLst>
      </pc:sldChg>
      <pc:sldChg chg="addSp delSp modSp mod">
        <pc:chgData name="Roshni Patoa" userId="fed91864c60e3dfe" providerId="LiveId" clId="{F4EE1A4C-C371-450D-A751-E541193EC29E}" dt="2025-01-23T02:05:42.071" v="660" actId="20577"/>
        <pc:sldMkLst>
          <pc:docMk/>
          <pc:sldMk cId="1572739068" sldId="266"/>
        </pc:sldMkLst>
        <pc:spChg chg="add mod">
          <ac:chgData name="Roshni Patoa" userId="fed91864c60e3dfe" providerId="LiveId" clId="{F4EE1A4C-C371-450D-A751-E541193EC29E}" dt="2025-01-23T02:05:42.071" v="660" actId="20577"/>
          <ac:spMkLst>
            <pc:docMk/>
            <pc:sldMk cId="1572739068" sldId="266"/>
            <ac:spMk id="2" creationId="{1589DF7F-B132-37EA-F1D9-82A9897C4E3A}"/>
          </ac:spMkLst>
        </pc:spChg>
        <pc:spChg chg="mod">
          <ac:chgData name="Roshni Patoa" userId="fed91864c60e3dfe" providerId="LiveId" clId="{F4EE1A4C-C371-450D-A751-E541193EC29E}" dt="2025-01-22T06:15:57.894" v="286" actId="20577"/>
          <ac:spMkLst>
            <pc:docMk/>
            <pc:sldMk cId="1572739068" sldId="266"/>
            <ac:spMk id="4" creationId="{07DC0D00-4690-2ACA-F88B-BE5CD3248525}"/>
          </ac:spMkLst>
        </pc:spChg>
        <pc:spChg chg="del">
          <ac:chgData name="Roshni Patoa" userId="fed91864c60e3dfe" providerId="LiveId" clId="{F4EE1A4C-C371-450D-A751-E541193EC29E}" dt="2025-01-22T06:16:05.665" v="288" actId="478"/>
          <ac:spMkLst>
            <pc:docMk/>
            <pc:sldMk cId="1572739068" sldId="266"/>
            <ac:spMk id="12" creationId="{A74E5677-86B7-3803-D29D-01A63432803F}"/>
          </ac:spMkLst>
        </pc:spChg>
        <pc:graphicFrameChg chg="del">
          <ac:chgData name="Roshni Patoa" userId="fed91864c60e3dfe" providerId="LiveId" clId="{F4EE1A4C-C371-450D-A751-E541193EC29E}" dt="2025-01-22T06:16:04.289" v="287" actId="478"/>
          <ac:graphicFrameMkLst>
            <pc:docMk/>
            <pc:sldMk cId="1572739068" sldId="266"/>
            <ac:graphicFrameMk id="13" creationId="{F8084F37-1171-AABC-1860-B7BA2F4D2AC7}"/>
          </ac:graphicFrameMkLst>
        </pc:graphicFrameChg>
      </pc:sldChg>
      <pc:sldChg chg="del">
        <pc:chgData name="Roshni Patoa" userId="fed91864c60e3dfe" providerId="LiveId" clId="{F4EE1A4C-C371-450D-A751-E541193EC29E}" dt="2025-01-23T02:02:04.338" v="536" actId="2696"/>
        <pc:sldMkLst>
          <pc:docMk/>
          <pc:sldMk cId="3633970573" sldId="267"/>
        </pc:sldMkLst>
      </pc:sldChg>
      <pc:sldChg chg="del">
        <pc:chgData name="Roshni Patoa" userId="fed91864c60e3dfe" providerId="LiveId" clId="{F4EE1A4C-C371-450D-A751-E541193EC29E}" dt="2025-01-23T02:02:08.473" v="539" actId="47"/>
        <pc:sldMkLst>
          <pc:docMk/>
          <pc:sldMk cId="3647225258" sldId="268"/>
        </pc:sldMkLst>
      </pc:sldChg>
      <pc:sldChg chg="del">
        <pc:chgData name="Roshni Patoa" userId="fed91864c60e3dfe" providerId="LiveId" clId="{F4EE1A4C-C371-450D-A751-E541193EC29E}" dt="2025-01-23T02:02:09.173" v="540" actId="47"/>
        <pc:sldMkLst>
          <pc:docMk/>
          <pc:sldMk cId="3350551096" sldId="269"/>
        </pc:sldMkLst>
      </pc:sldChg>
      <pc:sldChg chg="del">
        <pc:chgData name="Roshni Patoa" userId="fed91864c60e3dfe" providerId="LiveId" clId="{F4EE1A4C-C371-450D-A751-E541193EC29E}" dt="2025-01-23T02:02:09.972" v="541" actId="47"/>
        <pc:sldMkLst>
          <pc:docMk/>
          <pc:sldMk cId="3534751719" sldId="270"/>
        </pc:sldMkLst>
      </pc:sldChg>
      <pc:sldChg chg="del">
        <pc:chgData name="Roshni Patoa" userId="fed91864c60e3dfe" providerId="LiveId" clId="{F4EE1A4C-C371-450D-A751-E541193EC29E}" dt="2025-01-23T02:02:10.946" v="542" actId="47"/>
        <pc:sldMkLst>
          <pc:docMk/>
          <pc:sldMk cId="1229604625" sldId="274"/>
        </pc:sldMkLst>
      </pc:sldChg>
      <pc:sldChg chg="addSp modSp add mod">
        <pc:chgData name="Roshni Patoa" userId="fed91864c60e3dfe" providerId="LiveId" clId="{F4EE1A4C-C371-450D-A751-E541193EC29E}" dt="2025-01-22T05:48:23.472" v="275" actId="1076"/>
        <pc:sldMkLst>
          <pc:docMk/>
          <pc:sldMk cId="4167069360" sldId="275"/>
        </pc:sldMkLst>
        <pc:spChg chg="mod">
          <ac:chgData name="Roshni Patoa" userId="fed91864c60e3dfe" providerId="LiveId" clId="{F4EE1A4C-C371-450D-A751-E541193EC29E}" dt="2025-01-22T05:47:39.608" v="269" actId="15"/>
          <ac:spMkLst>
            <pc:docMk/>
            <pc:sldMk cId="4167069360" sldId="275"/>
            <ac:spMk id="3" creationId="{AFAFCCC6-4757-4B80-1E91-C35816D91252}"/>
          </ac:spMkLst>
        </pc:spChg>
        <pc:picChg chg="add mod">
          <ac:chgData name="Roshni Patoa" userId="fed91864c60e3dfe" providerId="LiveId" clId="{F4EE1A4C-C371-450D-A751-E541193EC29E}" dt="2025-01-22T05:48:23.472" v="275" actId="1076"/>
          <ac:picMkLst>
            <pc:docMk/>
            <pc:sldMk cId="4167069360" sldId="275"/>
            <ac:picMk id="5" creationId="{C4C35034-0D7A-B049-368C-008C01157FD9}"/>
          </ac:picMkLst>
        </pc:picChg>
      </pc:sldChg>
      <pc:sldChg chg="modSp add mod">
        <pc:chgData name="Roshni Patoa" userId="fed91864c60e3dfe" providerId="LiveId" clId="{F4EE1A4C-C371-450D-A751-E541193EC29E}" dt="2025-01-23T02:07:03.887" v="720" actId="20577"/>
        <pc:sldMkLst>
          <pc:docMk/>
          <pc:sldMk cId="1052946657" sldId="276"/>
        </pc:sldMkLst>
        <pc:spChg chg="mod">
          <ac:chgData name="Roshni Patoa" userId="fed91864c60e3dfe" providerId="LiveId" clId="{F4EE1A4C-C371-450D-A751-E541193EC29E}" dt="2025-01-23T02:07:03.887" v="720" actId="20577"/>
          <ac:spMkLst>
            <pc:docMk/>
            <pc:sldMk cId="1052946657" sldId="276"/>
            <ac:spMk id="2" creationId="{673B9863-47F2-8068-029F-D92ABCFD5C2D}"/>
          </ac:spMkLst>
        </pc:spChg>
        <pc:spChg chg="mod">
          <ac:chgData name="Roshni Patoa" userId="fed91864c60e3dfe" providerId="LiveId" clId="{F4EE1A4C-C371-450D-A751-E541193EC29E}" dt="2025-01-22T06:18:36.669" v="335" actId="20577"/>
          <ac:spMkLst>
            <pc:docMk/>
            <pc:sldMk cId="1052946657" sldId="276"/>
            <ac:spMk id="4" creationId="{F8085E4A-4903-6B42-0035-46CC83684FCF}"/>
          </ac:spMkLst>
        </pc:spChg>
      </pc:sldChg>
      <pc:sldChg chg="modSp add mod">
        <pc:chgData name="Roshni Patoa" userId="fed91864c60e3dfe" providerId="LiveId" clId="{F4EE1A4C-C371-450D-A751-E541193EC29E}" dt="2025-01-22T06:21:10.546" v="384" actId="20577"/>
        <pc:sldMkLst>
          <pc:docMk/>
          <pc:sldMk cId="885619887" sldId="277"/>
        </pc:sldMkLst>
        <pc:spChg chg="mod">
          <ac:chgData name="Roshni Patoa" userId="fed91864c60e3dfe" providerId="LiveId" clId="{F4EE1A4C-C371-450D-A751-E541193EC29E}" dt="2025-01-22T06:20:23.319" v="369" actId="20577"/>
          <ac:spMkLst>
            <pc:docMk/>
            <pc:sldMk cId="885619887" sldId="277"/>
            <ac:spMk id="2" creationId="{D8A761E6-1456-24FE-B065-E67BC4257683}"/>
          </ac:spMkLst>
        </pc:spChg>
        <pc:spChg chg="mod">
          <ac:chgData name="Roshni Patoa" userId="fed91864c60e3dfe" providerId="LiveId" clId="{F4EE1A4C-C371-450D-A751-E541193EC29E}" dt="2025-01-22T06:21:10.546" v="384" actId="20577"/>
          <ac:spMkLst>
            <pc:docMk/>
            <pc:sldMk cId="885619887" sldId="277"/>
            <ac:spMk id="4" creationId="{20D7DC77-D4C6-78EF-CFE7-6D3FBF6DD79A}"/>
          </ac:spMkLst>
        </pc:spChg>
      </pc:sldChg>
      <pc:sldChg chg="modSp add mod">
        <pc:chgData name="Roshni Patoa" userId="fed91864c60e3dfe" providerId="LiveId" clId="{F4EE1A4C-C371-450D-A751-E541193EC29E}" dt="2025-01-22T06:22:45.275" v="413" actId="20577"/>
        <pc:sldMkLst>
          <pc:docMk/>
          <pc:sldMk cId="644306915" sldId="278"/>
        </pc:sldMkLst>
        <pc:spChg chg="mod">
          <ac:chgData name="Roshni Patoa" userId="fed91864c60e3dfe" providerId="LiveId" clId="{F4EE1A4C-C371-450D-A751-E541193EC29E}" dt="2025-01-22T06:22:45.275" v="413" actId="20577"/>
          <ac:spMkLst>
            <pc:docMk/>
            <pc:sldMk cId="644306915" sldId="278"/>
            <ac:spMk id="2" creationId="{487D10D1-EF0D-4AB5-4852-6986E289A475}"/>
          </ac:spMkLst>
        </pc:spChg>
        <pc:spChg chg="mod">
          <ac:chgData name="Roshni Patoa" userId="fed91864c60e3dfe" providerId="LiveId" clId="{F4EE1A4C-C371-450D-A751-E541193EC29E}" dt="2025-01-22T06:22:24.729" v="405" actId="20577"/>
          <ac:spMkLst>
            <pc:docMk/>
            <pc:sldMk cId="644306915" sldId="278"/>
            <ac:spMk id="3" creationId="{96C3D984-3A63-CE78-191E-0C4C8D3B628A}"/>
          </ac:spMkLst>
        </pc:spChg>
      </pc:sldChg>
      <pc:sldChg chg="addSp delSp modSp add del mod">
        <pc:chgData name="Roshni Patoa" userId="fed91864c60e3dfe" providerId="LiveId" clId="{F4EE1A4C-C371-450D-A751-E541193EC29E}" dt="2025-01-23T02:02:13.518" v="544" actId="47"/>
        <pc:sldMkLst>
          <pc:docMk/>
          <pc:sldMk cId="1939349975" sldId="279"/>
        </pc:sldMkLst>
        <pc:spChg chg="mod">
          <ac:chgData name="Roshni Patoa" userId="fed91864c60e3dfe" providerId="LiveId" clId="{F4EE1A4C-C371-450D-A751-E541193EC29E}" dt="2025-01-22T06:23:08.841" v="422" actId="20577"/>
          <ac:spMkLst>
            <pc:docMk/>
            <pc:sldMk cId="1939349975" sldId="279"/>
            <ac:spMk id="2" creationId="{55B9E0A6-2ADB-39B2-1266-96BB72BE0903}"/>
          </ac:spMkLst>
        </pc:spChg>
        <pc:spChg chg="mod">
          <ac:chgData name="Roshni Patoa" userId="fed91864c60e3dfe" providerId="LiveId" clId="{F4EE1A4C-C371-450D-A751-E541193EC29E}" dt="2025-01-22T06:27:22.349" v="535" actId="20577"/>
          <ac:spMkLst>
            <pc:docMk/>
            <pc:sldMk cId="1939349975" sldId="279"/>
            <ac:spMk id="3" creationId="{57F32F3A-BDFF-6D7F-D894-19CF1CCB791D}"/>
          </ac:spMkLst>
        </pc:spChg>
        <pc:picChg chg="del">
          <ac:chgData name="Roshni Patoa" userId="fed91864c60e3dfe" providerId="LiveId" clId="{F4EE1A4C-C371-450D-A751-E541193EC29E}" dt="2025-01-22T06:23:11.309" v="423" actId="478"/>
          <ac:picMkLst>
            <pc:docMk/>
            <pc:sldMk cId="1939349975" sldId="279"/>
            <ac:picMk id="5" creationId="{72220BD9-24C6-BB75-F863-9F98DD4A1F60}"/>
          </ac:picMkLst>
        </pc:picChg>
        <pc:picChg chg="add mod">
          <ac:chgData name="Roshni Patoa" userId="fed91864c60e3dfe" providerId="LiveId" clId="{F4EE1A4C-C371-450D-A751-E541193EC29E}" dt="2025-01-22T06:23:27.008" v="426" actId="1076"/>
          <ac:picMkLst>
            <pc:docMk/>
            <pc:sldMk cId="1939349975" sldId="279"/>
            <ac:picMk id="6" creationId="{59E69A1E-69A3-40A3-1205-64325F25BF56}"/>
          </ac:picMkLst>
        </pc:picChg>
      </pc:sldChg>
      <pc:sldChg chg="modSp add mod">
        <pc:chgData name="Roshni Patoa" userId="fed91864c60e3dfe" providerId="LiveId" clId="{F4EE1A4C-C371-450D-A751-E541193EC29E}" dt="2025-01-23T02:05:14.272" v="633" actId="20577"/>
        <pc:sldMkLst>
          <pc:docMk/>
          <pc:sldMk cId="4006924338" sldId="280"/>
        </pc:sldMkLst>
        <pc:spChg chg="mod">
          <ac:chgData name="Roshni Patoa" userId="fed91864c60e3dfe" providerId="LiveId" clId="{F4EE1A4C-C371-450D-A751-E541193EC29E}" dt="2025-01-23T02:05:14.272" v="633" actId="20577"/>
          <ac:spMkLst>
            <pc:docMk/>
            <pc:sldMk cId="4006924338" sldId="280"/>
            <ac:spMk id="2" creationId="{187AF949-5D58-8AE7-A73F-C2811AC0C877}"/>
          </ac:spMkLst>
        </pc:spChg>
        <pc:spChg chg="mod">
          <ac:chgData name="Roshni Patoa" userId="fed91864c60e3dfe" providerId="LiveId" clId="{F4EE1A4C-C371-450D-A751-E541193EC29E}" dt="2025-01-23T02:03:24.298" v="551" actId="20577"/>
          <ac:spMkLst>
            <pc:docMk/>
            <pc:sldMk cId="4006924338" sldId="280"/>
            <ac:spMk id="4" creationId="{AAF2A6E9-4BEA-37A4-2AFF-C907C97890A1}"/>
          </ac:spMkLst>
        </pc:spChg>
      </pc:sldChg>
      <pc:sldChg chg="addSp delSp modSp add mod">
        <pc:chgData name="Roshni Patoa" userId="fed91864c60e3dfe" providerId="LiveId" clId="{F4EE1A4C-C371-450D-A751-E541193EC29E}" dt="2025-01-23T02:07:35.823" v="725" actId="22"/>
        <pc:sldMkLst>
          <pc:docMk/>
          <pc:sldMk cId="1445468937" sldId="281"/>
        </pc:sldMkLst>
        <pc:spChg chg="mod">
          <ac:chgData name="Roshni Patoa" userId="fed91864c60e3dfe" providerId="LiveId" clId="{F4EE1A4C-C371-450D-A751-E541193EC29E}" dt="2025-01-23T02:07:14.324" v="723" actId="20577"/>
          <ac:spMkLst>
            <pc:docMk/>
            <pc:sldMk cId="1445468937" sldId="281"/>
            <ac:spMk id="2" creationId="{633E83E6-783B-FD2B-EFC8-6CEC41F8E286}"/>
          </ac:spMkLst>
        </pc:spChg>
        <pc:spChg chg="mod">
          <ac:chgData name="Roshni Patoa" userId="fed91864c60e3dfe" providerId="LiveId" clId="{F4EE1A4C-C371-450D-A751-E541193EC29E}" dt="2025-01-23T02:06:00.362" v="665" actId="20577"/>
          <ac:spMkLst>
            <pc:docMk/>
            <pc:sldMk cId="1445468937" sldId="281"/>
            <ac:spMk id="4" creationId="{43937E48-ADC8-B403-90E3-CBB499472F9F}"/>
          </ac:spMkLst>
        </pc:spChg>
        <pc:spChg chg="add del">
          <ac:chgData name="Roshni Patoa" userId="fed91864c60e3dfe" providerId="LiveId" clId="{F4EE1A4C-C371-450D-A751-E541193EC29E}" dt="2025-01-23T02:07:35.823" v="725" actId="22"/>
          <ac:spMkLst>
            <pc:docMk/>
            <pc:sldMk cId="1445468937" sldId="281"/>
            <ac:spMk id="5" creationId="{292913FD-186E-4050-AEDC-4D9697E9C4FB}"/>
          </ac:spMkLst>
        </pc:spChg>
      </pc:sldChg>
      <pc:sldChg chg="modSp add mod">
        <pc:chgData name="Roshni Patoa" userId="fed91864c60e3dfe" providerId="LiveId" clId="{F4EE1A4C-C371-450D-A751-E541193EC29E}" dt="2025-01-23T02:09:13.121" v="771" actId="12"/>
        <pc:sldMkLst>
          <pc:docMk/>
          <pc:sldMk cId="1872270914" sldId="282"/>
        </pc:sldMkLst>
        <pc:spChg chg="mod">
          <ac:chgData name="Roshni Patoa" userId="fed91864c60e3dfe" providerId="LiveId" clId="{F4EE1A4C-C371-450D-A751-E541193EC29E}" dt="2025-01-23T02:09:13.121" v="771" actId="12"/>
          <ac:spMkLst>
            <pc:docMk/>
            <pc:sldMk cId="1872270914" sldId="282"/>
            <ac:spMk id="2" creationId="{712AC90D-F292-28E0-F68C-2968F11329F8}"/>
          </ac:spMkLst>
        </pc:spChg>
        <pc:spChg chg="mod">
          <ac:chgData name="Roshni Patoa" userId="fed91864c60e3dfe" providerId="LiveId" clId="{F4EE1A4C-C371-450D-A751-E541193EC29E}" dt="2025-01-23T02:07:53.431" v="749" actId="20577"/>
          <ac:spMkLst>
            <pc:docMk/>
            <pc:sldMk cId="1872270914" sldId="282"/>
            <ac:spMk id="4" creationId="{27E612E0-62D4-25C9-BD92-0B4568992454}"/>
          </ac:spMkLst>
        </pc:spChg>
      </pc:sldChg>
      <pc:sldChg chg="modSp add mod">
        <pc:chgData name="Roshni Patoa" userId="fed91864c60e3dfe" providerId="LiveId" clId="{F4EE1A4C-C371-450D-A751-E541193EC29E}" dt="2025-01-23T02:10:44.709" v="826" actId="12"/>
        <pc:sldMkLst>
          <pc:docMk/>
          <pc:sldMk cId="2776847708" sldId="283"/>
        </pc:sldMkLst>
        <pc:spChg chg="mod">
          <ac:chgData name="Roshni Patoa" userId="fed91864c60e3dfe" providerId="LiveId" clId="{F4EE1A4C-C371-450D-A751-E541193EC29E}" dt="2025-01-23T02:10:44.709" v="826" actId="12"/>
          <ac:spMkLst>
            <pc:docMk/>
            <pc:sldMk cId="2776847708" sldId="283"/>
            <ac:spMk id="2" creationId="{04C917F8-4382-ACEB-3F99-9F2AFA1D7F9D}"/>
          </ac:spMkLst>
        </pc:spChg>
        <pc:spChg chg="mod">
          <ac:chgData name="Roshni Patoa" userId="fed91864c60e3dfe" providerId="LiveId" clId="{F4EE1A4C-C371-450D-A751-E541193EC29E}" dt="2025-01-23T02:09:50.592" v="801" actId="14100"/>
          <ac:spMkLst>
            <pc:docMk/>
            <pc:sldMk cId="2776847708" sldId="283"/>
            <ac:spMk id="4" creationId="{8AFFF80F-462E-205F-C5D7-39EDDCB27CCD}"/>
          </ac:spMkLst>
        </pc:spChg>
      </pc:sldChg>
      <pc:sldChg chg="modSp add mod">
        <pc:chgData name="Roshni Patoa" userId="fed91864c60e3dfe" providerId="LiveId" clId="{F4EE1A4C-C371-450D-A751-E541193EC29E}" dt="2025-01-23T02:12:16.627" v="874" actId="403"/>
        <pc:sldMkLst>
          <pc:docMk/>
          <pc:sldMk cId="40699489" sldId="284"/>
        </pc:sldMkLst>
        <pc:spChg chg="mod">
          <ac:chgData name="Roshni Patoa" userId="fed91864c60e3dfe" providerId="LiveId" clId="{F4EE1A4C-C371-450D-A751-E541193EC29E}" dt="2025-01-23T02:12:16.627" v="874" actId="403"/>
          <ac:spMkLst>
            <pc:docMk/>
            <pc:sldMk cId="40699489" sldId="284"/>
            <ac:spMk id="2" creationId="{1921BB75-7239-F069-2193-CA94E1822B2F}"/>
          </ac:spMkLst>
        </pc:spChg>
        <pc:spChg chg="mod">
          <ac:chgData name="Roshni Patoa" userId="fed91864c60e3dfe" providerId="LiveId" clId="{F4EE1A4C-C371-450D-A751-E541193EC29E}" dt="2025-01-23T02:11:23.897" v="856" actId="20577"/>
          <ac:spMkLst>
            <pc:docMk/>
            <pc:sldMk cId="40699489" sldId="284"/>
            <ac:spMk id="4" creationId="{1D7D1855-E382-B29C-6EE0-0E5FD2D5E79E}"/>
          </ac:spMkLst>
        </pc:spChg>
      </pc:sldChg>
      <pc:sldChg chg="modSp add mod">
        <pc:chgData name="Roshni Patoa" userId="fed91864c60e3dfe" providerId="LiveId" clId="{F4EE1A4C-C371-450D-A751-E541193EC29E}" dt="2025-01-23T02:13:24.677" v="915" actId="12"/>
        <pc:sldMkLst>
          <pc:docMk/>
          <pc:sldMk cId="3308308638" sldId="285"/>
        </pc:sldMkLst>
        <pc:spChg chg="mod">
          <ac:chgData name="Roshni Patoa" userId="fed91864c60e3dfe" providerId="LiveId" clId="{F4EE1A4C-C371-450D-A751-E541193EC29E}" dt="2025-01-23T02:13:24.677" v="915" actId="12"/>
          <ac:spMkLst>
            <pc:docMk/>
            <pc:sldMk cId="3308308638" sldId="285"/>
            <ac:spMk id="2" creationId="{B2BA6773-793E-CE4E-7244-CB594F452DCF}"/>
          </ac:spMkLst>
        </pc:spChg>
        <pc:spChg chg="mod">
          <ac:chgData name="Roshni Patoa" userId="fed91864c60e3dfe" providerId="LiveId" clId="{F4EE1A4C-C371-450D-A751-E541193EC29E}" dt="2025-01-23T02:12:50.155" v="898" actId="20577"/>
          <ac:spMkLst>
            <pc:docMk/>
            <pc:sldMk cId="3308308638" sldId="285"/>
            <ac:spMk id="4" creationId="{9ABD9FF7-1D6A-203F-7ABA-74DCEC73D75F}"/>
          </ac:spMkLst>
        </pc:spChg>
      </pc:sldChg>
    </pc:docChg>
  </pc:docChgLst>
  <pc:docChgLst>
    <pc:chgData name="Roshni Patoa" userId="fed91864c60e3dfe" providerId="LiveId" clId="{68766898-B991-4528-B14E-85042202C79D}"/>
    <pc:docChg chg="undo custSel addSld delSld modSld">
      <pc:chgData name="Roshni Patoa" userId="fed91864c60e3dfe" providerId="LiveId" clId="{68766898-B991-4528-B14E-85042202C79D}" dt="2025-01-22T04:22:06.809" v="3320" actId="20577"/>
      <pc:docMkLst>
        <pc:docMk/>
      </pc:docMkLst>
      <pc:sldChg chg="modSp mod">
        <pc:chgData name="Roshni Patoa" userId="fed91864c60e3dfe" providerId="LiveId" clId="{68766898-B991-4528-B14E-85042202C79D}" dt="2025-01-16T07:51:25.851" v="27" actId="20577"/>
        <pc:sldMkLst>
          <pc:docMk/>
          <pc:sldMk cId="1208789959" sldId="256"/>
        </pc:sldMkLst>
        <pc:spChg chg="mod">
          <ac:chgData name="Roshni Patoa" userId="fed91864c60e3dfe" providerId="LiveId" clId="{68766898-B991-4528-B14E-85042202C79D}" dt="2025-01-16T07:51:25.851" v="27" actId="20577"/>
          <ac:spMkLst>
            <pc:docMk/>
            <pc:sldMk cId="1208789959" sldId="256"/>
            <ac:spMk id="2" creationId="{2F6FA0C8-9BC6-0025-AA62-C48E1A10F66C}"/>
          </ac:spMkLst>
        </pc:spChg>
      </pc:sldChg>
      <pc:sldChg chg="modSp mod">
        <pc:chgData name="Roshni Patoa" userId="fed91864c60e3dfe" providerId="LiveId" clId="{68766898-B991-4528-B14E-85042202C79D}" dt="2025-01-16T07:57:37.501" v="455" actId="1076"/>
        <pc:sldMkLst>
          <pc:docMk/>
          <pc:sldMk cId="1901894884" sldId="257"/>
        </pc:sldMkLst>
        <pc:spChg chg="mod">
          <ac:chgData name="Roshni Patoa" userId="fed91864c60e3dfe" providerId="LiveId" clId="{68766898-B991-4528-B14E-85042202C79D}" dt="2025-01-16T07:51:42.247" v="60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68766898-B991-4528-B14E-85042202C79D}" dt="2025-01-16T07:57:37.501" v="455" actId="1076"/>
          <ac:spMkLst>
            <pc:docMk/>
            <pc:sldMk cId="1901894884" sldId="257"/>
            <ac:spMk id="6" creationId="{81215BE8-C00B-501B-19CB-1470DE5308A5}"/>
          </ac:spMkLst>
        </pc:spChg>
      </pc:sldChg>
      <pc:sldChg chg="modSp mod">
        <pc:chgData name="Roshni Patoa" userId="fed91864c60e3dfe" providerId="LiveId" clId="{68766898-B991-4528-B14E-85042202C79D}" dt="2025-01-18T03:18:41.754" v="3201" actId="1036"/>
        <pc:sldMkLst>
          <pc:docMk/>
          <pc:sldMk cId="1501955450" sldId="258"/>
        </pc:sldMkLst>
        <pc:spChg chg="mod">
          <ac:chgData name="Roshni Patoa" userId="fed91864c60e3dfe" providerId="LiveId" clId="{68766898-B991-4528-B14E-85042202C79D}" dt="2025-01-18T03:18:41.754" v="3201" actId="1036"/>
          <ac:spMkLst>
            <pc:docMk/>
            <pc:sldMk cId="1501955450" sldId="258"/>
            <ac:spMk id="2" creationId="{F56B7D68-BA69-E924-71E0-AE71E7B154AC}"/>
          </ac:spMkLst>
        </pc:spChg>
        <pc:spChg chg="mod">
          <ac:chgData name="Roshni Patoa" userId="fed91864c60e3dfe" providerId="LiveId" clId="{68766898-B991-4528-B14E-85042202C79D}" dt="2025-01-18T03:18:26.032" v="3178" actId="1076"/>
          <ac:spMkLst>
            <pc:docMk/>
            <pc:sldMk cId="1501955450" sldId="258"/>
            <ac:spMk id="4" creationId="{63CAA198-F95E-A4CE-C445-A45EDD71AC1B}"/>
          </ac:spMkLst>
        </pc:spChg>
      </pc:sldChg>
      <pc:sldChg chg="addSp delSp modSp mod">
        <pc:chgData name="Roshni Patoa" userId="fed91864c60e3dfe" providerId="LiveId" clId="{68766898-B991-4528-B14E-85042202C79D}" dt="2025-01-16T08:15:29.857" v="659" actId="14734"/>
        <pc:sldMkLst>
          <pc:docMk/>
          <pc:sldMk cId="538336606" sldId="259"/>
        </pc:sldMkLst>
        <pc:spChg chg="mod">
          <ac:chgData name="Roshni Patoa" userId="fed91864c60e3dfe" providerId="LiveId" clId="{68766898-B991-4528-B14E-85042202C79D}" dt="2025-01-16T08:03:28.534" v="521" actId="20577"/>
          <ac:spMkLst>
            <pc:docMk/>
            <pc:sldMk cId="538336606" sldId="259"/>
            <ac:spMk id="2" creationId="{33C9F07C-48DB-05F2-97B6-12AE64E3B764}"/>
          </ac:spMkLst>
        </pc:spChg>
      </pc:sldChg>
      <pc:sldChg chg="addSp delSp modSp mod">
        <pc:chgData name="Roshni Patoa" userId="fed91864c60e3dfe" providerId="LiveId" clId="{68766898-B991-4528-B14E-85042202C79D}" dt="2025-01-16T09:25:05.732" v="769" actId="1076"/>
        <pc:sldMkLst>
          <pc:docMk/>
          <pc:sldMk cId="131755128" sldId="260"/>
        </pc:sldMkLst>
      </pc:sldChg>
      <pc:sldChg chg="addSp delSp modSp mod">
        <pc:chgData name="Roshni Patoa" userId="fed91864c60e3dfe" providerId="LiveId" clId="{68766898-B991-4528-B14E-85042202C79D}" dt="2025-01-22T04:14:57.326" v="3290" actId="20577"/>
        <pc:sldMkLst>
          <pc:docMk/>
          <pc:sldMk cId="515961475" sldId="261"/>
        </pc:sldMkLst>
        <pc:spChg chg="add mod">
          <ac:chgData name="Roshni Patoa" userId="fed91864c60e3dfe" providerId="LiveId" clId="{68766898-B991-4528-B14E-85042202C79D}" dt="2025-01-22T04:14:57.326" v="3290" actId="20577"/>
          <ac:spMkLst>
            <pc:docMk/>
            <pc:sldMk cId="515961475" sldId="261"/>
            <ac:spMk id="3" creationId="{EB86EF62-E7C6-6B17-5D52-B0703CD7DF3F}"/>
          </ac:spMkLst>
        </pc:spChg>
      </pc:sldChg>
      <pc:sldChg chg="addSp delSp modSp del mod">
        <pc:chgData name="Roshni Patoa" userId="fed91864c60e3dfe" providerId="LiveId" clId="{68766898-B991-4528-B14E-85042202C79D}" dt="2025-01-18T03:19:32.428" v="3202" actId="2696"/>
        <pc:sldMkLst>
          <pc:docMk/>
          <pc:sldMk cId="1795072283" sldId="262"/>
        </pc:sldMkLst>
      </pc:sldChg>
      <pc:sldChg chg="del">
        <pc:chgData name="Roshni Patoa" userId="fed91864c60e3dfe" providerId="LiveId" clId="{68766898-B991-4528-B14E-85042202C79D}" dt="2025-01-16T09:39:25.613" v="971" actId="2696"/>
        <pc:sldMkLst>
          <pc:docMk/>
          <pc:sldMk cId="561393703" sldId="263"/>
        </pc:sldMkLst>
      </pc:sldChg>
      <pc:sldChg chg="del">
        <pc:chgData name="Roshni Patoa" userId="fed91864c60e3dfe" providerId="LiveId" clId="{68766898-B991-4528-B14E-85042202C79D}" dt="2025-01-16T09:39:27.909" v="972" actId="2696"/>
        <pc:sldMkLst>
          <pc:docMk/>
          <pc:sldMk cId="2095114534" sldId="264"/>
        </pc:sldMkLst>
      </pc:sldChg>
      <pc:sldChg chg="del">
        <pc:chgData name="Roshni Patoa" userId="fed91864c60e3dfe" providerId="LiveId" clId="{68766898-B991-4528-B14E-85042202C79D}" dt="2025-01-16T09:39:29.919" v="973" actId="2696"/>
        <pc:sldMkLst>
          <pc:docMk/>
          <pc:sldMk cId="2618035276" sldId="265"/>
        </pc:sldMkLst>
      </pc:sldChg>
      <pc:sldChg chg="addSp delSp modSp new mod">
        <pc:chgData name="Roshni Patoa" userId="fed91864c60e3dfe" providerId="LiveId" clId="{68766898-B991-4528-B14E-85042202C79D}" dt="2025-01-22T04:22:06.809" v="3320" actId="20577"/>
        <pc:sldMkLst>
          <pc:docMk/>
          <pc:sldMk cId="1572739068" sldId="266"/>
        </pc:sldMkLst>
        <pc:spChg chg="add mod">
          <ac:chgData name="Roshni Patoa" userId="fed91864c60e3dfe" providerId="LiveId" clId="{68766898-B991-4528-B14E-85042202C79D}" dt="2025-01-16T08:08:44.282" v="614" actId="20577"/>
          <ac:spMkLst>
            <pc:docMk/>
            <pc:sldMk cId="1572739068" sldId="266"/>
            <ac:spMk id="4" creationId="{07DC0D00-4690-2ACA-F88B-BE5CD3248525}"/>
          </ac:spMkLst>
        </pc:spChg>
        <pc:spChg chg="add mod">
          <ac:chgData name="Roshni Patoa" userId="fed91864c60e3dfe" providerId="LiveId" clId="{68766898-B991-4528-B14E-85042202C79D}" dt="2025-01-22T04:14:24.071" v="3280" actId="20577"/>
          <ac:spMkLst>
            <pc:docMk/>
            <pc:sldMk cId="1572739068" sldId="266"/>
            <ac:spMk id="12" creationId="{A74E5677-86B7-3803-D29D-01A63432803F}"/>
          </ac:spMkLst>
        </pc:spChg>
        <pc:graphicFrameChg chg="add mod modGraphic">
          <ac:chgData name="Roshni Patoa" userId="fed91864c60e3dfe" providerId="LiveId" clId="{68766898-B991-4528-B14E-85042202C79D}" dt="2025-01-22T04:22:06.809" v="3320" actId="20577"/>
          <ac:graphicFrameMkLst>
            <pc:docMk/>
            <pc:sldMk cId="1572739068" sldId="266"/>
            <ac:graphicFrameMk id="13" creationId="{F8084F37-1171-AABC-1860-B7BA2F4D2AC7}"/>
          </ac:graphicFrameMkLst>
        </pc:graphicFrameChg>
      </pc:sldChg>
      <pc:sldChg chg="new del">
        <pc:chgData name="Roshni Patoa" userId="fed91864c60e3dfe" providerId="LiveId" clId="{68766898-B991-4528-B14E-85042202C79D}" dt="2025-01-16T08:20:40.430" v="682" actId="47"/>
        <pc:sldMkLst>
          <pc:docMk/>
          <pc:sldMk cId="2310658665" sldId="267"/>
        </pc:sldMkLst>
      </pc:sldChg>
      <pc:sldChg chg="modSp add mod">
        <pc:chgData name="Roshni Patoa" userId="fed91864c60e3dfe" providerId="LiveId" clId="{68766898-B991-4528-B14E-85042202C79D}" dt="2025-01-22T04:14:40.112" v="3286" actId="20577"/>
        <pc:sldMkLst>
          <pc:docMk/>
          <pc:sldMk cId="3633970573" sldId="267"/>
        </pc:sldMkLst>
        <pc:graphicFrameChg chg="mod modGraphic">
          <ac:chgData name="Roshni Patoa" userId="fed91864c60e3dfe" providerId="LiveId" clId="{68766898-B991-4528-B14E-85042202C79D}" dt="2025-01-22T04:14:40.112" v="3286" actId="20577"/>
          <ac:graphicFrameMkLst>
            <pc:docMk/>
            <pc:sldMk cId="3633970573" sldId="267"/>
            <ac:graphicFrameMk id="13" creationId="{4817759F-CB75-739B-4F46-43CDA993F6BD}"/>
          </ac:graphicFrameMkLst>
        </pc:graphicFrameChg>
      </pc:sldChg>
      <pc:sldChg chg="modSp add mod">
        <pc:chgData name="Roshni Patoa" userId="fed91864c60e3dfe" providerId="LiveId" clId="{68766898-B991-4528-B14E-85042202C79D}" dt="2025-01-22T04:15:50.393" v="3311" actId="20577"/>
        <pc:sldMkLst>
          <pc:docMk/>
          <pc:sldMk cId="3647225258" sldId="268"/>
        </pc:sldMkLst>
        <pc:spChg chg="mod">
          <ac:chgData name="Roshni Patoa" userId="fed91864c60e3dfe" providerId="LiveId" clId="{68766898-B991-4528-B14E-85042202C79D}" dt="2025-01-22T04:15:50.393" v="3311" actId="20577"/>
          <ac:spMkLst>
            <pc:docMk/>
            <pc:sldMk cId="3647225258" sldId="268"/>
            <ac:spMk id="3" creationId="{9AC84F07-E4F5-C5C0-EA28-E1B1A653D090}"/>
          </ac:spMkLst>
        </pc:spChg>
      </pc:sldChg>
      <pc:sldChg chg="addSp delSp modSp add mod">
        <pc:chgData name="Roshni Patoa" userId="fed91864c60e3dfe" providerId="LiveId" clId="{68766898-B991-4528-B14E-85042202C79D}" dt="2025-01-22T04:18:26.798" v="3313" actId="20577"/>
        <pc:sldMkLst>
          <pc:docMk/>
          <pc:sldMk cId="3350551096" sldId="269"/>
        </pc:sldMkLst>
        <pc:spChg chg="add mod">
          <ac:chgData name="Roshni Patoa" userId="fed91864c60e3dfe" providerId="LiveId" clId="{68766898-B991-4528-B14E-85042202C79D}" dt="2025-01-22T04:18:26.798" v="3313" actId="20577"/>
          <ac:spMkLst>
            <pc:docMk/>
            <pc:sldMk cId="3350551096" sldId="269"/>
            <ac:spMk id="2" creationId="{A649D6B4-496D-DFB9-C5C6-EDD8A31B18B3}"/>
          </ac:spMkLst>
        </pc:spChg>
      </pc:sldChg>
      <pc:sldChg chg="addSp delSp modSp add mod">
        <pc:chgData name="Roshni Patoa" userId="fed91864c60e3dfe" providerId="LiveId" clId="{68766898-B991-4528-B14E-85042202C79D}" dt="2025-01-16T09:31:10.729" v="874" actId="20577"/>
        <pc:sldMkLst>
          <pc:docMk/>
          <pc:sldMk cId="3534751719" sldId="270"/>
        </pc:sldMkLst>
      </pc:sldChg>
      <pc:sldChg chg="addSp delSp modSp add del mod">
        <pc:chgData name="Roshni Patoa" userId="fed91864c60e3dfe" providerId="LiveId" clId="{68766898-B991-4528-B14E-85042202C79D}" dt="2025-01-18T03:19:36.493" v="3203" actId="2696"/>
        <pc:sldMkLst>
          <pc:docMk/>
          <pc:sldMk cId="2129537014" sldId="271"/>
        </pc:sldMkLst>
      </pc:sldChg>
      <pc:sldChg chg="addSp delSp modSp new del mod">
        <pc:chgData name="Roshni Patoa" userId="fed91864c60e3dfe" providerId="LiveId" clId="{68766898-B991-4528-B14E-85042202C79D}" dt="2025-01-22T04:21:20.029" v="3318" actId="2696"/>
        <pc:sldMkLst>
          <pc:docMk/>
          <pc:sldMk cId="2564201376" sldId="271"/>
        </pc:sldMkLst>
        <pc:spChg chg="add del mod">
          <ac:chgData name="Roshni Patoa" userId="fed91864c60e3dfe" providerId="LiveId" clId="{68766898-B991-4528-B14E-85042202C79D}" dt="2025-01-22T04:19:13.768" v="3315" actId="478"/>
          <ac:spMkLst>
            <pc:docMk/>
            <pc:sldMk cId="2564201376" sldId="271"/>
            <ac:spMk id="3" creationId="{E27F7512-267E-8CA6-B82C-9356275FF277}"/>
          </ac:spMkLst>
        </pc:spChg>
        <pc:spChg chg="add del mod">
          <ac:chgData name="Roshni Patoa" userId="fed91864c60e3dfe" providerId="LiveId" clId="{68766898-B991-4528-B14E-85042202C79D}" dt="2025-01-22T04:19:09.444" v="3314" actId="478"/>
          <ac:spMkLst>
            <pc:docMk/>
            <pc:sldMk cId="2564201376" sldId="271"/>
            <ac:spMk id="4" creationId="{C5DE5FDE-7242-698C-D535-1D824324DA66}"/>
          </ac:spMkLst>
        </pc:spChg>
      </pc:sldChg>
      <pc:sldChg chg="addSp delSp modSp del mod">
        <pc:chgData name="Roshni Patoa" userId="fed91864c60e3dfe" providerId="LiveId" clId="{68766898-B991-4528-B14E-85042202C79D}" dt="2025-01-18T03:19:40.331" v="3204" actId="2696"/>
        <pc:sldMkLst>
          <pc:docMk/>
          <pc:sldMk cId="2398209205" sldId="272"/>
        </pc:sldMkLst>
      </pc:sldChg>
      <pc:sldChg chg="addSp delSp modSp del mod">
        <pc:chgData name="Roshni Patoa" userId="fed91864c60e3dfe" providerId="LiveId" clId="{68766898-B991-4528-B14E-85042202C79D}" dt="2025-01-18T03:19:43.989" v="3205" actId="2696"/>
        <pc:sldMkLst>
          <pc:docMk/>
          <pc:sldMk cId="920837236" sldId="273"/>
        </pc:sldMkLst>
      </pc:sldChg>
      <pc:sldChg chg="addSp modSp new add del mod">
        <pc:chgData name="Roshni Patoa" userId="fed91864c60e3dfe" providerId="LiveId" clId="{68766898-B991-4528-B14E-85042202C79D}" dt="2025-01-22T04:21:16.900" v="3317" actId="1036"/>
        <pc:sldMkLst>
          <pc:docMk/>
          <pc:sldMk cId="1229604625" sldId="274"/>
        </pc:sldMkLst>
        <pc:spChg chg="mod">
          <ac:chgData name="Roshni Patoa" userId="fed91864c60e3dfe" providerId="LiveId" clId="{68766898-B991-4528-B14E-85042202C79D}" dt="2025-01-22T04:21:16.900" v="3317" actId="1036"/>
          <ac:spMkLst>
            <pc:docMk/>
            <pc:sldMk cId="1229604625" sldId="274"/>
            <ac:spMk id="2" creationId="{549CF560-CB98-0DCE-F8F7-15F969A812C9}"/>
          </ac:spMkLst>
        </pc:spChg>
      </pc:sldChg>
      <pc:sldChg chg="modSp add del mod">
        <pc:chgData name="Roshni Patoa" userId="fed91864c60e3dfe" providerId="LiveId" clId="{68766898-B991-4528-B14E-85042202C79D}" dt="2025-01-16T09:39:22.292" v="970" actId="2696"/>
        <pc:sldMkLst>
          <pc:docMk/>
          <pc:sldMk cId="3976383683" sldId="274"/>
        </pc:sldMkLst>
      </pc:sldChg>
      <pc:sldChg chg="addSp modSp new del mod">
        <pc:chgData name="Roshni Patoa" userId="fed91864c60e3dfe" providerId="LiveId" clId="{68766898-B991-4528-B14E-85042202C79D}" dt="2025-01-18T03:17:59.034" v="3176" actId="2696"/>
        <pc:sldMkLst>
          <pc:docMk/>
          <pc:sldMk cId="1790084560" sldId="275"/>
        </pc:sldMkLst>
      </pc:sldChg>
      <pc:sldChg chg="addSp delSp modSp new del mod">
        <pc:chgData name="Roshni Patoa" userId="fed91864c60e3dfe" providerId="LiveId" clId="{68766898-B991-4528-B14E-85042202C79D}" dt="2025-01-18T03:17:27.511" v="3174" actId="2696"/>
        <pc:sldMkLst>
          <pc:docMk/>
          <pc:sldMk cId="320369161" sldId="276"/>
        </pc:sldMkLst>
      </pc:sldChg>
      <pc:sldChg chg="addSp delSp modSp new del mod">
        <pc:chgData name="Roshni Patoa" userId="fed91864c60e3dfe" providerId="LiveId" clId="{68766898-B991-4528-B14E-85042202C79D}" dt="2025-01-18T03:17:54.058" v="3175" actId="2696"/>
        <pc:sldMkLst>
          <pc:docMk/>
          <pc:sldMk cId="2215398560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4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4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9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5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2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63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4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5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36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4510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17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03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91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64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5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71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A0C8-9BC6-0025-AA62-C48E1A10F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913" y="2557463"/>
            <a:ext cx="10329864" cy="2387600"/>
          </a:xfrm>
        </p:spPr>
        <p:txBody>
          <a:bodyPr>
            <a:no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Berlin Sans FB Demi" panose="020E0802020502020306" pitchFamily="34" charset="0"/>
              </a:rPr>
              <a:t>PRODUCT OF SUM(POS) &amp; </a:t>
            </a:r>
            <a:br>
              <a:rPr lang="en-US" sz="7200" dirty="0"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n-US" sz="7200" dirty="0">
                <a:solidFill>
                  <a:schemeClr val="bg1"/>
                </a:solidFill>
                <a:latin typeface="Berlin Sans FB Demi" panose="020E0802020502020306" pitchFamily="34" charset="0"/>
              </a:rPr>
              <a:t>SUM OF PRODUCT(SOP)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B7ACE-5125-9078-DAFF-C7F13DAC6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3736" y="5190889"/>
            <a:ext cx="8791575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						</a:t>
            </a:r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BY:</a:t>
            </a:r>
          </a:p>
          <a:p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							ROSHNI PATOA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0E54E-C719-33CA-B55E-D4EDFD272918}"/>
              </a:ext>
            </a:extLst>
          </p:cNvPr>
          <p:cNvSpPr txBox="1"/>
          <p:nvPr/>
        </p:nvSpPr>
        <p:spPr>
          <a:xfrm>
            <a:off x="7329489" y="342900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adley Hand ITC" panose="03070402050302030203" pitchFamily="66" charset="0"/>
              </a:rPr>
              <a:t>COMPUTER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0878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3B0F-E2FD-E156-7022-8EFCED27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215BE8-C00B-501B-19CB-1470DE5308A5}"/>
              </a:ext>
            </a:extLst>
          </p:cNvPr>
          <p:cNvSpPr txBox="1"/>
          <p:nvPr/>
        </p:nvSpPr>
        <p:spPr>
          <a:xfrm>
            <a:off x="1141413" y="1600200"/>
            <a:ext cx="10017125" cy="3882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SOP (Sum of Products) and POS (Product of Sums) are standard forms used in digital logic design.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They are used to simplify Boolean expressions and implement logic circuits.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Both forms are essential for understanding combinational logic systems.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89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7D68-BA69-E924-71E0-AE71E7B1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8624"/>
            <a:ext cx="12192000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Sum of Products (SOP)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AA198-F95E-A4CE-C445-A45EDD71AC1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3001" y="1666947"/>
            <a:ext cx="9905998" cy="352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SOP is a Boolean expression represented as a sum (OR) of product terms.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Each product term is a combination of literals (variables or their complements) connected by AND operations.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F(A, B, C) = A'B'C + AB'C' + ABC.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SOP is derived from truth table rows where the output is 1.</a:t>
            </a:r>
          </a:p>
        </p:txBody>
      </p:sp>
    </p:spTree>
    <p:extLst>
      <p:ext uri="{BB962C8B-B14F-4D97-AF65-F5344CB8AC3E}">
        <p14:creationId xmlns:p14="http://schemas.microsoft.com/office/powerpoint/2010/main" val="1501955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F07C-48DB-05F2-97B6-12AE64E3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96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Implementing SOP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44C437C-BC0F-3E2D-5545-8C53ED6CA11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3001" y="2323349"/>
            <a:ext cx="9905998" cy="2878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SOP is implemented using: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AND gates for product terms.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OR gates to combine the terms.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Example Circuit: </a:t>
            </a:r>
          </a:p>
          <a:p>
            <a:pPr marL="1371600" lvl="3" indent="0"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F(A, B) = A.B + A’.B'</a:t>
            </a:r>
          </a:p>
        </p:txBody>
      </p:sp>
    </p:spTree>
    <p:extLst>
      <p:ext uri="{BB962C8B-B14F-4D97-AF65-F5344CB8AC3E}">
        <p14:creationId xmlns:p14="http://schemas.microsoft.com/office/powerpoint/2010/main" val="53833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655B9-7C76-A499-0495-51859754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78389-B1DE-FAD3-D5C4-FEF02E89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96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Implementing SOP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FAFCCC6-4757-4B80-1E91-C35816D9125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69963" y="1080336"/>
            <a:ext cx="9905998" cy="5565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Steps to Derive SOP </a:t>
            </a:r>
            <a:endParaRPr 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lvl="1" indent="0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Identify Rows Where F=1. </a:t>
            </a:r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Look at the truth table and note the rows where F=1. 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Here, F=1 for: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A=0,B=1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A=1,B=0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Write the Minterms: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For each row where F=1, write the corresponding product term (minterm).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 minterm includes: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2"/>
            <a:r>
              <a:rPr lang="en-US" sz="12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The variable if it is 1.  </a:t>
            </a:r>
            <a:endParaRPr lang="en-US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2"/>
            <a:r>
              <a:rPr lang="en-US" sz="12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The complement (A′ or B′) if it is 0. </a:t>
            </a:r>
            <a:endParaRPr lang="en-US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From the truth table: 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For A=0,B=1: A′B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For A = 1, B = 0: AB′ 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Combine the Minterms with OR (Sum):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Combine the product terms using the OR operator: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F=A′B+AB′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35034-0D7A-B049-368C-008C01157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062" y="1221877"/>
            <a:ext cx="4927069" cy="195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69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7DC0D00-4690-2ACA-F88B-BE5CD3248525}"/>
              </a:ext>
            </a:extLst>
          </p:cNvPr>
          <p:cNvSpPr txBox="1">
            <a:spLocks/>
          </p:cNvSpPr>
          <p:nvPr/>
        </p:nvSpPr>
        <p:spPr>
          <a:xfrm>
            <a:off x="969963" y="371475"/>
            <a:ext cx="9905998" cy="147857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Canonical SOP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589DF7F-B132-37EA-F1D9-82A9897C4E3A}"/>
              </a:ext>
            </a:extLst>
          </p:cNvPr>
          <p:cNvSpPr txBox="1">
            <a:spLocks/>
          </p:cNvSpPr>
          <p:nvPr/>
        </p:nvSpPr>
        <p:spPr>
          <a:xfrm>
            <a:off x="1316039" y="1282985"/>
            <a:ext cx="9905998" cy="520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specific type of SOP where each product term is a minterm, representing a unique combination of all variables in the function.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Minterms are derived from rows in the truth table where the output is 1. 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For a truth table with two variables AA and BB, if FF is true for A=0,B=1 and A=1,B=1: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Canonical SOP: F(A,B)=A′B+AB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Every product term includes all variables.</a:t>
            </a:r>
          </a:p>
        </p:txBody>
      </p:sp>
    </p:spTree>
    <p:extLst>
      <p:ext uri="{BB962C8B-B14F-4D97-AF65-F5344CB8AC3E}">
        <p14:creationId xmlns:p14="http://schemas.microsoft.com/office/powerpoint/2010/main" val="1572739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52D9-FD9F-6062-75E0-62C5D1F38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085E4A-4903-6B42-0035-46CC83684FCF}"/>
              </a:ext>
            </a:extLst>
          </p:cNvPr>
          <p:cNvSpPr txBox="1">
            <a:spLocks/>
          </p:cNvSpPr>
          <p:nvPr/>
        </p:nvSpPr>
        <p:spPr>
          <a:xfrm>
            <a:off x="969963" y="371475"/>
            <a:ext cx="9905998" cy="147857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STANDARD SOP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73B9863-47F2-8068-029F-D92ABCFD5C2D}"/>
              </a:ext>
            </a:extLst>
          </p:cNvPr>
          <p:cNvSpPr txBox="1">
            <a:spLocks/>
          </p:cNvSpPr>
          <p:nvPr/>
        </p:nvSpPr>
        <p:spPr>
          <a:xfrm>
            <a:off x="1316039" y="1408414"/>
            <a:ext cx="9905998" cy="4041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general Boolean expression is represented as the logical OR (sum) of multiple AND (product) terms.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product term includes any combination of variables and their complements.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F(A,B)=A′B+AB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 necessarily canonical because it doesn't require all variables to appear in every product term.</a:t>
            </a:r>
          </a:p>
        </p:txBody>
      </p:sp>
    </p:spTree>
    <p:extLst>
      <p:ext uri="{BB962C8B-B14F-4D97-AF65-F5344CB8AC3E}">
        <p14:creationId xmlns:p14="http://schemas.microsoft.com/office/powerpoint/2010/main" val="1052946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79BF-0422-8319-5BE5-C361913AF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761E6-1456-24FE-B065-E67BC425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8624"/>
            <a:ext cx="12192000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Product OF Sum (POS)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7DC77-D4C6-78EF-CFE7-6D3FBF6DD79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3001" y="1666947"/>
            <a:ext cx="9905998" cy="352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POS is a Boolean expression represented as a product (AND) of sum terms.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Each sum term is a combination of literals connected by OR operations.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Example: F(A, B, C) = (A + B + C')(A' + B + C)(A + B' + C).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POS is derived from truth table rows where the output is 0.</a:t>
            </a:r>
          </a:p>
        </p:txBody>
      </p:sp>
    </p:spTree>
    <p:extLst>
      <p:ext uri="{BB962C8B-B14F-4D97-AF65-F5344CB8AC3E}">
        <p14:creationId xmlns:p14="http://schemas.microsoft.com/office/powerpoint/2010/main" val="88561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6DB23-A859-893D-7D3C-B7264EB15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D10D1-EF0D-4AB5-4852-6986E289A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96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Implementing POS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6C3D984-3A63-CE78-191E-0C4C8D3B628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3001" y="2323349"/>
            <a:ext cx="9905998" cy="2878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POS is implemented using: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OR gates for product terms.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AND gates to combine the terms.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Example Circuit: </a:t>
            </a:r>
          </a:p>
          <a:p>
            <a:pPr marL="1371600" lvl="3" indent="0"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pt-BR" sz="2800" dirty="0">
                <a:solidFill>
                  <a:schemeClr val="bg1"/>
                </a:solidFill>
                <a:latin typeface="Bahnschrift" panose="020B0502040204020203" pitchFamily="34" charset="0"/>
              </a:rPr>
              <a:t>F(A, B) = (A + B).(A' + B')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306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92EB8-D367-D84D-8AF7-64AC9113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9E0A6-2ADB-39B2-1266-96BB72BE0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96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Implementing POS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7F32F3A-BDFF-6D7F-D894-19CF1CCB791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69963" y="1080336"/>
            <a:ext cx="9905998" cy="5565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Steps to Derive POS </a:t>
            </a:r>
            <a:endParaRPr 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lvl="1" indent="0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Identify Rows Where F=0. </a:t>
            </a:r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Look at the truth table and note the rows where F=0. 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Here, F=0 for: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A=0,B=0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A=1,B=1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Write the Maxterms: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For each row where F=0, write the corresponding sum term (maxterm).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 maxterm includes: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2"/>
            <a:r>
              <a:rPr lang="en-US" sz="12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The variable if it is 0.  </a:t>
            </a:r>
            <a:endParaRPr lang="en-US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2"/>
            <a:r>
              <a:rPr lang="en-US" sz="12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The complement (A′ or B′) if it is 1. </a:t>
            </a:r>
            <a:endParaRPr lang="en-US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From the truth table: 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For A=0,B=0: (A+B)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For A = 1, B = 1: (A’+B’)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Combine the Maxterms with AND (Product):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Combine the product terms using the AND operator: </a:t>
            </a: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/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F=(A+B).(A’+B’)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E69A1E-69A3-40A3-1205-64325F25B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787" y="1123198"/>
            <a:ext cx="5676370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49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6878C-A7C7-22DE-DB7B-F9C164EC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F2A6E9-4BEA-37A4-2AFF-C907C97890A1}"/>
              </a:ext>
            </a:extLst>
          </p:cNvPr>
          <p:cNvSpPr txBox="1">
            <a:spLocks/>
          </p:cNvSpPr>
          <p:nvPr/>
        </p:nvSpPr>
        <p:spPr>
          <a:xfrm>
            <a:off x="969963" y="371475"/>
            <a:ext cx="9905998" cy="147857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Canonical POS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87AF949-5D58-8AE7-A73F-C2811AC0C877}"/>
              </a:ext>
            </a:extLst>
          </p:cNvPr>
          <p:cNvSpPr txBox="1">
            <a:spLocks/>
          </p:cNvSpPr>
          <p:nvPr/>
        </p:nvSpPr>
        <p:spPr>
          <a:xfrm>
            <a:off x="1316039" y="1282985"/>
            <a:ext cx="9905998" cy="520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specific type of POS where each sum term is a maxterm, representing a unique combination of all variables in the function.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Maxterms are derived from rows in the truth table where the output is 0. 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For a truth table with two variables AA and BB, if FF is false for A=0,B=1, A=1,B=1: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Canonical POS: F(A,B)=(A+B’).(A’+B’)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Every sum term includes all variables.</a:t>
            </a:r>
          </a:p>
        </p:txBody>
      </p:sp>
    </p:spTree>
    <p:extLst>
      <p:ext uri="{BB962C8B-B14F-4D97-AF65-F5344CB8AC3E}">
        <p14:creationId xmlns:p14="http://schemas.microsoft.com/office/powerpoint/2010/main" val="4006924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EFE2-3AF4-D624-B3C9-EE257271E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937E48-ADC8-B403-90E3-CBB499472F9F}"/>
              </a:ext>
            </a:extLst>
          </p:cNvPr>
          <p:cNvSpPr txBox="1">
            <a:spLocks/>
          </p:cNvSpPr>
          <p:nvPr/>
        </p:nvSpPr>
        <p:spPr>
          <a:xfrm>
            <a:off x="969963" y="371475"/>
            <a:ext cx="9905998" cy="147857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STANDARD POS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33E83E6-783B-FD2B-EFC8-6CEC41F8E286}"/>
              </a:ext>
            </a:extLst>
          </p:cNvPr>
          <p:cNvSpPr txBox="1">
            <a:spLocks/>
          </p:cNvSpPr>
          <p:nvPr/>
        </p:nvSpPr>
        <p:spPr>
          <a:xfrm>
            <a:off x="1316039" y="1408414"/>
            <a:ext cx="9905998" cy="4041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general Boolean expression is represented as the logical AND (product) of multiple OR (sum) terms.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sum term includes any combination of variables and their complements.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F(A,B)=(A+B’).(A’+B’)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 necessarily canonical because it doesn't require all variables to appear in every sum term.</a:t>
            </a:r>
          </a:p>
        </p:txBody>
      </p:sp>
    </p:spTree>
    <p:extLst>
      <p:ext uri="{BB962C8B-B14F-4D97-AF65-F5344CB8AC3E}">
        <p14:creationId xmlns:p14="http://schemas.microsoft.com/office/powerpoint/2010/main" val="1445468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7C98E-0762-F862-4ECC-8BDE90F8E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7E612E0-62D4-25C9-BD92-0B4568992454}"/>
              </a:ext>
            </a:extLst>
          </p:cNvPr>
          <p:cNvSpPr txBox="1">
            <a:spLocks/>
          </p:cNvSpPr>
          <p:nvPr/>
        </p:nvSpPr>
        <p:spPr>
          <a:xfrm>
            <a:off x="969963" y="371475"/>
            <a:ext cx="9905998" cy="147857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COMPARISON OF SOP &amp; POS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12AC90D-F292-28E0-F68C-2968F11329F8}"/>
              </a:ext>
            </a:extLst>
          </p:cNvPr>
          <p:cNvSpPr txBox="1">
            <a:spLocks/>
          </p:cNvSpPr>
          <p:nvPr/>
        </p:nvSpPr>
        <p:spPr>
          <a:xfrm>
            <a:off x="1316039" y="1408414"/>
            <a:ext cx="9905998" cy="3135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SOP: OR of ANDs, derived from output 1.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POS: AND of ORs, derived from output 0.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SOP is easier for NAND-NAND implementations.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POS is easier for NOR-NOR implementations.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Both forms are used based on design requirements.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270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10BE9-7978-7EFB-63A8-4CA380A0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AFFF80F-462E-205F-C5D7-39EDDCB27CCD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12191999" cy="147857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TRUTH TABLE TO SOP &amp; POS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4C917F8-4382-ACEB-3F99-9F2AFA1D7F9D}"/>
              </a:ext>
            </a:extLst>
          </p:cNvPr>
          <p:cNvSpPr txBox="1">
            <a:spLocks/>
          </p:cNvSpPr>
          <p:nvPr/>
        </p:nvSpPr>
        <p:spPr>
          <a:xfrm>
            <a:off x="1316039" y="1408414"/>
            <a:ext cx="9905998" cy="3459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Truth table example: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Inputs: A, B | Output: F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Row 1: 0, 0 | 0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Row 2: 0, 1 | 1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SOP: F = A'B.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POS: F = (A + B')(A' + B).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847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EE26-8B97-DBEC-C883-813E4B99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7D1855-E382-B29C-6EE0-0E5FD2D5E79E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12191999" cy="147857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APPLICATIONS OF SOP &amp; POS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921BB75-7239-F069-2193-CA94E1822B2F}"/>
              </a:ext>
            </a:extLst>
          </p:cNvPr>
          <p:cNvSpPr txBox="1">
            <a:spLocks/>
          </p:cNvSpPr>
          <p:nvPr/>
        </p:nvSpPr>
        <p:spPr>
          <a:xfrm>
            <a:off x="1316039" y="1408414"/>
            <a:ext cx="9905998" cy="2297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SOP and POS are critical in: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Digital circuit design.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Logic minimization.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Implementation of multiplexers and decoders</a:t>
            </a:r>
            <a:r>
              <a:rPr lang="en-US" sz="24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9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B21D-5A07-5869-E339-B0C3076D3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BD9FF7-1D6A-203F-7ABA-74DCEC73D75F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12191999" cy="147857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CONCLUSION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B2BA6773-793E-CE4E-7244-CB594F452DCF}"/>
              </a:ext>
            </a:extLst>
          </p:cNvPr>
          <p:cNvSpPr txBox="1">
            <a:spLocks/>
          </p:cNvSpPr>
          <p:nvPr/>
        </p:nvSpPr>
        <p:spPr>
          <a:xfrm>
            <a:off x="1316039" y="1408414"/>
            <a:ext cx="9905998" cy="352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SOP and POS are fundamental concepts in digital logic.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They simplify and optimize the design of logic circuits.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Understanding these forms is essential for advanced digital systems design.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Practice converting truth tables into SOP and POS forms to master the topic.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3086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2812</TotalTime>
  <Words>1122</Words>
  <Application>Microsoft Office PowerPoint</Application>
  <PresentationFormat>Widescreen</PresentationFormat>
  <Paragraphs>111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Bahnschrift</vt:lpstr>
      <vt:lpstr>Bauhaus 93</vt:lpstr>
      <vt:lpstr>Berlin Sans FB Demi</vt:lpstr>
      <vt:lpstr>Bodoni MT Black</vt:lpstr>
      <vt:lpstr>Bradley Hand ITC</vt:lpstr>
      <vt:lpstr>Tw Cen MT</vt:lpstr>
      <vt:lpstr>Wingdings</vt:lpstr>
      <vt:lpstr>Circuit</vt:lpstr>
      <vt:lpstr>PRODUCT OF SUM(POS) &amp;  SUM OF PRODUCT(SOP)</vt:lpstr>
      <vt:lpstr>INTRODUCTION</vt:lpstr>
      <vt:lpstr>Sum of Products (SOP)</vt:lpstr>
      <vt:lpstr>Implementing SOP</vt:lpstr>
      <vt:lpstr>Implementing SOP</vt:lpstr>
      <vt:lpstr>PowerPoint Presentation</vt:lpstr>
      <vt:lpstr>PowerPoint Presentation</vt:lpstr>
      <vt:lpstr>Product OF Sum (POS)</vt:lpstr>
      <vt:lpstr>Implementing POS</vt:lpstr>
      <vt:lpstr>Implementing POS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Roshni Patoa</dc:creator>
  <cp:lastModifiedBy>Roshni Patoa</cp:lastModifiedBy>
  <cp:revision>1</cp:revision>
  <dcterms:created xsi:type="dcterms:W3CDTF">2025-01-16T06:31:18Z</dcterms:created>
  <dcterms:modified xsi:type="dcterms:W3CDTF">2025-01-23T02:13:26Z</dcterms:modified>
</cp:coreProperties>
</file>