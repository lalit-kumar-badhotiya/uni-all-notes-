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76" r:id="rId12"/>
    <p:sldId id="277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D513A2-08D1-4B1B-8672-3292FF84FC31}" v="2" dt="2025-01-31T04:44:25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ni Patoa" userId="fed91864c60e3dfe" providerId="LiveId" clId="{1C8F049D-CBD5-42D3-B0DB-D3B1D0918E68}"/>
    <pc:docChg chg="undo custSel addSld delSld modSld">
      <pc:chgData name="Roshni Patoa" userId="fed91864c60e3dfe" providerId="LiveId" clId="{1C8F049D-CBD5-42D3-B0DB-D3B1D0918E68}" dt="2025-01-29T09:13:08.540" v="493" actId="47"/>
      <pc:docMkLst>
        <pc:docMk/>
      </pc:docMkLst>
      <pc:sldChg chg="modSp mod">
        <pc:chgData name="Roshni Patoa" userId="fed91864c60e3dfe" providerId="LiveId" clId="{1C8F049D-CBD5-42D3-B0DB-D3B1D0918E68}" dt="2025-01-28T16:27:06.134" v="38" actId="14100"/>
        <pc:sldMkLst>
          <pc:docMk/>
          <pc:sldMk cId="1208789959" sldId="256"/>
        </pc:sldMkLst>
        <pc:spChg chg="mod">
          <ac:chgData name="Roshni Patoa" userId="fed91864c60e3dfe" providerId="LiveId" clId="{1C8F049D-CBD5-42D3-B0DB-D3B1D0918E68}" dt="2025-01-28T16:27:06.134" v="38" actId="14100"/>
          <ac:spMkLst>
            <pc:docMk/>
            <pc:sldMk cId="1208789959" sldId="256"/>
            <ac:spMk id="2" creationId="{2F6FA0C8-9BC6-0025-AA62-C48E1A10F66C}"/>
          </ac:spMkLst>
        </pc:spChg>
      </pc:sldChg>
      <pc:sldChg chg="addSp modSp mod">
        <pc:chgData name="Roshni Patoa" userId="fed91864c60e3dfe" providerId="LiveId" clId="{1C8F049D-CBD5-42D3-B0DB-D3B1D0918E68}" dt="2025-01-28T16:40:13.426" v="325" actId="1076"/>
        <pc:sldMkLst>
          <pc:docMk/>
          <pc:sldMk cId="1901894884" sldId="257"/>
        </pc:sldMkLst>
        <pc:spChg chg="mod">
          <ac:chgData name="Roshni Patoa" userId="fed91864c60e3dfe" providerId="LiveId" clId="{1C8F049D-CBD5-42D3-B0DB-D3B1D0918E68}" dt="2025-01-28T16:27:26.449" v="66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1C8F049D-CBD5-42D3-B0DB-D3B1D0918E68}" dt="2025-01-28T16:28:19.464" v="141" actId="6549"/>
          <ac:spMkLst>
            <pc:docMk/>
            <pc:sldMk cId="1901894884" sldId="257"/>
            <ac:spMk id="6" creationId="{81215BE8-C00B-501B-19CB-1470DE5308A5}"/>
          </ac:spMkLst>
        </pc:spChg>
      </pc:sldChg>
      <pc:sldChg chg="addSp delSp modSp mod">
        <pc:chgData name="Roshni Patoa" userId="fed91864c60e3dfe" providerId="LiveId" clId="{1C8F049D-CBD5-42D3-B0DB-D3B1D0918E68}" dt="2025-01-28T16:30:47.156" v="191" actId="15"/>
        <pc:sldMkLst>
          <pc:docMk/>
          <pc:sldMk cId="1501955450" sldId="258"/>
        </pc:sldMkLst>
        <pc:spChg chg="mod">
          <ac:chgData name="Roshni Patoa" userId="fed91864c60e3dfe" providerId="LiveId" clId="{1C8F049D-CBD5-42D3-B0DB-D3B1D0918E68}" dt="2025-01-28T16:29:27.620" v="151" actId="20577"/>
          <ac:spMkLst>
            <pc:docMk/>
            <pc:sldMk cId="1501955450" sldId="258"/>
            <ac:spMk id="2" creationId="{F56B7D68-BA69-E924-71E0-AE71E7B154AC}"/>
          </ac:spMkLst>
        </pc:spChg>
        <pc:spChg chg="add mod">
          <ac:chgData name="Roshni Patoa" userId="fed91864c60e3dfe" providerId="LiveId" clId="{1C8F049D-CBD5-42D3-B0DB-D3B1D0918E68}" dt="2025-01-28T16:30:47.156" v="191" actId="15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1C8F049D-CBD5-42D3-B0DB-D3B1D0918E68}" dt="2025-01-28T16:32:10.203" v="205" actId="1076"/>
        <pc:sldMkLst>
          <pc:docMk/>
          <pc:sldMk cId="538336606" sldId="259"/>
        </pc:sldMkLst>
        <pc:spChg chg="mod">
          <ac:chgData name="Roshni Patoa" userId="fed91864c60e3dfe" providerId="LiveId" clId="{1C8F049D-CBD5-42D3-B0DB-D3B1D0918E68}" dt="2025-01-28T16:31:50.382" v="201" actId="14100"/>
          <ac:spMkLst>
            <pc:docMk/>
            <pc:sldMk cId="538336606" sldId="259"/>
            <ac:spMk id="2" creationId="{33C9F07C-48DB-05F2-97B6-12AE64E3B764}"/>
          </ac:spMkLst>
        </pc:spChg>
      </pc:sldChg>
      <pc:sldChg chg="addSp delSp modSp mod">
        <pc:chgData name="Roshni Patoa" userId="fed91864c60e3dfe" providerId="LiveId" clId="{1C8F049D-CBD5-42D3-B0DB-D3B1D0918E68}" dt="2025-01-28T16:34:35.848" v="229" actId="1076"/>
        <pc:sldMkLst>
          <pc:docMk/>
          <pc:sldMk cId="131755128" sldId="260"/>
        </pc:sldMkLst>
        <pc:spChg chg="add mod">
          <ac:chgData name="Roshni Patoa" userId="fed91864c60e3dfe" providerId="LiveId" clId="{1C8F049D-CBD5-42D3-B0DB-D3B1D0918E68}" dt="2025-01-28T16:34:35.848" v="229" actId="1076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1C8F049D-CBD5-42D3-B0DB-D3B1D0918E68}" dt="2025-01-28T16:32:46.878" v="213" actId="1076"/>
          <ac:spMkLst>
            <pc:docMk/>
            <pc:sldMk cId="131755128" sldId="260"/>
            <ac:spMk id="4" creationId="{AF7415C8-700B-7E60-E768-DE5794CA4ADE}"/>
          </ac:spMkLst>
        </pc:spChg>
      </pc:sldChg>
      <pc:sldChg chg="addSp delSp modSp mod">
        <pc:chgData name="Roshni Patoa" userId="fed91864c60e3dfe" providerId="LiveId" clId="{1C8F049D-CBD5-42D3-B0DB-D3B1D0918E68}" dt="2025-01-28T16:36:31.351" v="254" actId="1076"/>
        <pc:sldMkLst>
          <pc:docMk/>
          <pc:sldMk cId="515961475" sldId="261"/>
        </pc:sldMkLst>
        <pc:spChg chg="mod">
          <ac:chgData name="Roshni Patoa" userId="fed91864c60e3dfe" providerId="LiveId" clId="{1C8F049D-CBD5-42D3-B0DB-D3B1D0918E68}" dt="2025-01-28T16:35:08.251" v="238" actId="20577"/>
          <ac:spMkLst>
            <pc:docMk/>
            <pc:sldMk cId="515961475" sldId="261"/>
            <ac:spMk id="4" creationId="{06DF2805-0096-BE9C-8160-F4381273D535}"/>
          </ac:spMkLst>
        </pc:spChg>
        <pc:spChg chg="add mod">
          <ac:chgData name="Roshni Patoa" userId="fed91864c60e3dfe" providerId="LiveId" clId="{1C8F049D-CBD5-42D3-B0DB-D3B1D0918E68}" dt="2025-01-28T16:36:26.009" v="252" actId="1076"/>
          <ac:spMkLst>
            <pc:docMk/>
            <pc:sldMk cId="515961475" sldId="261"/>
            <ac:spMk id="7" creationId="{B0475BFB-F67B-CE4C-97C8-7215E045804A}"/>
          </ac:spMkLst>
        </pc:spChg>
        <pc:picChg chg="add mod">
          <ac:chgData name="Roshni Patoa" userId="fed91864c60e3dfe" providerId="LiveId" clId="{1C8F049D-CBD5-42D3-B0DB-D3B1D0918E68}" dt="2025-01-28T16:36:31.351" v="254" actId="1076"/>
          <ac:picMkLst>
            <pc:docMk/>
            <pc:sldMk cId="515961475" sldId="261"/>
            <ac:picMk id="3074" creationId="{B6003CE5-5FA0-B465-71C4-79EC38925D3E}"/>
          </ac:picMkLst>
        </pc:picChg>
      </pc:sldChg>
      <pc:sldChg chg="addSp delSp modSp mod">
        <pc:chgData name="Roshni Patoa" userId="fed91864c60e3dfe" providerId="LiveId" clId="{1C8F049D-CBD5-42D3-B0DB-D3B1D0918E68}" dt="2025-01-28T16:37:56.198" v="288" actId="1076"/>
        <pc:sldMkLst>
          <pc:docMk/>
          <pc:sldMk cId="1795072283" sldId="262"/>
        </pc:sldMkLst>
        <pc:spChg chg="mod">
          <ac:chgData name="Roshni Patoa" userId="fed91864c60e3dfe" providerId="LiveId" clId="{1C8F049D-CBD5-42D3-B0DB-D3B1D0918E68}" dt="2025-01-28T16:37:01.488" v="277" actId="20577"/>
          <ac:spMkLst>
            <pc:docMk/>
            <pc:sldMk cId="1795072283" sldId="262"/>
            <ac:spMk id="2" creationId="{6A1DFCCE-F89C-4ED9-1062-F6CFB839DD24}"/>
          </ac:spMkLst>
        </pc:spChg>
        <pc:spChg chg="add mod">
          <ac:chgData name="Roshni Patoa" userId="fed91864c60e3dfe" providerId="LiveId" clId="{1C8F049D-CBD5-42D3-B0DB-D3B1D0918E68}" dt="2025-01-28T16:37:37.446" v="285" actId="1076"/>
          <ac:spMkLst>
            <pc:docMk/>
            <pc:sldMk cId="1795072283" sldId="262"/>
            <ac:spMk id="5" creationId="{C3F3BA76-545B-E5D1-4ABA-A7F52A73908B}"/>
          </ac:spMkLst>
        </pc:spChg>
        <pc:picChg chg="add mod">
          <ac:chgData name="Roshni Patoa" userId="fed91864c60e3dfe" providerId="LiveId" clId="{1C8F049D-CBD5-42D3-B0DB-D3B1D0918E68}" dt="2025-01-28T16:37:56.198" v="288" actId="1076"/>
          <ac:picMkLst>
            <pc:docMk/>
            <pc:sldMk cId="1795072283" sldId="262"/>
            <ac:picMk id="4098" creationId="{CDA4E779-4B0D-88E7-E708-4DDC115EE03D}"/>
          </ac:picMkLst>
        </pc:picChg>
      </pc:sldChg>
      <pc:sldChg chg="addSp delSp modSp mod">
        <pc:chgData name="Roshni Patoa" userId="fed91864c60e3dfe" providerId="LiveId" clId="{1C8F049D-CBD5-42D3-B0DB-D3B1D0918E68}" dt="2025-01-28T16:40:26.812" v="328" actId="1076"/>
        <pc:sldMkLst>
          <pc:docMk/>
          <pc:sldMk cId="561393703" sldId="263"/>
        </pc:sldMkLst>
        <pc:spChg chg="mod">
          <ac:chgData name="Roshni Patoa" userId="fed91864c60e3dfe" providerId="LiveId" clId="{1C8F049D-CBD5-42D3-B0DB-D3B1D0918E68}" dt="2025-01-28T16:39:22.287" v="319" actId="14100"/>
          <ac:spMkLst>
            <pc:docMk/>
            <pc:sldMk cId="561393703" sldId="263"/>
            <ac:spMk id="2" creationId="{282CCBB4-A3B1-BEBD-D602-724B4F99E4EA}"/>
          </ac:spMkLst>
        </pc:spChg>
        <pc:spChg chg="add mod">
          <ac:chgData name="Roshni Patoa" userId="fed91864c60e3dfe" providerId="LiveId" clId="{1C8F049D-CBD5-42D3-B0DB-D3B1D0918E68}" dt="2025-01-28T16:38:45.724" v="310" actId="1076"/>
          <ac:spMkLst>
            <pc:docMk/>
            <pc:sldMk cId="561393703" sldId="263"/>
            <ac:spMk id="6" creationId="{0EC243DA-DBFB-51DA-4A7A-DC94DC0D6788}"/>
          </ac:spMkLst>
        </pc:spChg>
      </pc:sldChg>
      <pc:sldChg chg="addSp delSp modSp mod">
        <pc:chgData name="Roshni Patoa" userId="fed91864c60e3dfe" providerId="LiveId" clId="{1C8F049D-CBD5-42D3-B0DB-D3B1D0918E68}" dt="2025-01-28T16:41:47.022" v="341" actId="14100"/>
        <pc:sldMkLst>
          <pc:docMk/>
          <pc:sldMk cId="2095114534" sldId="264"/>
        </pc:sldMkLst>
        <pc:spChg chg="mod">
          <ac:chgData name="Roshni Patoa" userId="fed91864c60e3dfe" providerId="LiveId" clId="{1C8F049D-CBD5-42D3-B0DB-D3B1D0918E68}" dt="2025-01-28T16:41:08.009" v="335" actId="20577"/>
          <ac:spMkLst>
            <pc:docMk/>
            <pc:sldMk cId="2095114534" sldId="264"/>
            <ac:spMk id="2" creationId="{52688C8C-6517-4BD7-CCF4-D29E70D41BF4}"/>
          </ac:spMkLst>
        </pc:spChg>
        <pc:spChg chg="add mod">
          <ac:chgData name="Roshni Patoa" userId="fed91864c60e3dfe" providerId="LiveId" clId="{1C8F049D-CBD5-42D3-B0DB-D3B1D0918E68}" dt="2025-01-28T16:41:47.022" v="341" actId="14100"/>
          <ac:spMkLst>
            <pc:docMk/>
            <pc:sldMk cId="2095114534" sldId="264"/>
            <ac:spMk id="6" creationId="{37D8AFC3-36FF-D657-328D-8E4BA9B16CB7}"/>
          </ac:spMkLst>
        </pc:spChg>
      </pc:sldChg>
      <pc:sldChg chg="addSp delSp modSp mod">
        <pc:chgData name="Roshni Patoa" userId="fed91864c60e3dfe" providerId="LiveId" clId="{1C8F049D-CBD5-42D3-B0DB-D3B1D0918E68}" dt="2025-01-28T16:44:53.458" v="488" actId="20577"/>
        <pc:sldMkLst>
          <pc:docMk/>
          <pc:sldMk cId="2618035276" sldId="265"/>
        </pc:sldMkLst>
        <pc:spChg chg="mod">
          <ac:chgData name="Roshni Patoa" userId="fed91864c60e3dfe" providerId="LiveId" clId="{1C8F049D-CBD5-42D3-B0DB-D3B1D0918E68}" dt="2025-01-28T16:43:56.627" v="405" actId="20577"/>
          <ac:spMkLst>
            <pc:docMk/>
            <pc:sldMk cId="2618035276" sldId="265"/>
            <ac:spMk id="2" creationId="{89A0BD26-0CE4-3F3C-9E11-A5C891EE11F7}"/>
          </ac:spMkLst>
        </pc:spChg>
        <pc:spChg chg="add mod">
          <ac:chgData name="Roshni Patoa" userId="fed91864c60e3dfe" providerId="LiveId" clId="{1C8F049D-CBD5-42D3-B0DB-D3B1D0918E68}" dt="2025-01-28T16:44:53.458" v="488" actId="20577"/>
          <ac:spMkLst>
            <pc:docMk/>
            <pc:sldMk cId="2618035276" sldId="265"/>
            <ac:spMk id="5" creationId="{3E8C7C23-82E7-CA24-98A7-B79EDF03035C}"/>
          </ac:spMkLst>
        </pc:spChg>
      </pc:sldChg>
      <pc:sldChg chg="del">
        <pc:chgData name="Roshni Patoa" userId="fed91864c60e3dfe" providerId="LiveId" clId="{1C8F049D-CBD5-42D3-B0DB-D3B1D0918E68}" dt="2025-01-29T09:13:08.540" v="493" actId="47"/>
        <pc:sldMkLst>
          <pc:docMk/>
          <pc:sldMk cId="1908485448" sldId="267"/>
        </pc:sldMkLst>
      </pc:sldChg>
      <pc:sldChg chg="del">
        <pc:chgData name="Roshni Patoa" userId="fed91864c60e3dfe" providerId="LiveId" clId="{1C8F049D-CBD5-42D3-B0DB-D3B1D0918E68}" dt="2025-01-29T09:13:07.873" v="492" actId="47"/>
        <pc:sldMkLst>
          <pc:docMk/>
          <pc:sldMk cId="3252973548" sldId="268"/>
        </pc:sldMkLst>
      </pc:sldChg>
      <pc:sldChg chg="del">
        <pc:chgData name="Roshni Patoa" userId="fed91864c60e3dfe" providerId="LiveId" clId="{1C8F049D-CBD5-42D3-B0DB-D3B1D0918E68}" dt="2025-01-29T09:13:07.202" v="491" actId="47"/>
        <pc:sldMkLst>
          <pc:docMk/>
          <pc:sldMk cId="1697355594" sldId="269"/>
        </pc:sldMkLst>
      </pc:sldChg>
      <pc:sldChg chg="del">
        <pc:chgData name="Roshni Patoa" userId="fed91864c60e3dfe" providerId="LiveId" clId="{1C8F049D-CBD5-42D3-B0DB-D3B1D0918E68}" dt="2025-01-29T09:13:05.051" v="489" actId="47"/>
        <pc:sldMkLst>
          <pc:docMk/>
          <pc:sldMk cId="3650555201" sldId="273"/>
        </pc:sldMkLst>
      </pc:sldChg>
      <pc:sldChg chg="del">
        <pc:chgData name="Roshni Patoa" userId="fed91864c60e3dfe" providerId="LiveId" clId="{1C8F049D-CBD5-42D3-B0DB-D3B1D0918E68}" dt="2025-01-29T09:13:05.946" v="490" actId="47"/>
        <pc:sldMkLst>
          <pc:docMk/>
          <pc:sldMk cId="1696112011" sldId="274"/>
        </pc:sldMkLst>
      </pc:sldChg>
      <pc:sldChg chg="modSp add mod">
        <pc:chgData name="Roshni Patoa" userId="fed91864c60e3dfe" providerId="LiveId" clId="{1C8F049D-CBD5-42D3-B0DB-D3B1D0918E68}" dt="2025-01-28T16:42:36.455" v="356" actId="20577"/>
        <pc:sldMkLst>
          <pc:docMk/>
          <pc:sldMk cId="2284109313" sldId="275"/>
        </pc:sldMkLst>
        <pc:spChg chg="mod">
          <ac:chgData name="Roshni Patoa" userId="fed91864c60e3dfe" providerId="LiveId" clId="{1C8F049D-CBD5-42D3-B0DB-D3B1D0918E68}" dt="2025-01-28T16:42:21.472" v="346" actId="20577"/>
          <ac:spMkLst>
            <pc:docMk/>
            <pc:sldMk cId="2284109313" sldId="275"/>
            <ac:spMk id="2" creationId="{D99C53C8-E2A3-C0D8-4457-8B03B773CAE6}"/>
          </ac:spMkLst>
        </pc:spChg>
        <pc:spChg chg="mod">
          <ac:chgData name="Roshni Patoa" userId="fed91864c60e3dfe" providerId="LiveId" clId="{1C8F049D-CBD5-42D3-B0DB-D3B1D0918E68}" dt="2025-01-28T16:42:36.455" v="356" actId="20577"/>
          <ac:spMkLst>
            <pc:docMk/>
            <pc:sldMk cId="2284109313" sldId="275"/>
            <ac:spMk id="6" creationId="{0A318A66-99BE-5B17-3A12-86CC691D8CFC}"/>
          </ac:spMkLst>
        </pc:spChg>
      </pc:sldChg>
      <pc:sldChg chg="modSp add mod">
        <pc:chgData name="Roshni Patoa" userId="fed91864c60e3dfe" providerId="LiveId" clId="{1C8F049D-CBD5-42D3-B0DB-D3B1D0918E68}" dt="2025-01-28T16:43:03.270" v="366" actId="20577"/>
        <pc:sldMkLst>
          <pc:docMk/>
          <pc:sldMk cId="1723924596" sldId="276"/>
        </pc:sldMkLst>
        <pc:spChg chg="mod">
          <ac:chgData name="Roshni Patoa" userId="fed91864c60e3dfe" providerId="LiveId" clId="{1C8F049D-CBD5-42D3-B0DB-D3B1D0918E68}" dt="2025-01-28T16:42:52.848" v="358" actId="20577"/>
          <ac:spMkLst>
            <pc:docMk/>
            <pc:sldMk cId="1723924596" sldId="276"/>
            <ac:spMk id="2" creationId="{BB0511F1-DFE9-9951-1A0D-A0BC80D6E453}"/>
          </ac:spMkLst>
        </pc:spChg>
        <pc:spChg chg="mod">
          <ac:chgData name="Roshni Patoa" userId="fed91864c60e3dfe" providerId="LiveId" clId="{1C8F049D-CBD5-42D3-B0DB-D3B1D0918E68}" dt="2025-01-28T16:43:03.270" v="366" actId="20577"/>
          <ac:spMkLst>
            <pc:docMk/>
            <pc:sldMk cId="1723924596" sldId="276"/>
            <ac:spMk id="6" creationId="{02B42E75-5EC8-E1A4-51D7-B14959575443}"/>
          </ac:spMkLst>
        </pc:spChg>
      </pc:sldChg>
      <pc:sldChg chg="modSp add mod">
        <pc:chgData name="Roshni Patoa" userId="fed91864c60e3dfe" providerId="LiveId" clId="{1C8F049D-CBD5-42D3-B0DB-D3B1D0918E68}" dt="2025-01-28T16:43:30.393" v="386" actId="20577"/>
        <pc:sldMkLst>
          <pc:docMk/>
          <pc:sldMk cId="3476537138" sldId="277"/>
        </pc:sldMkLst>
        <pc:spChg chg="mod">
          <ac:chgData name="Roshni Patoa" userId="fed91864c60e3dfe" providerId="LiveId" clId="{1C8F049D-CBD5-42D3-B0DB-D3B1D0918E68}" dt="2025-01-28T16:43:11.749" v="370" actId="20577"/>
          <ac:spMkLst>
            <pc:docMk/>
            <pc:sldMk cId="3476537138" sldId="277"/>
            <ac:spMk id="2" creationId="{D5099951-00E2-10BA-5FFE-CD96AD07DACD}"/>
          </ac:spMkLst>
        </pc:spChg>
        <pc:spChg chg="mod">
          <ac:chgData name="Roshni Patoa" userId="fed91864c60e3dfe" providerId="LiveId" clId="{1C8F049D-CBD5-42D3-B0DB-D3B1D0918E68}" dt="2025-01-28T16:43:30.393" v="386" actId="20577"/>
          <ac:spMkLst>
            <pc:docMk/>
            <pc:sldMk cId="3476537138" sldId="277"/>
            <ac:spMk id="6" creationId="{5EE13100-378D-3C0F-7E9B-DD728612934E}"/>
          </ac:spMkLst>
        </pc:spChg>
      </pc:sldChg>
    </pc:docChg>
  </pc:docChgLst>
  <pc:docChgLst>
    <pc:chgData name="Roshni Patoa" userId="fed91864c60e3dfe" providerId="LiveId" clId="{A3B46C5F-90C5-48F1-9D5E-FFF17DC60175}"/>
    <pc:docChg chg="undo redo custSel addSld delSld modSld">
      <pc:chgData name="Roshni Patoa" userId="fed91864c60e3dfe" providerId="LiveId" clId="{A3B46C5F-90C5-48F1-9D5E-FFF17DC60175}" dt="2025-01-22T04:33:55.584" v="1085" actId="2696"/>
      <pc:docMkLst>
        <pc:docMk/>
      </pc:docMkLst>
      <pc:sldChg chg="modSp mod">
        <pc:chgData name="Roshni Patoa" userId="fed91864c60e3dfe" providerId="LiveId" clId="{A3B46C5F-90C5-48F1-9D5E-FFF17DC60175}" dt="2025-01-22T04:24:14.442" v="1060" actId="20577"/>
        <pc:sldMkLst>
          <pc:docMk/>
          <pc:sldMk cId="1501955450" sldId="258"/>
        </pc:sldMkLst>
      </pc:sldChg>
      <pc:sldChg chg="addSp modSp mod">
        <pc:chgData name="Roshni Patoa" userId="fed91864c60e3dfe" providerId="LiveId" clId="{A3B46C5F-90C5-48F1-9D5E-FFF17DC60175}" dt="2025-01-17T03:56:56.800" v="630" actId="1036"/>
        <pc:sldMkLst>
          <pc:docMk/>
          <pc:sldMk cId="561393703" sldId="263"/>
        </pc:sldMkLst>
      </pc:sldChg>
      <pc:sldChg chg="addSp modSp mod">
        <pc:chgData name="Roshni Patoa" userId="fed91864c60e3dfe" providerId="LiveId" clId="{A3B46C5F-90C5-48F1-9D5E-FFF17DC60175}" dt="2025-01-17T03:58:09.113" v="671" actId="313"/>
        <pc:sldMkLst>
          <pc:docMk/>
          <pc:sldMk cId="2095114534" sldId="264"/>
        </pc:sldMkLst>
      </pc:sldChg>
      <pc:sldChg chg="addSp delSp modSp new del mod">
        <pc:chgData name="Roshni Patoa" userId="fed91864c60e3dfe" providerId="LiveId" clId="{A3B46C5F-90C5-48F1-9D5E-FFF17DC60175}" dt="2025-01-16T08:47:36.123" v="58" actId="2696"/>
        <pc:sldMkLst>
          <pc:docMk/>
          <pc:sldMk cId="1820326849" sldId="266"/>
        </pc:sldMkLst>
      </pc:sldChg>
      <pc:sldChg chg="addSp modSp new del mod">
        <pc:chgData name="Roshni Patoa" userId="fed91864c60e3dfe" providerId="LiveId" clId="{A3B46C5F-90C5-48F1-9D5E-FFF17DC60175}" dt="2025-01-22T04:24:43.160" v="1061" actId="2696"/>
        <pc:sldMkLst>
          <pc:docMk/>
          <pc:sldMk cId="2530205699" sldId="266"/>
        </pc:sldMkLst>
      </pc:sldChg>
      <pc:sldChg chg="addSp delSp modSp new mod">
        <pc:chgData name="Roshni Patoa" userId="fed91864c60e3dfe" providerId="LiveId" clId="{A3B46C5F-90C5-48F1-9D5E-FFF17DC60175}" dt="2025-01-22T04:27:25.302" v="1064" actId="20577"/>
        <pc:sldMkLst>
          <pc:docMk/>
          <pc:sldMk cId="1908485448" sldId="267"/>
        </pc:sldMkLst>
      </pc:sldChg>
      <pc:sldChg chg="modSp add mod">
        <pc:chgData name="Roshni Patoa" userId="fed91864c60e3dfe" providerId="LiveId" clId="{A3B46C5F-90C5-48F1-9D5E-FFF17DC60175}" dt="2025-01-22T04:31:54.711" v="1076" actId="20577"/>
        <pc:sldMkLst>
          <pc:docMk/>
          <pc:sldMk cId="3252973548" sldId="268"/>
        </pc:sldMkLst>
      </pc:sldChg>
      <pc:sldChg chg="addSp modSp new mod">
        <pc:chgData name="Roshni Patoa" userId="fed91864c60e3dfe" providerId="LiveId" clId="{A3B46C5F-90C5-48F1-9D5E-FFF17DC60175}" dt="2025-01-17T05:30:25.162" v="909" actId="1036"/>
        <pc:sldMkLst>
          <pc:docMk/>
          <pc:sldMk cId="1697355594" sldId="269"/>
        </pc:sldMkLst>
      </pc:sldChg>
      <pc:sldChg chg="addSp delSp modSp new del mod">
        <pc:chgData name="Roshni Patoa" userId="fed91864c60e3dfe" providerId="LiveId" clId="{A3B46C5F-90C5-48F1-9D5E-FFF17DC60175}" dt="2025-01-22T04:33:53.683" v="1084" actId="2696"/>
        <pc:sldMkLst>
          <pc:docMk/>
          <pc:sldMk cId="763352656" sldId="270"/>
        </pc:sldMkLst>
      </pc:sldChg>
      <pc:sldChg chg="addSp delSp modSp new del mod">
        <pc:chgData name="Roshni Patoa" userId="fed91864c60e3dfe" providerId="LiveId" clId="{A3B46C5F-90C5-48F1-9D5E-FFF17DC60175}" dt="2025-01-22T04:33:55.584" v="1085" actId="2696"/>
        <pc:sldMkLst>
          <pc:docMk/>
          <pc:sldMk cId="1503805680" sldId="271"/>
        </pc:sldMkLst>
      </pc:sldChg>
      <pc:sldChg chg="addSp delSp modSp new del mod">
        <pc:chgData name="Roshni Patoa" userId="fed91864c60e3dfe" providerId="LiveId" clId="{A3B46C5F-90C5-48F1-9D5E-FFF17DC60175}" dt="2025-01-22T04:33:51.177" v="1083" actId="2696"/>
        <pc:sldMkLst>
          <pc:docMk/>
          <pc:sldMk cId="3195452999" sldId="272"/>
        </pc:sldMkLst>
      </pc:sldChg>
      <pc:sldChg chg="addSp modSp new mod">
        <pc:chgData name="Roshni Patoa" userId="fed91864c60e3dfe" providerId="LiveId" clId="{A3B46C5F-90C5-48F1-9D5E-FFF17DC60175}" dt="2025-01-17T05:31:03.347" v="925"/>
        <pc:sldMkLst>
          <pc:docMk/>
          <pc:sldMk cId="3650555201" sldId="273"/>
        </pc:sldMkLst>
      </pc:sldChg>
      <pc:sldChg chg="addSp modSp new mod">
        <pc:chgData name="Roshni Patoa" userId="fed91864c60e3dfe" providerId="LiveId" clId="{A3B46C5F-90C5-48F1-9D5E-FFF17DC60175}" dt="2025-01-17T05:32:51.987" v="1037" actId="1076"/>
        <pc:sldMkLst>
          <pc:docMk/>
          <pc:sldMk cId="1696112011" sldId="274"/>
        </pc:sldMkLst>
      </pc:sldChg>
    </pc:docChg>
  </pc:docChgLst>
  <pc:docChgLst>
    <pc:chgData name="Roshni Patoa" userId="fed91864c60e3dfe" providerId="LiveId" clId="{6FD513A2-08D1-4B1B-8672-3292FF84FC31}"/>
    <pc:docChg chg="custSel modSld">
      <pc:chgData name="Roshni Patoa" userId="fed91864c60e3dfe" providerId="LiveId" clId="{6FD513A2-08D1-4B1B-8672-3292FF84FC31}" dt="2025-01-31T04:54:33.883" v="302" actId="20577"/>
      <pc:docMkLst>
        <pc:docMk/>
      </pc:docMkLst>
      <pc:sldChg chg="addSp delSp modSp mod">
        <pc:chgData name="Roshni Patoa" userId="fed91864c60e3dfe" providerId="LiveId" clId="{6FD513A2-08D1-4B1B-8672-3292FF84FC31}" dt="2025-01-31T04:43:04.573" v="71" actId="1076"/>
        <pc:sldMkLst>
          <pc:docMk/>
          <pc:sldMk cId="1901894884" sldId="257"/>
        </pc:sldMkLst>
        <pc:spChg chg="mod">
          <ac:chgData name="Roshni Patoa" userId="fed91864c60e3dfe" providerId="LiveId" clId="{6FD513A2-08D1-4B1B-8672-3292FF84FC31}" dt="2025-01-31T04:41:36.786" v="9" actId="20577"/>
          <ac:spMkLst>
            <pc:docMk/>
            <pc:sldMk cId="1901894884" sldId="257"/>
            <ac:spMk id="2" creationId="{C7FD3B0F-E2FD-E156-7022-8EFCED276285}"/>
          </ac:spMkLst>
        </pc:spChg>
        <pc:spChg chg="mod">
          <ac:chgData name="Roshni Patoa" userId="fed91864c60e3dfe" providerId="LiveId" clId="{6FD513A2-08D1-4B1B-8672-3292FF84FC31}" dt="2025-01-31T04:42:24.506" v="67" actId="14100"/>
          <ac:spMkLst>
            <pc:docMk/>
            <pc:sldMk cId="1901894884" sldId="257"/>
            <ac:spMk id="6" creationId="{81215BE8-C00B-501B-19CB-1470DE5308A5}"/>
          </ac:spMkLst>
        </pc:spChg>
        <pc:picChg chg="add mod">
          <ac:chgData name="Roshni Patoa" userId="fed91864c60e3dfe" providerId="LiveId" clId="{6FD513A2-08D1-4B1B-8672-3292FF84FC31}" dt="2025-01-31T04:43:04.573" v="71" actId="1076"/>
          <ac:picMkLst>
            <pc:docMk/>
            <pc:sldMk cId="1901894884" sldId="257"/>
            <ac:picMk id="4" creationId="{D7E16CFC-2160-B740-1E19-F90863C426AB}"/>
          </ac:picMkLst>
        </pc:picChg>
        <pc:picChg chg="del">
          <ac:chgData name="Roshni Patoa" userId="fed91864c60e3dfe" providerId="LiveId" clId="{6FD513A2-08D1-4B1B-8672-3292FF84FC31}" dt="2025-01-31T04:42:59.229" v="68" actId="478"/>
          <ac:picMkLst>
            <pc:docMk/>
            <pc:sldMk cId="1901894884" sldId="257"/>
            <ac:picMk id="1026" creationId="{F893570C-C936-5555-6328-E5B461CF3045}"/>
          </ac:picMkLst>
        </pc:picChg>
      </pc:sldChg>
      <pc:sldChg chg="modSp mod">
        <pc:chgData name="Roshni Patoa" userId="fed91864c60e3dfe" providerId="LiveId" clId="{6FD513A2-08D1-4B1B-8672-3292FF84FC31}" dt="2025-01-31T04:52:04.273" v="227" actId="20577"/>
        <pc:sldMkLst>
          <pc:docMk/>
          <pc:sldMk cId="1501955450" sldId="258"/>
        </pc:sldMkLst>
        <pc:spChg chg="mod">
          <ac:chgData name="Roshni Patoa" userId="fed91864c60e3dfe" providerId="LiveId" clId="{6FD513A2-08D1-4B1B-8672-3292FF84FC31}" dt="2025-01-31T04:52:04.273" v="227" actId="20577"/>
          <ac:spMkLst>
            <pc:docMk/>
            <pc:sldMk cId="1501955450" sldId="258"/>
            <ac:spMk id="5" creationId="{2B93D012-D96E-0A21-2AAF-4C94D8B69749}"/>
          </ac:spMkLst>
        </pc:spChg>
      </pc:sldChg>
      <pc:sldChg chg="addSp delSp modSp mod">
        <pc:chgData name="Roshni Patoa" userId="fed91864c60e3dfe" providerId="LiveId" clId="{6FD513A2-08D1-4B1B-8672-3292FF84FC31}" dt="2025-01-31T04:53:07.370" v="244" actId="1076"/>
        <pc:sldMkLst>
          <pc:docMk/>
          <pc:sldMk cId="538336606" sldId="259"/>
        </pc:sldMkLst>
        <pc:spChg chg="mod">
          <ac:chgData name="Roshni Patoa" userId="fed91864c60e3dfe" providerId="LiveId" clId="{6FD513A2-08D1-4B1B-8672-3292FF84FC31}" dt="2025-01-31T04:53:07.370" v="244" actId="1076"/>
          <ac:spMkLst>
            <pc:docMk/>
            <pc:sldMk cId="538336606" sldId="259"/>
            <ac:spMk id="2" creationId="{33C9F07C-48DB-05F2-97B6-12AE64E3B764}"/>
          </ac:spMkLst>
        </pc:spChg>
        <pc:picChg chg="add mod">
          <ac:chgData name="Roshni Patoa" userId="fed91864c60e3dfe" providerId="LiveId" clId="{6FD513A2-08D1-4B1B-8672-3292FF84FC31}" dt="2025-01-31T04:53:04.050" v="243" actId="1076"/>
          <ac:picMkLst>
            <pc:docMk/>
            <pc:sldMk cId="538336606" sldId="259"/>
            <ac:picMk id="4" creationId="{D745A8AF-F35F-6040-871F-D03E1CA36820}"/>
          </ac:picMkLst>
        </pc:picChg>
        <pc:picChg chg="del">
          <ac:chgData name="Roshni Patoa" userId="fed91864c60e3dfe" providerId="LiveId" clId="{6FD513A2-08D1-4B1B-8672-3292FF84FC31}" dt="2025-01-31T04:44:25.848" v="90" actId="478"/>
          <ac:picMkLst>
            <pc:docMk/>
            <pc:sldMk cId="538336606" sldId="259"/>
            <ac:picMk id="2050" creationId="{C4154DC6-9E48-CB47-9CDB-A34C060D8587}"/>
          </ac:picMkLst>
        </pc:picChg>
      </pc:sldChg>
      <pc:sldChg chg="modSp mod">
        <pc:chgData name="Roshni Patoa" userId="fed91864c60e3dfe" providerId="LiveId" clId="{6FD513A2-08D1-4B1B-8672-3292FF84FC31}" dt="2025-01-31T04:52:20.654" v="240" actId="20577"/>
        <pc:sldMkLst>
          <pc:docMk/>
          <pc:sldMk cId="131755128" sldId="260"/>
        </pc:sldMkLst>
        <pc:spChg chg="mod">
          <ac:chgData name="Roshni Patoa" userId="fed91864c60e3dfe" providerId="LiveId" clId="{6FD513A2-08D1-4B1B-8672-3292FF84FC31}" dt="2025-01-31T04:52:20.654" v="240" actId="20577"/>
          <ac:spMkLst>
            <pc:docMk/>
            <pc:sldMk cId="131755128" sldId="260"/>
            <ac:spMk id="3" creationId="{0BE0ED42-4A96-374C-BEF0-6AA93A6657EF}"/>
          </ac:spMkLst>
        </pc:spChg>
        <pc:spChg chg="mod">
          <ac:chgData name="Roshni Patoa" userId="fed91864c60e3dfe" providerId="LiveId" clId="{6FD513A2-08D1-4B1B-8672-3292FF84FC31}" dt="2025-01-31T04:44:43.872" v="112" actId="20577"/>
          <ac:spMkLst>
            <pc:docMk/>
            <pc:sldMk cId="131755128" sldId="260"/>
            <ac:spMk id="4" creationId="{AF7415C8-700B-7E60-E768-DE5794CA4ADE}"/>
          </ac:spMkLst>
        </pc:spChg>
      </pc:sldChg>
      <pc:sldChg chg="modSp mod">
        <pc:chgData name="Roshni Patoa" userId="fed91864c60e3dfe" providerId="LiveId" clId="{6FD513A2-08D1-4B1B-8672-3292FF84FC31}" dt="2025-01-31T04:53:27.320" v="252" actId="20577"/>
        <pc:sldMkLst>
          <pc:docMk/>
          <pc:sldMk cId="515961475" sldId="261"/>
        </pc:sldMkLst>
        <pc:spChg chg="mod">
          <ac:chgData name="Roshni Patoa" userId="fed91864c60e3dfe" providerId="LiveId" clId="{6FD513A2-08D1-4B1B-8672-3292FF84FC31}" dt="2025-01-31T04:44:51.106" v="120" actId="20577"/>
          <ac:spMkLst>
            <pc:docMk/>
            <pc:sldMk cId="515961475" sldId="261"/>
            <ac:spMk id="4" creationId="{06DF2805-0096-BE9C-8160-F4381273D535}"/>
          </ac:spMkLst>
        </pc:spChg>
        <pc:spChg chg="mod">
          <ac:chgData name="Roshni Patoa" userId="fed91864c60e3dfe" providerId="LiveId" clId="{6FD513A2-08D1-4B1B-8672-3292FF84FC31}" dt="2025-01-31T04:53:27.320" v="252" actId="20577"/>
          <ac:spMkLst>
            <pc:docMk/>
            <pc:sldMk cId="515961475" sldId="261"/>
            <ac:spMk id="7" creationId="{B0475BFB-F67B-CE4C-97C8-7215E045804A}"/>
          </ac:spMkLst>
        </pc:spChg>
      </pc:sldChg>
      <pc:sldChg chg="modSp mod">
        <pc:chgData name="Roshni Patoa" userId="fed91864c60e3dfe" providerId="LiveId" clId="{6FD513A2-08D1-4B1B-8672-3292FF84FC31}" dt="2025-01-31T04:53:44.097" v="259" actId="20577"/>
        <pc:sldMkLst>
          <pc:docMk/>
          <pc:sldMk cId="1795072283" sldId="262"/>
        </pc:sldMkLst>
        <pc:spChg chg="mod">
          <ac:chgData name="Roshni Patoa" userId="fed91864c60e3dfe" providerId="LiveId" clId="{6FD513A2-08D1-4B1B-8672-3292FF84FC31}" dt="2025-01-31T04:45:03.067" v="126" actId="20577"/>
          <ac:spMkLst>
            <pc:docMk/>
            <pc:sldMk cId="1795072283" sldId="262"/>
            <ac:spMk id="2" creationId="{6A1DFCCE-F89C-4ED9-1062-F6CFB839DD24}"/>
          </ac:spMkLst>
        </pc:spChg>
        <pc:spChg chg="mod">
          <ac:chgData name="Roshni Patoa" userId="fed91864c60e3dfe" providerId="LiveId" clId="{6FD513A2-08D1-4B1B-8672-3292FF84FC31}" dt="2025-01-31T04:53:44.097" v="259" actId="20577"/>
          <ac:spMkLst>
            <pc:docMk/>
            <pc:sldMk cId="1795072283" sldId="262"/>
            <ac:spMk id="5" creationId="{C3F3BA76-545B-E5D1-4ABA-A7F52A73908B}"/>
          </ac:spMkLst>
        </pc:spChg>
      </pc:sldChg>
      <pc:sldChg chg="addSp delSp modSp mod">
        <pc:chgData name="Roshni Patoa" userId="fed91864c60e3dfe" providerId="LiveId" clId="{6FD513A2-08D1-4B1B-8672-3292FF84FC31}" dt="2025-01-31T04:54:03.071" v="268" actId="14100"/>
        <pc:sldMkLst>
          <pc:docMk/>
          <pc:sldMk cId="561393703" sldId="263"/>
        </pc:sldMkLst>
        <pc:spChg chg="mod">
          <ac:chgData name="Roshni Patoa" userId="fed91864c60e3dfe" providerId="LiveId" clId="{6FD513A2-08D1-4B1B-8672-3292FF84FC31}" dt="2025-01-31T04:45:10.838" v="136" actId="20577"/>
          <ac:spMkLst>
            <pc:docMk/>
            <pc:sldMk cId="561393703" sldId="263"/>
            <ac:spMk id="2" creationId="{282CCBB4-A3B1-BEBD-D602-724B4F99E4EA}"/>
          </ac:spMkLst>
        </pc:spChg>
        <pc:spChg chg="mod">
          <ac:chgData name="Roshni Patoa" userId="fed91864c60e3dfe" providerId="LiveId" clId="{6FD513A2-08D1-4B1B-8672-3292FF84FC31}" dt="2025-01-31T04:54:03.071" v="268" actId="14100"/>
          <ac:spMkLst>
            <pc:docMk/>
            <pc:sldMk cId="561393703" sldId="263"/>
            <ac:spMk id="6" creationId="{0EC243DA-DBFB-51DA-4A7A-DC94DC0D6788}"/>
          </ac:spMkLst>
        </pc:spChg>
        <pc:picChg chg="add mod">
          <ac:chgData name="Roshni Patoa" userId="fed91864c60e3dfe" providerId="LiveId" clId="{6FD513A2-08D1-4B1B-8672-3292FF84FC31}" dt="2025-01-31T04:51:12.292" v="218" actId="1076"/>
          <ac:picMkLst>
            <pc:docMk/>
            <pc:sldMk cId="561393703" sldId="263"/>
            <ac:picMk id="4" creationId="{7EC34329-D571-36C6-9DB1-1D3F4A9A3DD0}"/>
          </ac:picMkLst>
        </pc:picChg>
        <pc:picChg chg="del">
          <ac:chgData name="Roshni Patoa" userId="fed91864c60e3dfe" providerId="LiveId" clId="{6FD513A2-08D1-4B1B-8672-3292FF84FC31}" dt="2025-01-31T04:51:06.035" v="215" actId="478"/>
          <ac:picMkLst>
            <pc:docMk/>
            <pc:sldMk cId="561393703" sldId="263"/>
            <ac:picMk id="8" creationId="{B8EF5E61-5E93-535C-1E1D-AE21D4016FE0}"/>
          </ac:picMkLst>
        </pc:picChg>
      </pc:sldChg>
      <pc:sldChg chg="modSp mod">
        <pc:chgData name="Roshni Patoa" userId="fed91864c60e3dfe" providerId="LiveId" clId="{6FD513A2-08D1-4B1B-8672-3292FF84FC31}" dt="2025-01-31T04:47:21.696" v="185" actId="313"/>
        <pc:sldMkLst>
          <pc:docMk/>
          <pc:sldMk cId="2095114534" sldId="264"/>
        </pc:sldMkLst>
        <pc:spChg chg="mod">
          <ac:chgData name="Roshni Patoa" userId="fed91864c60e3dfe" providerId="LiveId" clId="{6FD513A2-08D1-4B1B-8672-3292FF84FC31}" dt="2025-01-31T04:45:31.864" v="153" actId="20577"/>
          <ac:spMkLst>
            <pc:docMk/>
            <pc:sldMk cId="2095114534" sldId="264"/>
            <ac:spMk id="2" creationId="{52688C8C-6517-4BD7-CCF4-D29E70D41BF4}"/>
          </ac:spMkLst>
        </pc:spChg>
        <pc:spChg chg="mod">
          <ac:chgData name="Roshni Patoa" userId="fed91864c60e3dfe" providerId="LiveId" clId="{6FD513A2-08D1-4B1B-8672-3292FF84FC31}" dt="2025-01-31T04:47:21.696" v="185" actId="313"/>
          <ac:spMkLst>
            <pc:docMk/>
            <pc:sldMk cId="2095114534" sldId="264"/>
            <ac:spMk id="6" creationId="{37D8AFC3-36FF-D657-328D-8E4BA9B16CB7}"/>
          </ac:spMkLst>
        </pc:spChg>
      </pc:sldChg>
      <pc:sldChg chg="modSp mod">
        <pc:chgData name="Roshni Patoa" userId="fed91864c60e3dfe" providerId="LiveId" clId="{6FD513A2-08D1-4B1B-8672-3292FF84FC31}" dt="2025-01-31T04:54:33.883" v="302" actId="20577"/>
        <pc:sldMkLst>
          <pc:docMk/>
          <pc:sldMk cId="2618035276" sldId="265"/>
        </pc:sldMkLst>
        <pc:spChg chg="mod">
          <ac:chgData name="Roshni Patoa" userId="fed91864c60e3dfe" providerId="LiveId" clId="{6FD513A2-08D1-4B1B-8672-3292FF84FC31}" dt="2025-01-31T04:54:33.883" v="302" actId="20577"/>
          <ac:spMkLst>
            <pc:docMk/>
            <pc:sldMk cId="2618035276" sldId="265"/>
            <ac:spMk id="5" creationId="{3E8C7C23-82E7-CA24-98A7-B79EDF03035C}"/>
          </ac:spMkLst>
        </pc:spChg>
      </pc:sldChg>
      <pc:sldChg chg="modSp mod">
        <pc:chgData name="Roshni Patoa" userId="fed91864c60e3dfe" providerId="LiveId" clId="{6FD513A2-08D1-4B1B-8672-3292FF84FC31}" dt="2025-01-31T04:48:23.162" v="200" actId="20577"/>
        <pc:sldMkLst>
          <pc:docMk/>
          <pc:sldMk cId="2284109313" sldId="275"/>
        </pc:sldMkLst>
        <pc:spChg chg="mod">
          <ac:chgData name="Roshni Patoa" userId="fed91864c60e3dfe" providerId="LiveId" clId="{6FD513A2-08D1-4B1B-8672-3292FF84FC31}" dt="2025-01-31T04:46:13.509" v="170" actId="14100"/>
          <ac:spMkLst>
            <pc:docMk/>
            <pc:sldMk cId="2284109313" sldId="275"/>
            <ac:spMk id="2" creationId="{D99C53C8-E2A3-C0D8-4457-8B03B773CAE6}"/>
          </ac:spMkLst>
        </pc:spChg>
        <pc:spChg chg="mod">
          <ac:chgData name="Roshni Patoa" userId="fed91864c60e3dfe" providerId="LiveId" clId="{6FD513A2-08D1-4B1B-8672-3292FF84FC31}" dt="2025-01-31T04:48:23.162" v="200" actId="20577"/>
          <ac:spMkLst>
            <pc:docMk/>
            <pc:sldMk cId="2284109313" sldId="275"/>
            <ac:spMk id="6" creationId="{0A318A66-99BE-5B17-3A12-86CC691D8CFC}"/>
          </ac:spMkLst>
        </pc:spChg>
      </pc:sldChg>
      <pc:sldChg chg="modSp mod">
        <pc:chgData name="Roshni Patoa" userId="fed91864c60e3dfe" providerId="LiveId" clId="{6FD513A2-08D1-4B1B-8672-3292FF84FC31}" dt="2025-01-31T04:48:54.430" v="209" actId="20577"/>
        <pc:sldMkLst>
          <pc:docMk/>
          <pc:sldMk cId="1723924596" sldId="276"/>
        </pc:sldMkLst>
        <pc:spChg chg="mod">
          <ac:chgData name="Roshni Patoa" userId="fed91864c60e3dfe" providerId="LiveId" clId="{6FD513A2-08D1-4B1B-8672-3292FF84FC31}" dt="2025-01-31T04:48:54.430" v="209" actId="20577"/>
          <ac:spMkLst>
            <pc:docMk/>
            <pc:sldMk cId="1723924596" sldId="276"/>
            <ac:spMk id="2" creationId="{BB0511F1-DFE9-9951-1A0D-A0BC80D6E453}"/>
          </ac:spMkLst>
        </pc:spChg>
        <pc:spChg chg="mod">
          <ac:chgData name="Roshni Patoa" userId="fed91864c60e3dfe" providerId="LiveId" clId="{6FD513A2-08D1-4B1B-8672-3292FF84FC31}" dt="2025-01-31T04:48:37.169" v="204" actId="20577"/>
          <ac:spMkLst>
            <pc:docMk/>
            <pc:sldMk cId="1723924596" sldId="276"/>
            <ac:spMk id="6" creationId="{02B42E75-5EC8-E1A4-51D7-B14959575443}"/>
          </ac:spMkLst>
        </pc:spChg>
      </pc:sldChg>
      <pc:sldChg chg="modSp mod">
        <pc:chgData name="Roshni Patoa" userId="fed91864c60e3dfe" providerId="LiveId" clId="{6FD513A2-08D1-4B1B-8672-3292FF84FC31}" dt="2025-01-31T04:49:09.427" v="214" actId="14100"/>
        <pc:sldMkLst>
          <pc:docMk/>
          <pc:sldMk cId="3476537138" sldId="277"/>
        </pc:sldMkLst>
        <pc:spChg chg="mod">
          <ac:chgData name="Roshni Patoa" userId="fed91864c60e3dfe" providerId="LiveId" clId="{6FD513A2-08D1-4B1B-8672-3292FF84FC31}" dt="2025-01-31T04:49:09.427" v="214" actId="14100"/>
          <ac:spMkLst>
            <pc:docMk/>
            <pc:sldMk cId="3476537138" sldId="277"/>
            <ac:spMk id="2" creationId="{D5099951-00E2-10BA-5FFE-CD96AD07DACD}"/>
          </ac:spMkLst>
        </pc:spChg>
        <pc:spChg chg="mod">
          <ac:chgData name="Roshni Patoa" userId="fed91864c60e3dfe" providerId="LiveId" clId="{6FD513A2-08D1-4B1B-8672-3292FF84FC31}" dt="2025-01-31T04:48:28.570" v="202" actId="20577"/>
          <ac:spMkLst>
            <pc:docMk/>
            <pc:sldMk cId="3476537138" sldId="277"/>
            <ac:spMk id="6" creationId="{5EE13100-378D-3C0F-7E9B-DD72861293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4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29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2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2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63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4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52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36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4510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17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03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910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6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FE671-5CEE-48E7-B021-0396717B0D66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51033-5C79-45C1-A3A8-EE584247D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071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FA0C8-9BC6-0025-AA62-C48E1A10F6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074" y="2171701"/>
            <a:ext cx="10215563" cy="2387600"/>
          </a:xfrm>
        </p:spPr>
        <p:txBody>
          <a:bodyPr>
            <a:no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erlin Sans FB Demi" panose="020E0802020502020306" pitchFamily="34" charset="0"/>
              </a:rPr>
              <a:t>COMBINATIONAL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7ACE-5125-9078-DAFF-C7F13DAC6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559301"/>
            <a:ext cx="8791575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						</a:t>
            </a:r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BY:</a:t>
            </a:r>
          </a:p>
          <a:p>
            <a:r>
              <a:rPr lang="en-US" sz="2400" dirty="0">
                <a:solidFill>
                  <a:schemeClr val="bg1"/>
                </a:solidFill>
                <a:latin typeface="Bauhaus 93" panose="04030905020B02020C02" pitchFamily="82" charset="0"/>
              </a:rPr>
              <a:t>							ROSHNI PATOA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E54E-C719-33CA-B55E-D4EDFD272918}"/>
              </a:ext>
            </a:extLst>
          </p:cNvPr>
          <p:cNvSpPr txBox="1"/>
          <p:nvPr/>
        </p:nvSpPr>
        <p:spPr>
          <a:xfrm>
            <a:off x="7329489" y="342900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adley Hand ITC" panose="03070402050302030203" pitchFamily="66" charset="0"/>
              </a:rPr>
              <a:t>COMPUTER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0878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3B0F-E2FD-E156-7022-8EFCED27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HALF SUBTRACTOR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215BE8-C00B-501B-19CB-1470DE5308A5}"/>
              </a:ext>
            </a:extLst>
          </p:cNvPr>
          <p:cNvSpPr txBox="1"/>
          <p:nvPr/>
        </p:nvSpPr>
        <p:spPr>
          <a:xfrm>
            <a:off x="1141413" y="1785938"/>
            <a:ext cx="106886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half subtractor is a basic digital circuit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performs subtraction of two binary digits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Has two inputs (A and B) and two outputs (Subtract and Borrow)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Key component in arithmetic operations in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E16CFC-2160-B740-1E19-F90863C42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61" y="3871826"/>
            <a:ext cx="6139223" cy="212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94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7D68-BA69-E924-71E0-AE71E7B1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Inputs and Outputs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3D012-D96E-0A21-2AAF-4C94D8B69749}"/>
              </a:ext>
            </a:extLst>
          </p:cNvPr>
          <p:cNvSpPr txBox="1"/>
          <p:nvPr/>
        </p:nvSpPr>
        <p:spPr>
          <a:xfrm>
            <a:off x="2421730" y="1828711"/>
            <a:ext cx="83653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Two 1-bit binary numbers (A and B)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Outputs: </a:t>
            </a:r>
          </a:p>
          <a:p>
            <a:pPr lvl="2" fontAlgn="base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Subtract (S)</a:t>
            </a:r>
          </a:p>
          <a:p>
            <a:pPr lvl="2" fontAlgn="base"/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Borrow (B)</a:t>
            </a:r>
          </a:p>
        </p:txBody>
      </p:sp>
    </p:spTree>
    <p:extLst>
      <p:ext uri="{BB962C8B-B14F-4D97-AF65-F5344CB8AC3E}">
        <p14:creationId xmlns:p14="http://schemas.microsoft.com/office/powerpoint/2010/main" val="150195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F07C-48DB-05F2-97B6-12AE64E3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4313"/>
            <a:ext cx="12192000" cy="147857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Truth Table for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Half SUBTRACTOR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5A8AF-F35F-6040-871F-D03E1CA36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520" y="2004817"/>
            <a:ext cx="4838959" cy="363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3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7415C8-700B-7E60-E768-DE5794CA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17" y="0"/>
            <a:ext cx="11050588" cy="14779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Logic Gates in </a:t>
            </a:r>
            <a:b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</a:br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Half SUBTRACTOR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0ED42-4A96-374C-BEF0-6AA93A6657EF}"/>
              </a:ext>
            </a:extLst>
          </p:cNvPr>
          <p:cNvSpPr txBox="1"/>
          <p:nvPr/>
        </p:nvSpPr>
        <p:spPr>
          <a:xfrm>
            <a:off x="3336131" y="1728699"/>
            <a:ext cx="610076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Used for Subtract output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Used for Borrow output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55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DF2805-0096-BE9C-8160-F4381273D535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XOR GATE FOR SUBTRACT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75BFB-F67B-CE4C-97C8-7215E045804A}"/>
              </a:ext>
            </a:extLst>
          </p:cNvPr>
          <p:cNvSpPr txBox="1"/>
          <p:nvPr/>
        </p:nvSpPr>
        <p:spPr>
          <a:xfrm>
            <a:off x="2354659" y="1613118"/>
            <a:ext cx="71366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(Exclusive OR) gate used for Subtract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 is 1 if inputs are different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 is 0 if inputs are same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6003CE5-5FA0-B465-71C4-79EC38925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706" y="3843338"/>
            <a:ext cx="4700588" cy="196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96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FCCE-F89C-4ED9-1062-F6CFB839DD24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AND GATE FOR BORROW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3BA76-545B-E5D1-4ABA-A7F52A73908B}"/>
              </a:ext>
            </a:extLst>
          </p:cNvPr>
          <p:cNvSpPr txBox="1"/>
          <p:nvPr/>
        </p:nvSpPr>
        <p:spPr>
          <a:xfrm>
            <a:off x="2306240" y="1671548"/>
            <a:ext cx="75795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 used for Borrow</a:t>
            </a:r>
          </a:p>
          <a:p>
            <a:pPr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Output is 1 only when both inputs are 1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DA4E779-4B0D-88E7-E708-4DDC115EE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025" y="3429000"/>
            <a:ext cx="4813949" cy="191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072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CBB4-A3B1-BEBD-D602-724B4F99E4EA}"/>
              </a:ext>
            </a:extLst>
          </p:cNvPr>
          <p:cNvSpPr txBox="1">
            <a:spLocks/>
          </p:cNvSpPr>
          <p:nvPr/>
        </p:nvSpPr>
        <p:spPr>
          <a:xfrm>
            <a:off x="200025" y="0"/>
            <a:ext cx="1178718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Half SUBTRACTOR Circuit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243DA-DBFB-51DA-4A7A-DC94DC0D6788}"/>
              </a:ext>
            </a:extLst>
          </p:cNvPr>
          <p:cNvSpPr txBox="1"/>
          <p:nvPr/>
        </p:nvSpPr>
        <p:spPr>
          <a:xfrm>
            <a:off x="1784746" y="1478570"/>
            <a:ext cx="91451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Inputs: A and B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 connected to both inputs, output is Sub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 connected to both inputs, output is Borrow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34329-D571-36C6-9DB1-1D3F4A9A3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900" y="3328880"/>
            <a:ext cx="4402349" cy="272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93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8C8C-6517-4BD7-CCF4-D29E70D41BF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SUBTRACTING 0 - 0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8AFC3-36FF-D657-328D-8E4BA9B16CB7}"/>
              </a:ext>
            </a:extLst>
          </p:cNvPr>
          <p:cNvSpPr txBox="1"/>
          <p:nvPr/>
        </p:nvSpPr>
        <p:spPr>
          <a:xfrm>
            <a:off x="3864768" y="1980337"/>
            <a:ext cx="505063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0, Input B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0 ⊕ 0 = 0 (Sub)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0’ • 0 = 0 (Borrow)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Sub = 0, Borrow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1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833F-B899-EBF7-3098-C2CF4DC7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53C8-E2A3-C0D8-4457-8B03B773CAE6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1125854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SUBTRACTING 0 - 1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18A66-99BE-5B17-3A12-86CC691D8CFC}"/>
              </a:ext>
            </a:extLst>
          </p:cNvPr>
          <p:cNvSpPr txBox="1"/>
          <p:nvPr/>
        </p:nvSpPr>
        <p:spPr>
          <a:xfrm>
            <a:off x="3864769" y="1980337"/>
            <a:ext cx="475059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0, Input B = 1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0 ⊕ 1 = 1 (Sub)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0’ • 1 = 1 (Borrow)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Sub = 1, Borrow = 1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109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154A3-6AFD-FD82-C7EE-C04A46802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11F1-DFE9-9951-1A0D-A0BC80D6E453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11472863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SUBTRACTING 1 - 0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42E75-5EC8-E1A4-51D7-B14959575443}"/>
              </a:ext>
            </a:extLst>
          </p:cNvPr>
          <p:cNvSpPr txBox="1"/>
          <p:nvPr/>
        </p:nvSpPr>
        <p:spPr>
          <a:xfrm>
            <a:off x="3864768" y="1980337"/>
            <a:ext cx="510778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1, Input B = 0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1 ⊕ 0 = 1 (Sub)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1’ • 0 = 0 (Borrow)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Sub = 1, Borrow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24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7189-4A26-EB1D-F2CA-38A3FB95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9951-00E2-10BA-5FFE-CD96AD07DACD}"/>
              </a:ext>
            </a:extLst>
          </p:cNvPr>
          <p:cNvSpPr txBox="1">
            <a:spLocks/>
          </p:cNvSpPr>
          <p:nvPr/>
        </p:nvSpPr>
        <p:spPr>
          <a:xfrm>
            <a:off x="228600" y="0"/>
            <a:ext cx="11730037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Example: SUBTRACTING 1 - 1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E13100-378D-3C0F-7E9B-DD728612934E}"/>
              </a:ext>
            </a:extLst>
          </p:cNvPr>
          <p:cNvSpPr txBox="1"/>
          <p:nvPr/>
        </p:nvSpPr>
        <p:spPr>
          <a:xfrm>
            <a:off x="3864769" y="1980337"/>
            <a:ext cx="467915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Input A = 1, Input B = 1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XOR gate: 1 ⊕ 1 = 0 (Sub)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gate: 1 ‘• 1 = 0 (Borrow)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Result: Sub = 0, Borrow = 0</a:t>
            </a:r>
          </a:p>
          <a:p>
            <a:br>
              <a:rPr lang="en-US" b="0" dirty="0">
                <a:effectLst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53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BD26-0CE4-3F3C-9E11-A5C891EE11F7}"/>
              </a:ext>
            </a:extLst>
          </p:cNvPr>
          <p:cNvSpPr txBox="1">
            <a:spLocks/>
          </p:cNvSpPr>
          <p:nvPr/>
        </p:nvSpPr>
        <p:spPr>
          <a:xfrm>
            <a:off x="969963" y="0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chemeClr val="bg1"/>
                </a:solidFill>
                <a:latin typeface="Bodoni MT Black" panose="02070A03080606020203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C7C23-82E7-CA24-98A7-B79EDF03035C}"/>
              </a:ext>
            </a:extLst>
          </p:cNvPr>
          <p:cNvSpPr txBox="1"/>
          <p:nvPr/>
        </p:nvSpPr>
        <p:spPr>
          <a:xfrm>
            <a:off x="2071687" y="1747361"/>
            <a:ext cx="93726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Half subtractors are fundamental to digital arithmetic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combine XOR and AND gates for binary subtraction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Next steps: Explore full subtractors </a:t>
            </a:r>
          </a:p>
        </p:txBody>
      </p:sp>
    </p:spTree>
    <p:extLst>
      <p:ext uri="{BB962C8B-B14F-4D97-AF65-F5344CB8AC3E}">
        <p14:creationId xmlns:p14="http://schemas.microsoft.com/office/powerpoint/2010/main" val="2618035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183</TotalTime>
  <Words>401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Bahnschrift</vt:lpstr>
      <vt:lpstr>Bauhaus 93</vt:lpstr>
      <vt:lpstr>Berlin Sans FB Demi</vt:lpstr>
      <vt:lpstr>Bodoni MT Black</vt:lpstr>
      <vt:lpstr>Bradley Hand ITC</vt:lpstr>
      <vt:lpstr>Tw Cen MT</vt:lpstr>
      <vt:lpstr>Circuit</vt:lpstr>
      <vt:lpstr>COMBINATIONAL CIRCUITS</vt:lpstr>
      <vt:lpstr>HALF SUBTRACTOR</vt:lpstr>
      <vt:lpstr>Inputs and Outputs</vt:lpstr>
      <vt:lpstr>Truth Table for  Half SUBTRACTOR</vt:lpstr>
      <vt:lpstr>Logic Gates in  Half SUBTRACTOR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Roshni Patoa</dc:creator>
  <cp:lastModifiedBy>Roshni Patoa</cp:lastModifiedBy>
  <cp:revision>1</cp:revision>
  <dcterms:created xsi:type="dcterms:W3CDTF">2025-01-16T06:31:18Z</dcterms:created>
  <dcterms:modified xsi:type="dcterms:W3CDTF">2025-01-31T04:54:37Z</dcterms:modified>
</cp:coreProperties>
</file>