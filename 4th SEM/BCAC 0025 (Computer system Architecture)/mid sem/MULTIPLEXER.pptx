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9" r:id="rId4"/>
    <p:sldId id="281" r:id="rId5"/>
    <p:sldId id="280" r:id="rId6"/>
    <p:sldId id="282" r:id="rId7"/>
    <p:sldId id="283" r:id="rId8"/>
    <p:sldId id="284" r:id="rId9"/>
    <p:sldId id="285" r:id="rId10"/>
    <p:sldId id="286" r:id="rId11"/>
    <p:sldId id="28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394A28-DD18-4A38-BBFD-19969CC59632}" v="1" dt="2025-02-07T07:12:28.6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78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hni Patoa" userId="fed91864c60e3dfe" providerId="LiveId" clId="{C81E4981-5F32-4E84-9BDD-D63D3222DBE3}"/>
    <pc:docChg chg="custSel delSld modSld">
      <pc:chgData name="Roshni Patoa" userId="fed91864c60e3dfe" providerId="LiveId" clId="{C81E4981-5F32-4E84-9BDD-D63D3222DBE3}" dt="2025-01-31T05:07:35.975" v="288" actId="2696"/>
      <pc:docMkLst>
        <pc:docMk/>
      </pc:docMkLst>
      <pc:sldChg chg="addSp delSp modSp mod">
        <pc:chgData name="Roshni Patoa" userId="fed91864c60e3dfe" providerId="LiveId" clId="{C81E4981-5F32-4E84-9BDD-D63D3222DBE3}" dt="2025-01-31T05:00:41.008" v="54" actId="1076"/>
        <pc:sldMkLst>
          <pc:docMk/>
          <pc:sldMk cId="1901894884" sldId="257"/>
        </pc:sldMkLst>
        <pc:spChg chg="mod">
          <ac:chgData name="Roshni Patoa" userId="fed91864c60e3dfe" providerId="LiveId" clId="{C81E4981-5F32-4E84-9BDD-D63D3222DBE3}" dt="2025-01-31T04:55:50.569" v="9" actId="20577"/>
          <ac:spMkLst>
            <pc:docMk/>
            <pc:sldMk cId="1901894884" sldId="257"/>
            <ac:spMk id="2" creationId="{C7FD3B0F-E2FD-E156-7022-8EFCED276285}"/>
          </ac:spMkLst>
        </pc:spChg>
        <pc:spChg chg="mod">
          <ac:chgData name="Roshni Patoa" userId="fed91864c60e3dfe" providerId="LiveId" clId="{C81E4981-5F32-4E84-9BDD-D63D3222DBE3}" dt="2025-01-31T04:57:05.958" v="49" actId="1076"/>
          <ac:spMkLst>
            <pc:docMk/>
            <pc:sldMk cId="1901894884" sldId="257"/>
            <ac:spMk id="6" creationId="{81215BE8-C00B-501B-19CB-1470DE5308A5}"/>
          </ac:spMkLst>
        </pc:spChg>
      </pc:sldChg>
      <pc:sldChg chg="modSp mod">
        <pc:chgData name="Roshni Patoa" userId="fed91864c60e3dfe" providerId="LiveId" clId="{C81E4981-5F32-4E84-9BDD-D63D3222DBE3}" dt="2025-01-31T05:01:29.009" v="109" actId="20577"/>
        <pc:sldMkLst>
          <pc:docMk/>
          <pc:sldMk cId="1501955450" sldId="258"/>
        </pc:sldMkLst>
      </pc:sldChg>
      <pc:sldChg chg="addSp delSp modSp mod">
        <pc:chgData name="Roshni Patoa" userId="fed91864c60e3dfe" providerId="LiveId" clId="{C81E4981-5F32-4E84-9BDD-D63D3222DBE3}" dt="2025-01-31T05:02:18.021" v="116" actId="1076"/>
        <pc:sldMkLst>
          <pc:docMk/>
          <pc:sldMk cId="538336606" sldId="259"/>
        </pc:sldMkLst>
        <pc:spChg chg="mod">
          <ac:chgData name="Roshni Patoa" userId="fed91864c60e3dfe" providerId="LiveId" clId="{C81E4981-5F32-4E84-9BDD-D63D3222DBE3}" dt="2025-01-31T05:02:18.021" v="116" actId="1076"/>
          <ac:spMkLst>
            <pc:docMk/>
            <pc:sldMk cId="538336606" sldId="259"/>
            <ac:spMk id="2" creationId="{33C9F07C-48DB-05F2-97B6-12AE64E3B764}"/>
          </ac:spMkLst>
        </pc:spChg>
        <pc:picChg chg="add mod">
          <ac:chgData name="Roshni Patoa" userId="fed91864c60e3dfe" providerId="LiveId" clId="{C81E4981-5F32-4E84-9BDD-D63D3222DBE3}" dt="2025-01-31T05:02:14.848" v="115" actId="1076"/>
          <ac:picMkLst>
            <pc:docMk/>
            <pc:sldMk cId="538336606" sldId="259"/>
            <ac:picMk id="4" creationId="{E767ECB4-2BA6-7ED3-A57C-C70908ED2567}"/>
          </ac:picMkLst>
        </pc:picChg>
      </pc:sldChg>
      <pc:sldChg chg="modSp mod">
        <pc:chgData name="Roshni Patoa" userId="fed91864c60e3dfe" providerId="LiveId" clId="{C81E4981-5F32-4E84-9BDD-D63D3222DBE3}" dt="2025-01-31T05:03:04.674" v="161" actId="1076"/>
        <pc:sldMkLst>
          <pc:docMk/>
          <pc:sldMk cId="131755128" sldId="260"/>
        </pc:sldMkLst>
        <pc:spChg chg="mod">
          <ac:chgData name="Roshni Patoa" userId="fed91864c60e3dfe" providerId="LiveId" clId="{C81E4981-5F32-4E84-9BDD-D63D3222DBE3}" dt="2025-01-31T05:02:58.040" v="159" actId="20577"/>
          <ac:spMkLst>
            <pc:docMk/>
            <pc:sldMk cId="131755128" sldId="260"/>
            <ac:spMk id="3" creationId="{0BE0ED42-4A96-374C-BEF0-6AA93A6657EF}"/>
          </ac:spMkLst>
        </pc:spChg>
        <pc:spChg chg="mod">
          <ac:chgData name="Roshni Patoa" userId="fed91864c60e3dfe" providerId="LiveId" clId="{C81E4981-5F32-4E84-9BDD-D63D3222DBE3}" dt="2025-01-31T05:03:04.674" v="161" actId="1076"/>
          <ac:spMkLst>
            <pc:docMk/>
            <pc:sldMk cId="131755128" sldId="260"/>
            <ac:spMk id="4" creationId="{AF7415C8-700B-7E60-E768-DE5794CA4ADE}"/>
          </ac:spMkLst>
        </pc:spChg>
      </pc:sldChg>
      <pc:sldChg chg="addSp delSp modSp mod">
        <pc:chgData name="Roshni Patoa" userId="fed91864c60e3dfe" providerId="LiveId" clId="{C81E4981-5F32-4E84-9BDD-D63D3222DBE3}" dt="2025-01-31T05:04:51.293" v="178" actId="1076"/>
        <pc:sldMkLst>
          <pc:docMk/>
          <pc:sldMk cId="561393703" sldId="263"/>
        </pc:sldMkLst>
        <pc:spChg chg="mod">
          <ac:chgData name="Roshni Patoa" userId="fed91864c60e3dfe" providerId="LiveId" clId="{C81E4981-5F32-4E84-9BDD-D63D3222DBE3}" dt="2025-01-31T05:03:36.842" v="172"/>
          <ac:spMkLst>
            <pc:docMk/>
            <pc:sldMk cId="561393703" sldId="263"/>
            <ac:spMk id="2" creationId="{282CCBB4-A3B1-BEBD-D602-724B4F99E4EA}"/>
          </ac:spMkLst>
        </pc:spChg>
        <pc:picChg chg="add mod">
          <ac:chgData name="Roshni Patoa" userId="fed91864c60e3dfe" providerId="LiveId" clId="{C81E4981-5F32-4E84-9BDD-D63D3222DBE3}" dt="2025-01-31T05:04:51.293" v="178" actId="1076"/>
          <ac:picMkLst>
            <pc:docMk/>
            <pc:sldMk cId="561393703" sldId="263"/>
            <ac:picMk id="8" creationId="{1A2030F1-275E-11D7-6F50-6468679AB3D3}"/>
          </ac:picMkLst>
        </pc:picChg>
      </pc:sldChg>
      <pc:sldChg chg="modSp mod">
        <pc:chgData name="Roshni Patoa" userId="fed91864c60e3dfe" providerId="LiveId" clId="{C81E4981-5F32-4E84-9BDD-D63D3222DBE3}" dt="2025-01-31T05:07:25.464" v="287" actId="20577"/>
        <pc:sldMkLst>
          <pc:docMk/>
          <pc:sldMk cId="2095114534" sldId="264"/>
        </pc:sldMkLst>
        <pc:spChg chg="mod">
          <ac:chgData name="Roshni Patoa" userId="fed91864c60e3dfe" providerId="LiveId" clId="{C81E4981-5F32-4E84-9BDD-D63D3222DBE3}" dt="2025-01-31T05:07:25.464" v="287" actId="20577"/>
          <ac:spMkLst>
            <pc:docMk/>
            <pc:sldMk cId="2095114534" sldId="264"/>
            <ac:spMk id="6" creationId="{37D8AFC3-36FF-D657-328D-8E4BA9B16CB7}"/>
          </ac:spMkLst>
        </pc:spChg>
      </pc:sldChg>
      <pc:sldChg chg="del">
        <pc:chgData name="Roshni Patoa" userId="fed91864c60e3dfe" providerId="LiveId" clId="{C81E4981-5F32-4E84-9BDD-D63D3222DBE3}" dt="2025-01-31T05:07:35.975" v="288" actId="2696"/>
        <pc:sldMkLst>
          <pc:docMk/>
          <pc:sldMk cId="2284109313" sldId="275"/>
        </pc:sldMkLst>
      </pc:sldChg>
      <pc:sldChg chg="modSp mod">
        <pc:chgData name="Roshni Patoa" userId="fed91864c60e3dfe" providerId="LiveId" clId="{C81E4981-5F32-4E84-9BDD-D63D3222DBE3}" dt="2025-01-31T05:05:58.594" v="244" actId="20577"/>
        <pc:sldMkLst>
          <pc:docMk/>
          <pc:sldMk cId="2532286422" sldId="278"/>
        </pc:sldMkLst>
        <pc:spChg chg="mod">
          <ac:chgData name="Roshni Patoa" userId="fed91864c60e3dfe" providerId="LiveId" clId="{C81E4981-5F32-4E84-9BDD-D63D3222DBE3}" dt="2025-01-31T05:05:03.357" v="179"/>
          <ac:spMkLst>
            <pc:docMk/>
            <pc:sldMk cId="2532286422" sldId="278"/>
            <ac:spMk id="2" creationId="{6FD604BB-1FBD-890D-8F8A-42BE9487E626}"/>
          </ac:spMkLst>
        </pc:spChg>
        <pc:spChg chg="mod">
          <ac:chgData name="Roshni Patoa" userId="fed91864c60e3dfe" providerId="LiveId" clId="{C81E4981-5F32-4E84-9BDD-D63D3222DBE3}" dt="2025-01-31T05:05:58.594" v="244" actId="20577"/>
          <ac:spMkLst>
            <pc:docMk/>
            <pc:sldMk cId="2532286422" sldId="278"/>
            <ac:spMk id="6" creationId="{4EA9DA15-2F3D-9168-C954-50EF9EC6DBBD}"/>
          </ac:spMkLst>
        </pc:spChg>
      </pc:sldChg>
    </pc:docChg>
  </pc:docChgLst>
  <pc:docChgLst>
    <pc:chgData name="Roshni Patoa" userId="fed91864c60e3dfe" providerId="LiveId" clId="{1C8F049D-CBD5-42D3-B0DB-D3B1D0918E68}"/>
    <pc:docChg chg="undo custSel addSld modSld">
      <pc:chgData name="Roshni Patoa" userId="fed91864c60e3dfe" providerId="LiveId" clId="{1C8F049D-CBD5-42D3-B0DB-D3B1D0918E68}" dt="2025-01-28T16:44:53.458" v="488" actId="20577"/>
      <pc:docMkLst>
        <pc:docMk/>
      </pc:docMkLst>
      <pc:sldChg chg="modSp mod">
        <pc:chgData name="Roshni Patoa" userId="fed91864c60e3dfe" providerId="LiveId" clId="{1C8F049D-CBD5-42D3-B0DB-D3B1D0918E68}" dt="2025-01-28T16:27:06.134" v="38" actId="14100"/>
        <pc:sldMkLst>
          <pc:docMk/>
          <pc:sldMk cId="1208789959" sldId="256"/>
        </pc:sldMkLst>
        <pc:spChg chg="mod">
          <ac:chgData name="Roshni Patoa" userId="fed91864c60e3dfe" providerId="LiveId" clId="{1C8F049D-CBD5-42D3-B0DB-D3B1D0918E68}" dt="2025-01-28T16:27:06.134" v="38" actId="14100"/>
          <ac:spMkLst>
            <pc:docMk/>
            <pc:sldMk cId="1208789959" sldId="256"/>
            <ac:spMk id="2" creationId="{2F6FA0C8-9BC6-0025-AA62-C48E1A10F66C}"/>
          </ac:spMkLst>
        </pc:spChg>
      </pc:sldChg>
      <pc:sldChg chg="addSp modSp mod">
        <pc:chgData name="Roshni Patoa" userId="fed91864c60e3dfe" providerId="LiveId" clId="{1C8F049D-CBD5-42D3-B0DB-D3B1D0918E68}" dt="2025-01-28T16:40:13.426" v="325" actId="1076"/>
        <pc:sldMkLst>
          <pc:docMk/>
          <pc:sldMk cId="1901894884" sldId="257"/>
        </pc:sldMkLst>
        <pc:spChg chg="mod">
          <ac:chgData name="Roshni Patoa" userId="fed91864c60e3dfe" providerId="LiveId" clId="{1C8F049D-CBD5-42D3-B0DB-D3B1D0918E68}" dt="2025-01-28T16:27:26.449" v="66" actId="20577"/>
          <ac:spMkLst>
            <pc:docMk/>
            <pc:sldMk cId="1901894884" sldId="257"/>
            <ac:spMk id="2" creationId="{C7FD3B0F-E2FD-E156-7022-8EFCED276285}"/>
          </ac:spMkLst>
        </pc:spChg>
        <pc:spChg chg="mod">
          <ac:chgData name="Roshni Patoa" userId="fed91864c60e3dfe" providerId="LiveId" clId="{1C8F049D-CBD5-42D3-B0DB-D3B1D0918E68}" dt="2025-01-28T16:28:19.464" v="141" actId="6549"/>
          <ac:spMkLst>
            <pc:docMk/>
            <pc:sldMk cId="1901894884" sldId="257"/>
            <ac:spMk id="6" creationId="{81215BE8-C00B-501B-19CB-1470DE5308A5}"/>
          </ac:spMkLst>
        </pc:spChg>
      </pc:sldChg>
      <pc:sldChg chg="addSp delSp modSp mod">
        <pc:chgData name="Roshni Patoa" userId="fed91864c60e3dfe" providerId="LiveId" clId="{1C8F049D-CBD5-42D3-B0DB-D3B1D0918E68}" dt="2025-01-28T16:30:47.156" v="191" actId="15"/>
        <pc:sldMkLst>
          <pc:docMk/>
          <pc:sldMk cId="1501955450" sldId="258"/>
        </pc:sldMkLst>
        <pc:spChg chg="mod">
          <ac:chgData name="Roshni Patoa" userId="fed91864c60e3dfe" providerId="LiveId" clId="{1C8F049D-CBD5-42D3-B0DB-D3B1D0918E68}" dt="2025-01-28T16:29:27.620" v="151" actId="20577"/>
          <ac:spMkLst>
            <pc:docMk/>
            <pc:sldMk cId="1501955450" sldId="258"/>
            <ac:spMk id="2" creationId="{F56B7D68-BA69-E924-71E0-AE71E7B154AC}"/>
          </ac:spMkLst>
        </pc:spChg>
      </pc:sldChg>
      <pc:sldChg chg="addSp delSp modSp mod">
        <pc:chgData name="Roshni Patoa" userId="fed91864c60e3dfe" providerId="LiveId" clId="{1C8F049D-CBD5-42D3-B0DB-D3B1D0918E68}" dt="2025-01-28T16:32:10.203" v="205" actId="1076"/>
        <pc:sldMkLst>
          <pc:docMk/>
          <pc:sldMk cId="538336606" sldId="259"/>
        </pc:sldMkLst>
        <pc:spChg chg="mod">
          <ac:chgData name="Roshni Patoa" userId="fed91864c60e3dfe" providerId="LiveId" clId="{1C8F049D-CBD5-42D3-B0DB-D3B1D0918E68}" dt="2025-01-28T16:31:50.382" v="201" actId="14100"/>
          <ac:spMkLst>
            <pc:docMk/>
            <pc:sldMk cId="538336606" sldId="259"/>
            <ac:spMk id="2" creationId="{33C9F07C-48DB-05F2-97B6-12AE64E3B764}"/>
          </ac:spMkLst>
        </pc:spChg>
      </pc:sldChg>
      <pc:sldChg chg="addSp delSp modSp mod">
        <pc:chgData name="Roshni Patoa" userId="fed91864c60e3dfe" providerId="LiveId" clId="{1C8F049D-CBD5-42D3-B0DB-D3B1D0918E68}" dt="2025-01-28T16:34:35.848" v="229" actId="1076"/>
        <pc:sldMkLst>
          <pc:docMk/>
          <pc:sldMk cId="131755128" sldId="260"/>
        </pc:sldMkLst>
        <pc:spChg chg="add mod">
          <ac:chgData name="Roshni Patoa" userId="fed91864c60e3dfe" providerId="LiveId" clId="{1C8F049D-CBD5-42D3-B0DB-D3B1D0918E68}" dt="2025-01-28T16:34:35.848" v="229" actId="1076"/>
          <ac:spMkLst>
            <pc:docMk/>
            <pc:sldMk cId="131755128" sldId="260"/>
            <ac:spMk id="3" creationId="{0BE0ED42-4A96-374C-BEF0-6AA93A6657EF}"/>
          </ac:spMkLst>
        </pc:spChg>
        <pc:spChg chg="mod">
          <ac:chgData name="Roshni Patoa" userId="fed91864c60e3dfe" providerId="LiveId" clId="{1C8F049D-CBD5-42D3-B0DB-D3B1D0918E68}" dt="2025-01-28T16:32:46.878" v="213" actId="1076"/>
          <ac:spMkLst>
            <pc:docMk/>
            <pc:sldMk cId="131755128" sldId="260"/>
            <ac:spMk id="4" creationId="{AF7415C8-700B-7E60-E768-DE5794CA4ADE}"/>
          </ac:spMkLst>
        </pc:spChg>
      </pc:sldChg>
      <pc:sldChg chg="addSp delSp modSp mod">
        <pc:chgData name="Roshni Patoa" userId="fed91864c60e3dfe" providerId="LiveId" clId="{1C8F049D-CBD5-42D3-B0DB-D3B1D0918E68}" dt="2025-01-28T16:36:31.351" v="254" actId="1076"/>
        <pc:sldMkLst>
          <pc:docMk/>
          <pc:sldMk cId="515961475" sldId="261"/>
        </pc:sldMkLst>
      </pc:sldChg>
      <pc:sldChg chg="addSp delSp modSp mod">
        <pc:chgData name="Roshni Patoa" userId="fed91864c60e3dfe" providerId="LiveId" clId="{1C8F049D-CBD5-42D3-B0DB-D3B1D0918E68}" dt="2025-01-28T16:37:56.198" v="288" actId="1076"/>
        <pc:sldMkLst>
          <pc:docMk/>
          <pc:sldMk cId="1795072283" sldId="262"/>
        </pc:sldMkLst>
      </pc:sldChg>
      <pc:sldChg chg="addSp delSp modSp mod">
        <pc:chgData name="Roshni Patoa" userId="fed91864c60e3dfe" providerId="LiveId" clId="{1C8F049D-CBD5-42D3-B0DB-D3B1D0918E68}" dt="2025-01-28T16:40:26.812" v="328" actId="1076"/>
        <pc:sldMkLst>
          <pc:docMk/>
          <pc:sldMk cId="561393703" sldId="263"/>
        </pc:sldMkLst>
        <pc:spChg chg="mod">
          <ac:chgData name="Roshni Patoa" userId="fed91864c60e3dfe" providerId="LiveId" clId="{1C8F049D-CBD5-42D3-B0DB-D3B1D0918E68}" dt="2025-01-28T16:39:22.287" v="319" actId="14100"/>
          <ac:spMkLst>
            <pc:docMk/>
            <pc:sldMk cId="561393703" sldId="263"/>
            <ac:spMk id="2" creationId="{282CCBB4-A3B1-BEBD-D602-724B4F99E4EA}"/>
          </ac:spMkLst>
        </pc:spChg>
      </pc:sldChg>
      <pc:sldChg chg="addSp delSp modSp mod">
        <pc:chgData name="Roshni Patoa" userId="fed91864c60e3dfe" providerId="LiveId" clId="{1C8F049D-CBD5-42D3-B0DB-D3B1D0918E68}" dt="2025-01-28T16:41:47.022" v="341" actId="14100"/>
        <pc:sldMkLst>
          <pc:docMk/>
          <pc:sldMk cId="2095114534" sldId="264"/>
        </pc:sldMkLst>
        <pc:spChg chg="mod">
          <ac:chgData name="Roshni Patoa" userId="fed91864c60e3dfe" providerId="LiveId" clId="{1C8F049D-CBD5-42D3-B0DB-D3B1D0918E68}" dt="2025-01-28T16:41:08.009" v="335" actId="20577"/>
          <ac:spMkLst>
            <pc:docMk/>
            <pc:sldMk cId="2095114534" sldId="264"/>
            <ac:spMk id="2" creationId="{52688C8C-6517-4BD7-CCF4-D29E70D41BF4}"/>
          </ac:spMkLst>
        </pc:spChg>
        <pc:spChg chg="add mod">
          <ac:chgData name="Roshni Patoa" userId="fed91864c60e3dfe" providerId="LiveId" clId="{1C8F049D-CBD5-42D3-B0DB-D3B1D0918E68}" dt="2025-01-28T16:41:47.022" v="341" actId="14100"/>
          <ac:spMkLst>
            <pc:docMk/>
            <pc:sldMk cId="2095114534" sldId="264"/>
            <ac:spMk id="6" creationId="{37D8AFC3-36FF-D657-328D-8E4BA9B16CB7}"/>
          </ac:spMkLst>
        </pc:spChg>
      </pc:sldChg>
      <pc:sldChg chg="addSp delSp modSp mod">
        <pc:chgData name="Roshni Patoa" userId="fed91864c60e3dfe" providerId="LiveId" clId="{1C8F049D-CBD5-42D3-B0DB-D3B1D0918E68}" dt="2025-01-28T16:44:53.458" v="488" actId="20577"/>
        <pc:sldMkLst>
          <pc:docMk/>
          <pc:sldMk cId="2618035276" sldId="265"/>
        </pc:sldMkLst>
      </pc:sldChg>
      <pc:sldChg chg="modSp add mod">
        <pc:chgData name="Roshni Patoa" userId="fed91864c60e3dfe" providerId="LiveId" clId="{1C8F049D-CBD5-42D3-B0DB-D3B1D0918E68}" dt="2025-01-28T16:42:36.455" v="356" actId="20577"/>
        <pc:sldMkLst>
          <pc:docMk/>
          <pc:sldMk cId="2284109313" sldId="275"/>
        </pc:sldMkLst>
      </pc:sldChg>
      <pc:sldChg chg="modSp add mod">
        <pc:chgData name="Roshni Patoa" userId="fed91864c60e3dfe" providerId="LiveId" clId="{1C8F049D-CBD5-42D3-B0DB-D3B1D0918E68}" dt="2025-01-28T16:43:03.270" v="366" actId="20577"/>
        <pc:sldMkLst>
          <pc:docMk/>
          <pc:sldMk cId="1723924596" sldId="276"/>
        </pc:sldMkLst>
      </pc:sldChg>
      <pc:sldChg chg="modSp add mod">
        <pc:chgData name="Roshni Patoa" userId="fed91864c60e3dfe" providerId="LiveId" clId="{1C8F049D-CBD5-42D3-B0DB-D3B1D0918E68}" dt="2025-01-28T16:43:30.393" v="386" actId="20577"/>
        <pc:sldMkLst>
          <pc:docMk/>
          <pc:sldMk cId="3476537138" sldId="277"/>
        </pc:sldMkLst>
      </pc:sldChg>
    </pc:docChg>
  </pc:docChgLst>
  <pc:docChgLst>
    <pc:chgData name="Roshni Patoa" userId="fed91864c60e3dfe" providerId="LiveId" clId="{A3B46C5F-90C5-48F1-9D5E-FFF17DC60175}"/>
    <pc:docChg chg="undo redo custSel addSld delSld modSld">
      <pc:chgData name="Roshni Patoa" userId="fed91864c60e3dfe" providerId="LiveId" clId="{A3B46C5F-90C5-48F1-9D5E-FFF17DC60175}" dt="2025-01-22T04:33:55.584" v="1085" actId="2696"/>
      <pc:docMkLst>
        <pc:docMk/>
      </pc:docMkLst>
      <pc:sldChg chg="modSp mod">
        <pc:chgData name="Roshni Patoa" userId="fed91864c60e3dfe" providerId="LiveId" clId="{A3B46C5F-90C5-48F1-9D5E-FFF17DC60175}" dt="2025-01-22T04:24:14.442" v="1060" actId="20577"/>
        <pc:sldMkLst>
          <pc:docMk/>
          <pc:sldMk cId="1501955450" sldId="258"/>
        </pc:sldMkLst>
      </pc:sldChg>
      <pc:sldChg chg="addSp modSp mod">
        <pc:chgData name="Roshni Patoa" userId="fed91864c60e3dfe" providerId="LiveId" clId="{A3B46C5F-90C5-48F1-9D5E-FFF17DC60175}" dt="2025-01-17T03:56:56.800" v="630" actId="1036"/>
        <pc:sldMkLst>
          <pc:docMk/>
          <pc:sldMk cId="561393703" sldId="263"/>
        </pc:sldMkLst>
      </pc:sldChg>
      <pc:sldChg chg="addSp modSp mod">
        <pc:chgData name="Roshni Patoa" userId="fed91864c60e3dfe" providerId="LiveId" clId="{A3B46C5F-90C5-48F1-9D5E-FFF17DC60175}" dt="2025-01-17T03:58:09.113" v="671" actId="313"/>
        <pc:sldMkLst>
          <pc:docMk/>
          <pc:sldMk cId="2095114534" sldId="264"/>
        </pc:sldMkLst>
      </pc:sldChg>
      <pc:sldChg chg="addSp delSp modSp new del mod">
        <pc:chgData name="Roshni Patoa" userId="fed91864c60e3dfe" providerId="LiveId" clId="{A3B46C5F-90C5-48F1-9D5E-FFF17DC60175}" dt="2025-01-16T08:47:36.123" v="58" actId="2696"/>
        <pc:sldMkLst>
          <pc:docMk/>
          <pc:sldMk cId="1820326849" sldId="266"/>
        </pc:sldMkLst>
      </pc:sldChg>
      <pc:sldChg chg="addSp modSp new del mod">
        <pc:chgData name="Roshni Patoa" userId="fed91864c60e3dfe" providerId="LiveId" clId="{A3B46C5F-90C5-48F1-9D5E-FFF17DC60175}" dt="2025-01-22T04:24:43.160" v="1061" actId="2696"/>
        <pc:sldMkLst>
          <pc:docMk/>
          <pc:sldMk cId="2530205699" sldId="266"/>
        </pc:sldMkLst>
      </pc:sldChg>
      <pc:sldChg chg="addSp delSp modSp new mod">
        <pc:chgData name="Roshni Patoa" userId="fed91864c60e3dfe" providerId="LiveId" clId="{A3B46C5F-90C5-48F1-9D5E-FFF17DC60175}" dt="2025-01-22T04:27:25.302" v="1064" actId="20577"/>
        <pc:sldMkLst>
          <pc:docMk/>
          <pc:sldMk cId="1908485448" sldId="267"/>
        </pc:sldMkLst>
      </pc:sldChg>
      <pc:sldChg chg="modSp add mod">
        <pc:chgData name="Roshni Patoa" userId="fed91864c60e3dfe" providerId="LiveId" clId="{A3B46C5F-90C5-48F1-9D5E-FFF17DC60175}" dt="2025-01-22T04:31:54.711" v="1076" actId="20577"/>
        <pc:sldMkLst>
          <pc:docMk/>
          <pc:sldMk cId="3252973548" sldId="268"/>
        </pc:sldMkLst>
      </pc:sldChg>
      <pc:sldChg chg="addSp modSp new mod">
        <pc:chgData name="Roshni Patoa" userId="fed91864c60e3dfe" providerId="LiveId" clId="{A3B46C5F-90C5-48F1-9D5E-FFF17DC60175}" dt="2025-01-17T05:30:25.162" v="909" actId="1036"/>
        <pc:sldMkLst>
          <pc:docMk/>
          <pc:sldMk cId="1697355594" sldId="269"/>
        </pc:sldMkLst>
      </pc:sldChg>
      <pc:sldChg chg="addSp delSp modSp new del mod">
        <pc:chgData name="Roshni Patoa" userId="fed91864c60e3dfe" providerId="LiveId" clId="{A3B46C5F-90C5-48F1-9D5E-FFF17DC60175}" dt="2025-01-22T04:33:53.683" v="1084" actId="2696"/>
        <pc:sldMkLst>
          <pc:docMk/>
          <pc:sldMk cId="763352656" sldId="270"/>
        </pc:sldMkLst>
      </pc:sldChg>
      <pc:sldChg chg="addSp delSp modSp new del mod">
        <pc:chgData name="Roshni Patoa" userId="fed91864c60e3dfe" providerId="LiveId" clId="{A3B46C5F-90C5-48F1-9D5E-FFF17DC60175}" dt="2025-01-22T04:33:55.584" v="1085" actId="2696"/>
        <pc:sldMkLst>
          <pc:docMk/>
          <pc:sldMk cId="1503805680" sldId="271"/>
        </pc:sldMkLst>
      </pc:sldChg>
      <pc:sldChg chg="addSp delSp modSp new del mod">
        <pc:chgData name="Roshni Patoa" userId="fed91864c60e3dfe" providerId="LiveId" clId="{A3B46C5F-90C5-48F1-9D5E-FFF17DC60175}" dt="2025-01-22T04:33:51.177" v="1083" actId="2696"/>
        <pc:sldMkLst>
          <pc:docMk/>
          <pc:sldMk cId="3195452999" sldId="272"/>
        </pc:sldMkLst>
      </pc:sldChg>
      <pc:sldChg chg="addSp modSp new mod">
        <pc:chgData name="Roshni Patoa" userId="fed91864c60e3dfe" providerId="LiveId" clId="{A3B46C5F-90C5-48F1-9D5E-FFF17DC60175}" dt="2025-01-17T05:31:03.347" v="925"/>
        <pc:sldMkLst>
          <pc:docMk/>
          <pc:sldMk cId="3650555201" sldId="273"/>
        </pc:sldMkLst>
      </pc:sldChg>
      <pc:sldChg chg="addSp modSp new mod">
        <pc:chgData name="Roshni Patoa" userId="fed91864c60e3dfe" providerId="LiveId" clId="{A3B46C5F-90C5-48F1-9D5E-FFF17DC60175}" dt="2025-01-17T05:32:51.987" v="1037" actId="1076"/>
        <pc:sldMkLst>
          <pc:docMk/>
          <pc:sldMk cId="1696112011" sldId="274"/>
        </pc:sldMkLst>
      </pc:sldChg>
    </pc:docChg>
  </pc:docChgLst>
  <pc:docChgLst>
    <pc:chgData name="Roshni Patoa" userId="fed91864c60e3dfe" providerId="LiveId" clId="{E22F1EDE-8828-4D8C-85D4-D56301EBE89E}"/>
    <pc:docChg chg="undo redo custSel addSld delSld modSld">
      <pc:chgData name="Roshni Patoa" userId="fed91864c60e3dfe" providerId="LiveId" clId="{E22F1EDE-8828-4D8C-85D4-D56301EBE89E}" dt="2025-01-29T09:12:04.710" v="215" actId="47"/>
      <pc:docMkLst>
        <pc:docMk/>
      </pc:docMkLst>
      <pc:sldChg chg="addSp delSp modSp mod">
        <pc:chgData name="Roshni Patoa" userId="fed91864c60e3dfe" providerId="LiveId" clId="{E22F1EDE-8828-4D8C-85D4-D56301EBE89E}" dt="2025-01-29T09:05:35.324" v="110" actId="1076"/>
        <pc:sldMkLst>
          <pc:docMk/>
          <pc:sldMk cId="1901894884" sldId="257"/>
        </pc:sldMkLst>
        <pc:spChg chg="mod">
          <ac:chgData name="Roshni Patoa" userId="fed91864c60e3dfe" providerId="LiveId" clId="{E22F1EDE-8828-4D8C-85D4-D56301EBE89E}" dt="2025-01-28T16:50:03.893" v="3" actId="20577"/>
          <ac:spMkLst>
            <pc:docMk/>
            <pc:sldMk cId="1901894884" sldId="257"/>
            <ac:spMk id="2" creationId="{C7FD3B0F-E2FD-E156-7022-8EFCED276285}"/>
          </ac:spMkLst>
        </pc:spChg>
        <pc:spChg chg="mod">
          <ac:chgData name="Roshni Patoa" userId="fed91864c60e3dfe" providerId="LiveId" clId="{E22F1EDE-8828-4D8C-85D4-D56301EBE89E}" dt="2025-01-28T16:50:43.239" v="7" actId="108"/>
          <ac:spMkLst>
            <pc:docMk/>
            <pc:sldMk cId="1901894884" sldId="257"/>
            <ac:spMk id="6" creationId="{81215BE8-C00B-501B-19CB-1470DE5308A5}"/>
          </ac:spMkLst>
        </pc:spChg>
      </pc:sldChg>
      <pc:sldChg chg="modSp mod">
        <pc:chgData name="Roshni Patoa" userId="fed91864c60e3dfe" providerId="LiveId" clId="{E22F1EDE-8828-4D8C-85D4-D56301EBE89E}" dt="2025-01-29T09:01:20.681" v="60" actId="20577"/>
        <pc:sldMkLst>
          <pc:docMk/>
          <pc:sldMk cId="1501955450" sldId="258"/>
        </pc:sldMkLst>
      </pc:sldChg>
      <pc:sldChg chg="addSp delSp modSp mod">
        <pc:chgData name="Roshni Patoa" userId="fed91864c60e3dfe" providerId="LiveId" clId="{E22F1EDE-8828-4D8C-85D4-D56301EBE89E}" dt="2025-01-29T09:04:19.236" v="93" actId="20577"/>
        <pc:sldMkLst>
          <pc:docMk/>
          <pc:sldMk cId="538336606" sldId="259"/>
        </pc:sldMkLst>
        <pc:spChg chg="mod">
          <ac:chgData name="Roshni Patoa" userId="fed91864c60e3dfe" providerId="LiveId" clId="{E22F1EDE-8828-4D8C-85D4-D56301EBE89E}" dt="2025-01-29T09:04:19.236" v="93" actId="20577"/>
          <ac:spMkLst>
            <pc:docMk/>
            <pc:sldMk cId="538336606" sldId="259"/>
            <ac:spMk id="2" creationId="{33C9F07C-48DB-05F2-97B6-12AE64E3B764}"/>
          </ac:spMkLst>
        </pc:spChg>
      </pc:sldChg>
      <pc:sldChg chg="modSp mod">
        <pc:chgData name="Roshni Patoa" userId="fed91864c60e3dfe" providerId="LiveId" clId="{E22F1EDE-8828-4D8C-85D4-D56301EBE89E}" dt="2025-01-29T09:04:24.894" v="97" actId="20577"/>
        <pc:sldMkLst>
          <pc:docMk/>
          <pc:sldMk cId="131755128" sldId="260"/>
        </pc:sldMkLst>
        <pc:spChg chg="mod">
          <ac:chgData name="Roshni Patoa" userId="fed91864c60e3dfe" providerId="LiveId" clId="{E22F1EDE-8828-4D8C-85D4-D56301EBE89E}" dt="2025-01-29T09:02:58.533" v="70" actId="1076"/>
          <ac:spMkLst>
            <pc:docMk/>
            <pc:sldMk cId="131755128" sldId="260"/>
            <ac:spMk id="3" creationId="{0BE0ED42-4A96-374C-BEF0-6AA93A6657EF}"/>
          </ac:spMkLst>
        </pc:spChg>
        <pc:spChg chg="mod">
          <ac:chgData name="Roshni Patoa" userId="fed91864c60e3dfe" providerId="LiveId" clId="{E22F1EDE-8828-4D8C-85D4-D56301EBE89E}" dt="2025-01-29T09:04:24.894" v="97" actId="20577"/>
          <ac:spMkLst>
            <pc:docMk/>
            <pc:sldMk cId="131755128" sldId="260"/>
            <ac:spMk id="4" creationId="{AF7415C8-700B-7E60-E768-DE5794CA4ADE}"/>
          </ac:spMkLst>
        </pc:spChg>
      </pc:sldChg>
      <pc:sldChg chg="add del">
        <pc:chgData name="Roshni Patoa" userId="fed91864c60e3dfe" providerId="LiveId" clId="{E22F1EDE-8828-4D8C-85D4-D56301EBE89E}" dt="2025-01-29T09:04:04.412" v="85" actId="47"/>
        <pc:sldMkLst>
          <pc:docMk/>
          <pc:sldMk cId="515961475" sldId="261"/>
        </pc:sldMkLst>
      </pc:sldChg>
      <pc:sldChg chg="add del">
        <pc:chgData name="Roshni Patoa" userId="fed91864c60e3dfe" providerId="LiveId" clId="{E22F1EDE-8828-4D8C-85D4-D56301EBE89E}" dt="2025-01-29T09:04:02.825" v="84" actId="47"/>
        <pc:sldMkLst>
          <pc:docMk/>
          <pc:sldMk cId="1795072283" sldId="262"/>
        </pc:sldMkLst>
      </pc:sldChg>
      <pc:sldChg chg="addSp delSp modSp mod">
        <pc:chgData name="Roshni Patoa" userId="fed91864c60e3dfe" providerId="LiveId" clId="{E22F1EDE-8828-4D8C-85D4-D56301EBE89E}" dt="2025-01-29T09:05:13.906" v="106" actId="1076"/>
        <pc:sldMkLst>
          <pc:docMk/>
          <pc:sldMk cId="561393703" sldId="263"/>
        </pc:sldMkLst>
        <pc:spChg chg="mod">
          <ac:chgData name="Roshni Patoa" userId="fed91864c60e3dfe" providerId="LiveId" clId="{E22F1EDE-8828-4D8C-85D4-D56301EBE89E}" dt="2025-01-29T09:04:30.412" v="101" actId="20577"/>
          <ac:spMkLst>
            <pc:docMk/>
            <pc:sldMk cId="561393703" sldId="263"/>
            <ac:spMk id="2" creationId="{282CCBB4-A3B1-BEBD-D602-724B4F99E4EA}"/>
          </ac:spMkLst>
        </pc:spChg>
      </pc:sldChg>
      <pc:sldChg chg="modSp mod">
        <pc:chgData name="Roshni Patoa" userId="fed91864c60e3dfe" providerId="LiveId" clId="{E22F1EDE-8828-4D8C-85D4-D56301EBE89E}" dt="2025-01-29T09:10:55.670" v="191" actId="20577"/>
        <pc:sldMkLst>
          <pc:docMk/>
          <pc:sldMk cId="2095114534" sldId="264"/>
        </pc:sldMkLst>
        <pc:spChg chg="mod">
          <ac:chgData name="Roshni Patoa" userId="fed91864c60e3dfe" providerId="LiveId" clId="{E22F1EDE-8828-4D8C-85D4-D56301EBE89E}" dt="2025-01-29T09:10:21.605" v="186" actId="20577"/>
          <ac:spMkLst>
            <pc:docMk/>
            <pc:sldMk cId="2095114534" sldId="264"/>
            <ac:spMk id="2" creationId="{52688C8C-6517-4BD7-CCF4-D29E70D41BF4}"/>
          </ac:spMkLst>
        </pc:spChg>
        <pc:spChg chg="mod">
          <ac:chgData name="Roshni Patoa" userId="fed91864c60e3dfe" providerId="LiveId" clId="{E22F1EDE-8828-4D8C-85D4-D56301EBE89E}" dt="2025-01-29T09:10:55.670" v="191" actId="20577"/>
          <ac:spMkLst>
            <pc:docMk/>
            <pc:sldMk cId="2095114534" sldId="264"/>
            <ac:spMk id="6" creationId="{37D8AFC3-36FF-D657-328D-8E4BA9B16CB7}"/>
          </ac:spMkLst>
        </pc:spChg>
      </pc:sldChg>
      <pc:sldChg chg="add del">
        <pc:chgData name="Roshni Patoa" userId="fed91864c60e3dfe" providerId="LiveId" clId="{E22F1EDE-8828-4D8C-85D4-D56301EBE89E}" dt="2025-01-29T09:12:04.710" v="215" actId="47"/>
        <pc:sldMkLst>
          <pc:docMk/>
          <pc:sldMk cId="2618035276" sldId="265"/>
        </pc:sldMkLst>
      </pc:sldChg>
      <pc:sldChg chg="add del">
        <pc:chgData name="Roshni Patoa" userId="fed91864c60e3dfe" providerId="LiveId" clId="{E22F1EDE-8828-4D8C-85D4-D56301EBE89E}" dt="2025-01-29T09:09:56.160" v="182" actId="47"/>
        <pc:sldMkLst>
          <pc:docMk/>
          <pc:sldMk cId="1908485448" sldId="267"/>
        </pc:sldMkLst>
      </pc:sldChg>
      <pc:sldChg chg="del">
        <pc:chgData name="Roshni Patoa" userId="fed91864c60e3dfe" providerId="LiveId" clId="{E22F1EDE-8828-4D8C-85D4-D56301EBE89E}" dt="2025-01-29T09:06:19.617" v="114" actId="47"/>
        <pc:sldMkLst>
          <pc:docMk/>
          <pc:sldMk cId="3252973548" sldId="268"/>
        </pc:sldMkLst>
      </pc:sldChg>
      <pc:sldChg chg="del">
        <pc:chgData name="Roshni Patoa" userId="fed91864c60e3dfe" providerId="LiveId" clId="{E22F1EDE-8828-4D8C-85D4-D56301EBE89E}" dt="2025-01-29T09:06:18.920" v="113" actId="47"/>
        <pc:sldMkLst>
          <pc:docMk/>
          <pc:sldMk cId="1697355594" sldId="269"/>
        </pc:sldMkLst>
      </pc:sldChg>
      <pc:sldChg chg="del">
        <pc:chgData name="Roshni Patoa" userId="fed91864c60e3dfe" providerId="LiveId" clId="{E22F1EDE-8828-4D8C-85D4-D56301EBE89E}" dt="2025-01-29T09:06:17.232" v="111" actId="47"/>
        <pc:sldMkLst>
          <pc:docMk/>
          <pc:sldMk cId="3650555201" sldId="273"/>
        </pc:sldMkLst>
      </pc:sldChg>
      <pc:sldChg chg="del">
        <pc:chgData name="Roshni Patoa" userId="fed91864c60e3dfe" providerId="LiveId" clId="{E22F1EDE-8828-4D8C-85D4-D56301EBE89E}" dt="2025-01-29T09:06:18.218" v="112" actId="47"/>
        <pc:sldMkLst>
          <pc:docMk/>
          <pc:sldMk cId="1696112011" sldId="274"/>
        </pc:sldMkLst>
      </pc:sldChg>
      <pc:sldChg chg="modSp add del mod">
        <pc:chgData name="Roshni Patoa" userId="fed91864c60e3dfe" providerId="LiveId" clId="{E22F1EDE-8828-4D8C-85D4-D56301EBE89E}" dt="2025-01-29T09:11:52.361" v="212" actId="1076"/>
        <pc:sldMkLst>
          <pc:docMk/>
          <pc:sldMk cId="2284109313" sldId="275"/>
        </pc:sldMkLst>
      </pc:sldChg>
      <pc:sldChg chg="add del">
        <pc:chgData name="Roshni Patoa" userId="fed91864c60e3dfe" providerId="LiveId" clId="{E22F1EDE-8828-4D8C-85D4-D56301EBE89E}" dt="2025-01-29T09:11:58.686" v="213" actId="47"/>
        <pc:sldMkLst>
          <pc:docMk/>
          <pc:sldMk cId="1723924596" sldId="276"/>
        </pc:sldMkLst>
      </pc:sldChg>
      <pc:sldChg chg="add del">
        <pc:chgData name="Roshni Patoa" userId="fed91864c60e3dfe" providerId="LiveId" clId="{E22F1EDE-8828-4D8C-85D4-D56301EBE89E}" dt="2025-01-29T09:12:00.153" v="214" actId="47"/>
        <pc:sldMkLst>
          <pc:docMk/>
          <pc:sldMk cId="3476537138" sldId="277"/>
        </pc:sldMkLst>
      </pc:sldChg>
      <pc:sldChg chg="modSp add del mod">
        <pc:chgData name="Roshni Patoa" userId="fed91864c60e3dfe" providerId="LiveId" clId="{E22F1EDE-8828-4D8C-85D4-D56301EBE89E}" dt="2025-01-29T09:04:00.279" v="83" actId="2696"/>
        <pc:sldMkLst>
          <pc:docMk/>
          <pc:sldMk cId="1119403295" sldId="278"/>
        </pc:sldMkLst>
      </pc:sldChg>
      <pc:sldChg chg="add">
        <pc:chgData name="Roshni Patoa" userId="fed91864c60e3dfe" providerId="LiveId" clId="{E22F1EDE-8828-4D8C-85D4-D56301EBE89E}" dt="2025-01-29T09:10:04.685" v="183"/>
        <pc:sldMkLst>
          <pc:docMk/>
          <pc:sldMk cId="2532286422" sldId="278"/>
        </pc:sldMkLst>
      </pc:sldChg>
    </pc:docChg>
  </pc:docChgLst>
  <pc:docChgLst>
    <pc:chgData name="Roshni Patoa" userId="fed91864c60e3dfe" providerId="LiveId" clId="{1A394A28-DD18-4A38-BBFD-19969CC59632}"/>
    <pc:docChg chg="undo custSel addSld delSld modSld">
      <pc:chgData name="Roshni Patoa" userId="fed91864c60e3dfe" providerId="LiveId" clId="{1A394A28-DD18-4A38-BBFD-19969CC59632}" dt="2025-02-07T07:17:20.577" v="641" actId="47"/>
      <pc:docMkLst>
        <pc:docMk/>
      </pc:docMkLst>
      <pc:sldChg chg="addSp delSp modSp mod">
        <pc:chgData name="Roshni Patoa" userId="fed91864c60e3dfe" providerId="LiveId" clId="{1A394A28-DD18-4A38-BBFD-19969CC59632}" dt="2025-02-07T07:11:08.034" v="560" actId="14100"/>
        <pc:sldMkLst>
          <pc:docMk/>
          <pc:sldMk cId="1901894884" sldId="257"/>
        </pc:sldMkLst>
        <pc:spChg chg="mod">
          <ac:chgData name="Roshni Patoa" userId="fed91864c60e3dfe" providerId="LiveId" clId="{1A394A28-DD18-4A38-BBFD-19969CC59632}" dt="2025-02-07T07:01:21.680" v="15" actId="20577"/>
          <ac:spMkLst>
            <pc:docMk/>
            <pc:sldMk cId="1901894884" sldId="257"/>
            <ac:spMk id="2" creationId="{C7FD3B0F-E2FD-E156-7022-8EFCED276285}"/>
          </ac:spMkLst>
        </pc:spChg>
        <pc:spChg chg="mod">
          <ac:chgData name="Roshni Patoa" userId="fed91864c60e3dfe" providerId="LiveId" clId="{1A394A28-DD18-4A38-BBFD-19969CC59632}" dt="2025-02-07T07:05:47.553" v="553" actId="20577"/>
          <ac:spMkLst>
            <pc:docMk/>
            <pc:sldMk cId="1901894884" sldId="257"/>
            <ac:spMk id="6" creationId="{81215BE8-C00B-501B-19CB-1470DE5308A5}"/>
          </ac:spMkLst>
        </pc:spChg>
        <pc:picChg chg="del">
          <ac:chgData name="Roshni Patoa" userId="fed91864c60e3dfe" providerId="LiveId" clId="{1A394A28-DD18-4A38-BBFD-19969CC59632}" dt="2025-02-07T07:05:49.750" v="554" actId="478"/>
          <ac:picMkLst>
            <pc:docMk/>
            <pc:sldMk cId="1901894884" sldId="257"/>
            <ac:picMk id="4" creationId="{A72FCFE6-54B1-27C7-3803-FD96141AA221}"/>
          </ac:picMkLst>
        </pc:picChg>
        <pc:picChg chg="add del">
          <ac:chgData name="Roshni Patoa" userId="fed91864c60e3dfe" providerId="LiveId" clId="{1A394A28-DD18-4A38-BBFD-19969CC59632}" dt="2025-02-07T07:10:26.875" v="556" actId="478"/>
          <ac:picMkLst>
            <pc:docMk/>
            <pc:sldMk cId="1901894884" sldId="257"/>
            <ac:picMk id="5" creationId="{75BF9E92-0613-2E12-499A-84F7FA648091}"/>
          </ac:picMkLst>
        </pc:picChg>
        <pc:picChg chg="add mod">
          <ac:chgData name="Roshni Patoa" userId="fed91864c60e3dfe" providerId="LiveId" clId="{1A394A28-DD18-4A38-BBFD-19969CC59632}" dt="2025-02-07T07:11:08.034" v="560" actId="14100"/>
          <ac:picMkLst>
            <pc:docMk/>
            <pc:sldMk cId="1901894884" sldId="257"/>
            <ac:picMk id="8" creationId="{21992149-C6C7-7535-0ECE-A2F6208849FB}"/>
          </ac:picMkLst>
        </pc:picChg>
      </pc:sldChg>
      <pc:sldChg chg="addSp delSp modSp mod">
        <pc:chgData name="Roshni Patoa" userId="fed91864c60e3dfe" providerId="LiveId" clId="{1A394A28-DD18-4A38-BBFD-19969CC59632}" dt="2025-02-07T07:12:18.463" v="636" actId="1076"/>
        <pc:sldMkLst>
          <pc:docMk/>
          <pc:sldMk cId="1501955450" sldId="258"/>
        </pc:sldMkLst>
        <pc:spChg chg="add del mod">
          <ac:chgData name="Roshni Patoa" userId="fed91864c60e3dfe" providerId="LiveId" clId="{1A394A28-DD18-4A38-BBFD-19969CC59632}" dt="2025-02-07T07:11:47.440" v="632" actId="20577"/>
          <ac:spMkLst>
            <pc:docMk/>
            <pc:sldMk cId="1501955450" sldId="258"/>
            <ac:spMk id="2" creationId="{F56B7D68-BA69-E924-71E0-AE71E7B154AC}"/>
          </ac:spMkLst>
        </pc:spChg>
        <pc:spChg chg="add del mod">
          <ac:chgData name="Roshni Patoa" userId="fed91864c60e3dfe" providerId="LiveId" clId="{1A394A28-DD18-4A38-BBFD-19969CC59632}" dt="2025-02-07T07:11:34.471" v="599" actId="478"/>
          <ac:spMkLst>
            <pc:docMk/>
            <pc:sldMk cId="1501955450" sldId="258"/>
            <ac:spMk id="4" creationId="{84FD8E0F-482F-3EAF-7524-03B5633167D2}"/>
          </ac:spMkLst>
        </pc:spChg>
        <pc:spChg chg="del mod">
          <ac:chgData name="Roshni Patoa" userId="fed91864c60e3dfe" providerId="LiveId" clId="{1A394A28-DD18-4A38-BBFD-19969CC59632}" dt="2025-02-07T07:11:50.348" v="633" actId="478"/>
          <ac:spMkLst>
            <pc:docMk/>
            <pc:sldMk cId="1501955450" sldId="258"/>
            <ac:spMk id="5" creationId="{2B93D012-D96E-0A21-2AAF-4C94D8B69749}"/>
          </ac:spMkLst>
        </pc:spChg>
        <pc:picChg chg="add mod">
          <ac:chgData name="Roshni Patoa" userId="fed91864c60e3dfe" providerId="LiveId" clId="{1A394A28-DD18-4A38-BBFD-19969CC59632}" dt="2025-02-07T07:12:18.463" v="636" actId="1076"/>
          <ac:picMkLst>
            <pc:docMk/>
            <pc:sldMk cId="1501955450" sldId="258"/>
            <ac:picMk id="7" creationId="{47C7B435-4547-AAB0-EEEA-9CD7556F5DB7}"/>
          </ac:picMkLst>
        </pc:picChg>
      </pc:sldChg>
      <pc:sldChg chg="delSp modSp add del mod">
        <pc:chgData name="Roshni Patoa" userId="fed91864c60e3dfe" providerId="LiveId" clId="{1A394A28-DD18-4A38-BBFD-19969CC59632}" dt="2025-02-07T07:17:20.577" v="641" actId="47"/>
        <pc:sldMkLst>
          <pc:docMk/>
          <pc:sldMk cId="4108831896" sldId="279"/>
        </pc:sldMkLst>
        <pc:spChg chg="mod">
          <ac:chgData name="Roshni Patoa" userId="fed91864c60e3dfe" providerId="LiveId" clId="{1A394A28-DD18-4A38-BBFD-19969CC59632}" dt="2025-02-07T07:12:31.080" v="639" actId="20577"/>
          <ac:spMkLst>
            <pc:docMk/>
            <pc:sldMk cId="4108831896" sldId="279"/>
            <ac:spMk id="2" creationId="{0A8F8624-3163-8CBF-D2B3-DF01EB03E52A}"/>
          </ac:spMkLst>
        </pc:spChg>
        <pc:picChg chg="del">
          <ac:chgData name="Roshni Patoa" userId="fed91864c60e3dfe" providerId="LiveId" clId="{1A394A28-DD18-4A38-BBFD-19969CC59632}" dt="2025-02-07T07:15:47.760" v="640" actId="478"/>
          <ac:picMkLst>
            <pc:docMk/>
            <pc:sldMk cId="4108831896" sldId="279"/>
            <ac:picMk id="7" creationId="{D4163AC4-79A9-E9C0-8929-B4F334298D74}"/>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4286548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481645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125290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056384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8FE671-5CEE-48E7-B021-0396717B0D66}" type="datetimeFigureOut">
              <a:rPr lang="en-US" smtClean="0"/>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1949959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8FE671-5CEE-48E7-B021-0396717B0D66}"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74502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8FE671-5CEE-48E7-B021-0396717B0D66}" type="datetimeFigureOut">
              <a:rPr lang="en-US" smtClean="0"/>
              <a:t>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1717222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604763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684042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025452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677236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74510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431917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A8FE671-5CEE-48E7-B021-0396717B0D66}"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4661035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A8FE671-5CEE-48E7-B021-0396717B0D66}"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440191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6804642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716054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A8FE671-5CEE-48E7-B021-0396717B0D66}" type="datetimeFigureOut">
              <a:rPr lang="en-US" smtClean="0"/>
              <a:t>2/10/2025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A451033-5C79-45C1-A3A8-EE584247DE6E}" type="slidenum">
              <a:rPr lang="en-US" smtClean="0"/>
              <a:t>‹#›</a:t>
            </a:fld>
            <a:endParaRPr lang="en-US"/>
          </a:p>
        </p:txBody>
      </p:sp>
    </p:spTree>
    <p:extLst>
      <p:ext uri="{BB962C8B-B14F-4D97-AF65-F5344CB8AC3E}">
        <p14:creationId xmlns:p14="http://schemas.microsoft.com/office/powerpoint/2010/main" val="291607165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FA0C8-9BC6-0025-AA62-C48E1A10F66C}"/>
              </a:ext>
            </a:extLst>
          </p:cNvPr>
          <p:cNvSpPr>
            <a:spLocks noGrp="1"/>
          </p:cNvSpPr>
          <p:nvPr>
            <p:ph type="ctrTitle"/>
          </p:nvPr>
        </p:nvSpPr>
        <p:spPr>
          <a:xfrm>
            <a:off x="1743074" y="2171701"/>
            <a:ext cx="10215563" cy="2387600"/>
          </a:xfrm>
        </p:spPr>
        <p:txBody>
          <a:bodyPr>
            <a:noAutofit/>
          </a:bodyPr>
          <a:lstStyle/>
          <a:p>
            <a:r>
              <a:rPr lang="en-US" sz="9600" dirty="0">
                <a:solidFill>
                  <a:schemeClr val="bg1"/>
                </a:solidFill>
                <a:latin typeface="Berlin Sans FB Demi" panose="020E0802020502020306" pitchFamily="34" charset="0"/>
              </a:rPr>
              <a:t>COMBINATIONAL CIRCUITS</a:t>
            </a:r>
          </a:p>
        </p:txBody>
      </p:sp>
      <p:sp>
        <p:nvSpPr>
          <p:cNvPr id="3" name="Subtitle 2">
            <a:extLst>
              <a:ext uri="{FF2B5EF4-FFF2-40B4-BE49-F238E27FC236}">
                <a16:creationId xmlns:a16="http://schemas.microsoft.com/office/drawing/2014/main" id="{207B7ACE-5125-9078-DAFF-C7F13DAC6D17}"/>
              </a:ext>
            </a:extLst>
          </p:cNvPr>
          <p:cNvSpPr>
            <a:spLocks noGrp="1"/>
          </p:cNvSpPr>
          <p:nvPr>
            <p:ph type="subTitle" idx="1"/>
          </p:nvPr>
        </p:nvSpPr>
        <p:spPr>
          <a:xfrm>
            <a:off x="1876424" y="4559301"/>
            <a:ext cx="8791575" cy="1655762"/>
          </a:xfrm>
        </p:spPr>
        <p:txBody>
          <a:bodyPr/>
          <a:lstStyle/>
          <a:p>
            <a:r>
              <a:rPr lang="en-US" dirty="0">
                <a:solidFill>
                  <a:schemeClr val="bg1"/>
                </a:solidFill>
              </a:rPr>
              <a:t>						</a:t>
            </a:r>
            <a:r>
              <a:rPr lang="en-US" sz="2400" dirty="0">
                <a:solidFill>
                  <a:schemeClr val="bg1"/>
                </a:solidFill>
                <a:latin typeface="Bauhaus 93" panose="04030905020B02020C02" pitchFamily="82" charset="0"/>
              </a:rPr>
              <a:t>BY:</a:t>
            </a:r>
          </a:p>
          <a:p>
            <a:r>
              <a:rPr lang="en-US" sz="2400" dirty="0">
                <a:solidFill>
                  <a:schemeClr val="bg1"/>
                </a:solidFill>
                <a:latin typeface="Bauhaus 93" panose="04030905020B02020C02" pitchFamily="82" charset="0"/>
              </a:rPr>
              <a:t>							ROSHNI PATOA</a:t>
            </a:r>
          </a:p>
        </p:txBody>
      </p:sp>
      <p:sp>
        <p:nvSpPr>
          <p:cNvPr id="4" name="TextBox 3">
            <a:extLst>
              <a:ext uri="{FF2B5EF4-FFF2-40B4-BE49-F238E27FC236}">
                <a16:creationId xmlns:a16="http://schemas.microsoft.com/office/drawing/2014/main" id="{8470E54E-C719-33CA-B55E-D4EDFD272918}"/>
              </a:ext>
            </a:extLst>
          </p:cNvPr>
          <p:cNvSpPr txBox="1"/>
          <p:nvPr/>
        </p:nvSpPr>
        <p:spPr>
          <a:xfrm>
            <a:off x="7329489" y="342900"/>
            <a:ext cx="4457700" cy="369332"/>
          </a:xfrm>
          <a:prstGeom prst="rect">
            <a:avLst/>
          </a:prstGeom>
          <a:noFill/>
        </p:spPr>
        <p:txBody>
          <a:bodyPr wrap="square" rtlCol="0">
            <a:spAutoFit/>
          </a:bodyPr>
          <a:lstStyle/>
          <a:p>
            <a:r>
              <a:rPr lang="en-US" dirty="0">
                <a:solidFill>
                  <a:schemeClr val="bg1"/>
                </a:solidFill>
                <a:latin typeface="Bradley Hand ITC" panose="03070402050302030203" pitchFamily="66" charset="0"/>
              </a:rPr>
              <a:t>COMPUTER SYSTEM ARCHITECTURE</a:t>
            </a:r>
          </a:p>
        </p:txBody>
      </p:sp>
    </p:spTree>
    <p:extLst>
      <p:ext uri="{BB962C8B-B14F-4D97-AF65-F5344CB8AC3E}">
        <p14:creationId xmlns:p14="http://schemas.microsoft.com/office/powerpoint/2010/main" val="1208789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D3B0F-E2FD-E156-7022-8EFCED276285}"/>
              </a:ext>
            </a:extLst>
          </p:cNvPr>
          <p:cNvSpPr>
            <a:spLocks noGrp="1"/>
          </p:cNvSpPr>
          <p:nvPr>
            <p:ph type="title"/>
          </p:nvPr>
        </p:nvSpPr>
        <p:spPr>
          <a:xfrm>
            <a:off x="1141413" y="0"/>
            <a:ext cx="9905998" cy="1478570"/>
          </a:xfrm>
        </p:spPr>
        <p:txBody>
          <a:bodyPr>
            <a:normAutofit/>
          </a:bodyPr>
          <a:lstStyle/>
          <a:p>
            <a:pPr algn="ctr"/>
            <a:r>
              <a:rPr lang="en-US" sz="4800" dirty="0">
                <a:solidFill>
                  <a:schemeClr val="bg1"/>
                </a:solidFill>
                <a:latin typeface="Bodoni MT Black" panose="02070A03080606020203" pitchFamily="18" charset="0"/>
              </a:rPr>
              <a:t>MULTIPLEXER</a:t>
            </a:r>
          </a:p>
        </p:txBody>
      </p:sp>
      <p:sp>
        <p:nvSpPr>
          <p:cNvPr id="6" name="TextBox 5">
            <a:extLst>
              <a:ext uri="{FF2B5EF4-FFF2-40B4-BE49-F238E27FC236}">
                <a16:creationId xmlns:a16="http://schemas.microsoft.com/office/drawing/2014/main" id="{81215BE8-C00B-501B-19CB-1470DE5308A5}"/>
              </a:ext>
            </a:extLst>
          </p:cNvPr>
          <p:cNvSpPr txBox="1"/>
          <p:nvPr/>
        </p:nvSpPr>
        <p:spPr>
          <a:xfrm>
            <a:off x="1284287" y="1343025"/>
            <a:ext cx="10488612" cy="2677656"/>
          </a:xfrm>
          <a:prstGeom prst="rect">
            <a:avLst/>
          </a:prstGeom>
          <a:noFill/>
        </p:spPr>
        <p:txBody>
          <a:bodyPr wrap="square" rtlCol="0">
            <a:spAutoFit/>
          </a:bodyPr>
          <a:lstStyle/>
          <a:p>
            <a:pPr rtl="0" fontAlgn="base">
              <a:buFont typeface="Arial" panose="020B0604020202020204" pitchFamily="34" charset="0"/>
              <a:buChar char="•"/>
            </a:pPr>
            <a:r>
              <a:rPr lang="en-US" sz="2800" dirty="0">
                <a:solidFill>
                  <a:schemeClr val="bg1"/>
                </a:solidFill>
                <a:latin typeface="Bahnschrift" panose="020B0502040204020203" pitchFamily="34" charset="0"/>
              </a:rPr>
              <a:t>A multiplexer is a combinational circuit that has 2^n input lines and a single output line. </a:t>
            </a:r>
          </a:p>
          <a:p>
            <a:pPr rtl="0" fontAlgn="base">
              <a:buFont typeface="Arial" panose="020B0604020202020204" pitchFamily="34" charset="0"/>
              <a:buChar char="•"/>
            </a:pPr>
            <a:r>
              <a:rPr lang="en-US" sz="2800" dirty="0">
                <a:solidFill>
                  <a:schemeClr val="bg1"/>
                </a:solidFill>
                <a:latin typeface="Bahnschrift" panose="020B0502040204020203" pitchFamily="34" charset="0"/>
              </a:rPr>
              <a:t>A multiplexer is an electronic switch that connects one out of ‘n’ inputs to an output.</a:t>
            </a:r>
          </a:p>
          <a:p>
            <a:pPr rtl="0" fontAlgn="base">
              <a:buFont typeface="Arial" panose="020B0604020202020204" pitchFamily="34" charset="0"/>
              <a:buChar char="•"/>
            </a:pPr>
            <a:r>
              <a:rPr lang="en-US" sz="2800" dirty="0">
                <a:solidFill>
                  <a:schemeClr val="bg1"/>
                </a:solidFill>
                <a:latin typeface="Bahnschrift" panose="020B0502040204020203" pitchFamily="34" charset="0"/>
              </a:rPr>
              <a:t>It is functionally complete i.e. all Boolean functions can be realized using one multiplexer without any other gates.</a:t>
            </a:r>
          </a:p>
        </p:txBody>
      </p:sp>
      <p:pic>
        <p:nvPicPr>
          <p:cNvPr id="8" name="Picture 7">
            <a:extLst>
              <a:ext uri="{FF2B5EF4-FFF2-40B4-BE49-F238E27FC236}">
                <a16:creationId xmlns:a16="http://schemas.microsoft.com/office/drawing/2014/main" id="{21992149-C6C7-7535-0ECE-A2F6208849FB}"/>
              </a:ext>
            </a:extLst>
          </p:cNvPr>
          <p:cNvPicPr>
            <a:picLocks noChangeAspect="1"/>
          </p:cNvPicPr>
          <p:nvPr/>
        </p:nvPicPr>
        <p:blipFill>
          <a:blip r:embed="rId2"/>
          <a:stretch>
            <a:fillRect/>
          </a:stretch>
        </p:blipFill>
        <p:spPr>
          <a:xfrm>
            <a:off x="4686300" y="4176147"/>
            <a:ext cx="3108213" cy="2450003"/>
          </a:xfrm>
          <a:prstGeom prst="rect">
            <a:avLst/>
          </a:prstGeom>
        </p:spPr>
      </p:pic>
    </p:spTree>
    <p:extLst>
      <p:ext uri="{BB962C8B-B14F-4D97-AF65-F5344CB8AC3E}">
        <p14:creationId xmlns:p14="http://schemas.microsoft.com/office/powerpoint/2010/main" val="1901894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90CF3-8E2F-EF9D-A4D0-C3D518F4F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2B62F-1825-48F8-ACD8-1D13E72FFBD1}"/>
              </a:ext>
            </a:extLst>
          </p:cNvPr>
          <p:cNvSpPr>
            <a:spLocks noGrp="1"/>
          </p:cNvSpPr>
          <p:nvPr>
            <p:ph type="title"/>
          </p:nvPr>
        </p:nvSpPr>
        <p:spPr>
          <a:xfrm>
            <a:off x="1141413" y="0"/>
            <a:ext cx="9905998" cy="1478570"/>
          </a:xfrm>
        </p:spPr>
        <p:txBody>
          <a:bodyPr>
            <a:normAutofit/>
          </a:bodyPr>
          <a:lstStyle/>
          <a:p>
            <a:pPr algn="ctr"/>
            <a:r>
              <a:rPr lang="en-US" sz="4800" dirty="0">
                <a:solidFill>
                  <a:schemeClr val="bg1"/>
                </a:solidFill>
                <a:latin typeface="Bodoni MT Black" panose="02070A03080606020203" pitchFamily="18" charset="0"/>
              </a:rPr>
              <a:t>2X1 MULTIPLEXER</a:t>
            </a:r>
          </a:p>
        </p:txBody>
      </p:sp>
      <p:sp>
        <p:nvSpPr>
          <p:cNvPr id="3" name="TextBox 2">
            <a:extLst>
              <a:ext uri="{FF2B5EF4-FFF2-40B4-BE49-F238E27FC236}">
                <a16:creationId xmlns:a16="http://schemas.microsoft.com/office/drawing/2014/main" id="{23B4050D-84AE-4AAF-101B-5574016D603D}"/>
              </a:ext>
            </a:extLst>
          </p:cNvPr>
          <p:cNvSpPr txBox="1"/>
          <p:nvPr/>
        </p:nvSpPr>
        <p:spPr>
          <a:xfrm>
            <a:off x="985838" y="1478570"/>
            <a:ext cx="10472737" cy="2954655"/>
          </a:xfrm>
          <a:prstGeom prst="rect">
            <a:avLst/>
          </a:prstGeom>
          <a:noFill/>
        </p:spPr>
        <p:txBody>
          <a:bodyPr wrap="square">
            <a:spAutoFit/>
          </a:bodyPr>
          <a:lstStyle/>
          <a:p>
            <a:r>
              <a:rPr lang="en-US" sz="2800" dirty="0">
                <a:solidFill>
                  <a:schemeClr val="bg1"/>
                </a:solidFill>
                <a:latin typeface="Bahnschrift" panose="020B0502040204020203" pitchFamily="34" charset="0"/>
              </a:rPr>
              <a:t>In 2×1 multiplexer, there are only two inputs, i.e., A0 and A1, 1 selection line, i.e., S0 and single outputs, i.e., Y. On the basis of the combination of inputs which are present at the selection line S0, one of these 2 inputs will be connected to the output. The block diagram and the truth table of the 2×1 multiplexer are given below.</a:t>
            </a:r>
            <a:br>
              <a:rPr lang="en-US" b="0" i="0" dirty="0">
                <a:solidFill>
                  <a:srgbClr val="333333"/>
                </a:solidFill>
                <a:effectLst/>
                <a:latin typeface="Bahnschrift" panose="020B0502040204020203" pitchFamily="34" charset="0"/>
              </a:rPr>
            </a:br>
            <a:endParaRPr lang="en-US" dirty="0">
              <a:latin typeface="Bahnschrift" panose="020B0502040204020203" pitchFamily="34" charset="0"/>
            </a:endParaRPr>
          </a:p>
        </p:txBody>
      </p:sp>
      <p:pic>
        <p:nvPicPr>
          <p:cNvPr id="8" name="Picture 7">
            <a:extLst>
              <a:ext uri="{FF2B5EF4-FFF2-40B4-BE49-F238E27FC236}">
                <a16:creationId xmlns:a16="http://schemas.microsoft.com/office/drawing/2014/main" id="{61DBB3CE-7C58-A314-78D0-3EA1AAD8C2A0}"/>
              </a:ext>
            </a:extLst>
          </p:cNvPr>
          <p:cNvPicPr>
            <a:picLocks noChangeAspect="1"/>
          </p:cNvPicPr>
          <p:nvPr/>
        </p:nvPicPr>
        <p:blipFill>
          <a:blip r:embed="rId2"/>
          <a:stretch>
            <a:fillRect/>
          </a:stretch>
        </p:blipFill>
        <p:spPr>
          <a:xfrm>
            <a:off x="3886201" y="3902717"/>
            <a:ext cx="4072167" cy="2742240"/>
          </a:xfrm>
          <a:prstGeom prst="rect">
            <a:avLst/>
          </a:prstGeom>
        </p:spPr>
      </p:pic>
    </p:spTree>
    <p:extLst>
      <p:ext uri="{BB962C8B-B14F-4D97-AF65-F5344CB8AC3E}">
        <p14:creationId xmlns:p14="http://schemas.microsoft.com/office/powerpoint/2010/main" val="17632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5331B-6F5C-1422-C2BF-9782A6176D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A94ED3-8F15-9CA4-EDDC-6F2140EAC265}"/>
              </a:ext>
            </a:extLst>
          </p:cNvPr>
          <p:cNvSpPr>
            <a:spLocks noGrp="1"/>
          </p:cNvSpPr>
          <p:nvPr>
            <p:ph type="title"/>
          </p:nvPr>
        </p:nvSpPr>
        <p:spPr>
          <a:xfrm>
            <a:off x="0" y="185738"/>
            <a:ext cx="12192000" cy="1478570"/>
          </a:xfrm>
        </p:spPr>
        <p:txBody>
          <a:bodyPr>
            <a:normAutofit/>
          </a:bodyPr>
          <a:lstStyle/>
          <a:p>
            <a:pPr algn="ctr"/>
            <a:r>
              <a:rPr lang="en-US" sz="4800" dirty="0">
                <a:solidFill>
                  <a:schemeClr val="bg1"/>
                </a:solidFill>
                <a:latin typeface="Bodoni MT Black" panose="02070A03080606020203" pitchFamily="18" charset="0"/>
              </a:rPr>
              <a:t>Truth Table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2X1 MULTIPLEXER</a:t>
            </a:r>
          </a:p>
        </p:txBody>
      </p:sp>
      <p:pic>
        <p:nvPicPr>
          <p:cNvPr id="5" name="Picture 4">
            <a:extLst>
              <a:ext uri="{FF2B5EF4-FFF2-40B4-BE49-F238E27FC236}">
                <a16:creationId xmlns:a16="http://schemas.microsoft.com/office/drawing/2014/main" id="{E32B6FBB-BFF7-7C03-6EEE-831BC9F12FA9}"/>
              </a:ext>
            </a:extLst>
          </p:cNvPr>
          <p:cNvPicPr>
            <a:picLocks noChangeAspect="1"/>
          </p:cNvPicPr>
          <p:nvPr/>
        </p:nvPicPr>
        <p:blipFill>
          <a:blip r:embed="rId2"/>
          <a:stretch>
            <a:fillRect/>
          </a:stretch>
        </p:blipFill>
        <p:spPr>
          <a:xfrm>
            <a:off x="4290882" y="1919188"/>
            <a:ext cx="3610235" cy="2195612"/>
          </a:xfrm>
          <a:prstGeom prst="rect">
            <a:avLst/>
          </a:prstGeom>
        </p:spPr>
      </p:pic>
      <p:sp>
        <p:nvSpPr>
          <p:cNvPr id="7" name="TextBox 6">
            <a:extLst>
              <a:ext uri="{FF2B5EF4-FFF2-40B4-BE49-F238E27FC236}">
                <a16:creationId xmlns:a16="http://schemas.microsoft.com/office/drawing/2014/main" id="{3EE6E704-887B-8735-CF2C-C0A0743D1609}"/>
              </a:ext>
            </a:extLst>
          </p:cNvPr>
          <p:cNvSpPr txBox="1"/>
          <p:nvPr/>
        </p:nvSpPr>
        <p:spPr>
          <a:xfrm>
            <a:off x="2557463" y="4369680"/>
            <a:ext cx="8036718" cy="954107"/>
          </a:xfrm>
          <a:prstGeom prst="rect">
            <a:avLst/>
          </a:prstGeom>
          <a:noFill/>
        </p:spPr>
        <p:txBody>
          <a:bodyPr wrap="square">
            <a:spAutoFit/>
          </a:bodyPr>
          <a:lstStyle/>
          <a:p>
            <a:pPr algn="just"/>
            <a:r>
              <a:rPr lang="en-US" sz="2800" b="0" i="0" dirty="0">
                <a:solidFill>
                  <a:schemeClr val="bg1"/>
                </a:solidFill>
                <a:effectLst/>
                <a:latin typeface="Bahnschrift" panose="020B0502040204020203" pitchFamily="34" charset="0"/>
              </a:rPr>
              <a:t>The logical expression of the term Y is as follows:</a:t>
            </a:r>
          </a:p>
          <a:p>
            <a:pPr algn="just"/>
            <a:r>
              <a:rPr lang="en-US" sz="2800" b="0" i="0" dirty="0">
                <a:solidFill>
                  <a:schemeClr val="bg1"/>
                </a:solidFill>
                <a:effectLst/>
                <a:latin typeface="Bahnschrift" panose="020B0502040204020203" pitchFamily="34" charset="0"/>
              </a:rPr>
              <a:t>Y=S</a:t>
            </a:r>
            <a:r>
              <a:rPr lang="en-US" sz="2800" b="0" i="0" baseline="-25000" dirty="0">
                <a:solidFill>
                  <a:schemeClr val="bg1"/>
                </a:solidFill>
                <a:effectLst/>
                <a:latin typeface="Bahnschrift" panose="020B0502040204020203" pitchFamily="34" charset="0"/>
              </a:rPr>
              <a:t>0</a:t>
            </a:r>
            <a:r>
              <a:rPr lang="en-US" sz="2800" b="0" i="0" dirty="0">
                <a:solidFill>
                  <a:schemeClr val="bg1"/>
                </a:solidFill>
                <a:effectLst/>
                <a:latin typeface="Bahnschrift" panose="020B0502040204020203" pitchFamily="34" charset="0"/>
              </a:rPr>
              <a:t>'.A</a:t>
            </a:r>
            <a:r>
              <a:rPr lang="en-US" sz="2800" b="0" i="0" baseline="-25000" dirty="0">
                <a:solidFill>
                  <a:schemeClr val="bg1"/>
                </a:solidFill>
                <a:effectLst/>
                <a:latin typeface="Bahnschrift" panose="020B0502040204020203" pitchFamily="34" charset="0"/>
              </a:rPr>
              <a:t>0</a:t>
            </a:r>
            <a:r>
              <a:rPr lang="en-US" sz="2800" b="0" i="0" dirty="0">
                <a:solidFill>
                  <a:schemeClr val="bg1"/>
                </a:solidFill>
                <a:effectLst/>
                <a:latin typeface="Bahnschrift" panose="020B0502040204020203" pitchFamily="34" charset="0"/>
              </a:rPr>
              <a:t>+S</a:t>
            </a:r>
            <a:r>
              <a:rPr lang="en-US" sz="2800" b="0" i="0" baseline="-25000" dirty="0">
                <a:solidFill>
                  <a:schemeClr val="bg1"/>
                </a:solidFill>
                <a:effectLst/>
                <a:latin typeface="Bahnschrift" panose="020B0502040204020203" pitchFamily="34" charset="0"/>
              </a:rPr>
              <a:t>0</a:t>
            </a:r>
            <a:r>
              <a:rPr lang="en-US" sz="2800" b="0" i="0" dirty="0">
                <a:solidFill>
                  <a:schemeClr val="bg1"/>
                </a:solidFill>
                <a:effectLst/>
                <a:latin typeface="Bahnschrift" panose="020B0502040204020203" pitchFamily="34" charset="0"/>
              </a:rPr>
              <a:t>.A</a:t>
            </a:r>
            <a:r>
              <a:rPr lang="en-US" sz="2800" b="0" i="0" baseline="-25000" dirty="0">
                <a:solidFill>
                  <a:schemeClr val="bg1"/>
                </a:solidFill>
                <a:effectLst/>
                <a:latin typeface="Bahnschrift" panose="020B0502040204020203" pitchFamily="34" charset="0"/>
              </a:rPr>
              <a:t>1</a:t>
            </a:r>
            <a:endParaRPr lang="en-US" sz="2800" b="0" i="0" dirty="0">
              <a:solidFill>
                <a:schemeClr val="bg1"/>
              </a:solidFill>
              <a:effectLst/>
              <a:latin typeface="Bahnschrift" panose="020B0502040204020203" pitchFamily="34" charset="0"/>
            </a:endParaRPr>
          </a:p>
        </p:txBody>
      </p:sp>
    </p:spTree>
    <p:extLst>
      <p:ext uri="{BB962C8B-B14F-4D97-AF65-F5344CB8AC3E}">
        <p14:creationId xmlns:p14="http://schemas.microsoft.com/office/powerpoint/2010/main" val="3205358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904CF-CB0D-F3FF-AF34-531DD1CAB39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9564D1-72B9-E4AF-7DC2-B6B04871847A}"/>
              </a:ext>
            </a:extLst>
          </p:cNvPr>
          <p:cNvSpPr txBox="1"/>
          <p:nvPr/>
        </p:nvSpPr>
        <p:spPr>
          <a:xfrm>
            <a:off x="985838" y="1478570"/>
            <a:ext cx="10472737" cy="646331"/>
          </a:xfrm>
          <a:prstGeom prst="rect">
            <a:avLst/>
          </a:prstGeom>
          <a:noFill/>
        </p:spPr>
        <p:txBody>
          <a:bodyPr wrap="square">
            <a:spAutoFit/>
          </a:bodyPr>
          <a:lstStyle/>
          <a:p>
            <a:br>
              <a:rPr lang="en-US" b="0" i="0" dirty="0">
                <a:solidFill>
                  <a:srgbClr val="333333"/>
                </a:solidFill>
                <a:effectLst/>
                <a:latin typeface="Bahnschrift" panose="020B0502040204020203" pitchFamily="34" charset="0"/>
              </a:rPr>
            </a:br>
            <a:endParaRPr lang="en-US" dirty="0">
              <a:latin typeface="Bahnschrift" panose="020B0502040204020203" pitchFamily="34" charset="0"/>
            </a:endParaRPr>
          </a:p>
        </p:txBody>
      </p:sp>
      <p:sp>
        <p:nvSpPr>
          <p:cNvPr id="8" name="Title 1">
            <a:extLst>
              <a:ext uri="{FF2B5EF4-FFF2-40B4-BE49-F238E27FC236}">
                <a16:creationId xmlns:a16="http://schemas.microsoft.com/office/drawing/2014/main" id="{7237722D-03F0-B8F9-4938-C2F97B6C582E}"/>
              </a:ext>
            </a:extLst>
          </p:cNvPr>
          <p:cNvSpPr txBox="1">
            <a:spLocks/>
          </p:cNvSpPr>
          <p:nvPr/>
        </p:nvSpPr>
        <p:spPr>
          <a:xfrm>
            <a:off x="0" y="185738"/>
            <a:ext cx="12192000"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800" dirty="0">
                <a:solidFill>
                  <a:schemeClr val="bg1"/>
                </a:solidFill>
                <a:latin typeface="Bodoni MT Black" panose="02070A03080606020203" pitchFamily="18" charset="0"/>
              </a:rPr>
              <a:t>LOGIC DIAGRAM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2X1 MULTIPLEXER</a:t>
            </a:r>
          </a:p>
        </p:txBody>
      </p:sp>
      <p:pic>
        <p:nvPicPr>
          <p:cNvPr id="10" name="Picture 9">
            <a:extLst>
              <a:ext uri="{FF2B5EF4-FFF2-40B4-BE49-F238E27FC236}">
                <a16:creationId xmlns:a16="http://schemas.microsoft.com/office/drawing/2014/main" id="{BAA859E6-72B3-0B53-5046-5935BCB0AB0B}"/>
              </a:ext>
            </a:extLst>
          </p:cNvPr>
          <p:cNvPicPr>
            <a:picLocks noChangeAspect="1"/>
          </p:cNvPicPr>
          <p:nvPr/>
        </p:nvPicPr>
        <p:blipFill>
          <a:blip r:embed="rId2"/>
          <a:stretch>
            <a:fillRect/>
          </a:stretch>
        </p:blipFill>
        <p:spPr>
          <a:xfrm>
            <a:off x="2998707" y="2400124"/>
            <a:ext cx="6194585" cy="3586339"/>
          </a:xfrm>
          <a:prstGeom prst="rect">
            <a:avLst/>
          </a:prstGeom>
        </p:spPr>
      </p:pic>
    </p:spTree>
    <p:extLst>
      <p:ext uri="{BB962C8B-B14F-4D97-AF65-F5344CB8AC3E}">
        <p14:creationId xmlns:p14="http://schemas.microsoft.com/office/powerpoint/2010/main" val="3115615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AC0A0-9729-3ED5-59B2-F4C7FAC05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4DD1F-9F26-BC2D-75D7-D72C50256ACA}"/>
              </a:ext>
            </a:extLst>
          </p:cNvPr>
          <p:cNvSpPr>
            <a:spLocks noGrp="1"/>
          </p:cNvSpPr>
          <p:nvPr>
            <p:ph type="title"/>
          </p:nvPr>
        </p:nvSpPr>
        <p:spPr>
          <a:xfrm>
            <a:off x="1141413" y="0"/>
            <a:ext cx="9905998" cy="1478570"/>
          </a:xfrm>
        </p:spPr>
        <p:txBody>
          <a:bodyPr>
            <a:normAutofit/>
          </a:bodyPr>
          <a:lstStyle/>
          <a:p>
            <a:pPr algn="ctr"/>
            <a:r>
              <a:rPr lang="en-US" sz="4800" dirty="0">
                <a:solidFill>
                  <a:schemeClr val="bg1"/>
                </a:solidFill>
                <a:latin typeface="Bodoni MT Black" panose="02070A03080606020203" pitchFamily="18" charset="0"/>
              </a:rPr>
              <a:t>4X1 MULTIPLEXER</a:t>
            </a:r>
          </a:p>
        </p:txBody>
      </p:sp>
      <p:sp>
        <p:nvSpPr>
          <p:cNvPr id="3" name="TextBox 2">
            <a:extLst>
              <a:ext uri="{FF2B5EF4-FFF2-40B4-BE49-F238E27FC236}">
                <a16:creationId xmlns:a16="http://schemas.microsoft.com/office/drawing/2014/main" id="{A614B207-1CFD-5BFA-888A-C6022094B5B1}"/>
              </a:ext>
            </a:extLst>
          </p:cNvPr>
          <p:cNvSpPr txBox="1"/>
          <p:nvPr/>
        </p:nvSpPr>
        <p:spPr>
          <a:xfrm>
            <a:off x="985838" y="1278545"/>
            <a:ext cx="10472737" cy="2954655"/>
          </a:xfrm>
          <a:prstGeom prst="rect">
            <a:avLst/>
          </a:prstGeom>
          <a:noFill/>
        </p:spPr>
        <p:txBody>
          <a:bodyPr wrap="square">
            <a:spAutoFit/>
          </a:bodyPr>
          <a:lstStyle/>
          <a:p>
            <a:r>
              <a:rPr lang="en-US" sz="2800" dirty="0">
                <a:solidFill>
                  <a:schemeClr val="bg1"/>
                </a:solidFill>
                <a:latin typeface="Bahnschrift" panose="020B0502040204020203" pitchFamily="34" charset="0"/>
              </a:rPr>
              <a:t>In the 4×1 multiplexer, there is a total of four inputs, i.e., A0, A1, A2, and A3, 2 selection lines, i.e., S0 and S1 and single output, i.e., Y. On the basis of the combination of inputs that are present at the selection lines S0 and S1, one of these 4 inputs are connected to the output. The block diagram and the truth table of the 4×1 multiplexer are given below.</a:t>
            </a:r>
            <a:br>
              <a:rPr lang="en-US" b="0" i="0" dirty="0">
                <a:solidFill>
                  <a:srgbClr val="333333"/>
                </a:solidFill>
                <a:effectLst/>
                <a:latin typeface="Bahnschrift" panose="020B0502040204020203" pitchFamily="34" charset="0"/>
              </a:rPr>
            </a:br>
            <a:endParaRPr lang="en-US" dirty="0">
              <a:latin typeface="Bahnschrift" panose="020B0502040204020203" pitchFamily="34" charset="0"/>
            </a:endParaRPr>
          </a:p>
        </p:txBody>
      </p:sp>
      <p:pic>
        <p:nvPicPr>
          <p:cNvPr id="5" name="Picture 4">
            <a:extLst>
              <a:ext uri="{FF2B5EF4-FFF2-40B4-BE49-F238E27FC236}">
                <a16:creationId xmlns:a16="http://schemas.microsoft.com/office/drawing/2014/main" id="{837B89CB-0060-34AA-BFF0-8C61205C02DF}"/>
              </a:ext>
            </a:extLst>
          </p:cNvPr>
          <p:cNvPicPr>
            <a:picLocks noChangeAspect="1"/>
          </p:cNvPicPr>
          <p:nvPr/>
        </p:nvPicPr>
        <p:blipFill>
          <a:blip r:embed="rId2"/>
          <a:stretch>
            <a:fillRect/>
          </a:stretch>
        </p:blipFill>
        <p:spPr>
          <a:xfrm>
            <a:off x="4767030" y="4029075"/>
            <a:ext cx="2402711" cy="2533893"/>
          </a:xfrm>
          <a:prstGeom prst="rect">
            <a:avLst/>
          </a:prstGeom>
        </p:spPr>
      </p:pic>
    </p:spTree>
    <p:extLst>
      <p:ext uri="{BB962C8B-B14F-4D97-AF65-F5344CB8AC3E}">
        <p14:creationId xmlns:p14="http://schemas.microsoft.com/office/powerpoint/2010/main" val="1894973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DD599-C31F-881D-39D6-8C6E4394F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4FD1F-C343-0A03-3F4A-5B41D57648AD}"/>
              </a:ext>
            </a:extLst>
          </p:cNvPr>
          <p:cNvSpPr>
            <a:spLocks noGrp="1"/>
          </p:cNvSpPr>
          <p:nvPr>
            <p:ph type="title"/>
          </p:nvPr>
        </p:nvSpPr>
        <p:spPr>
          <a:xfrm>
            <a:off x="0" y="185738"/>
            <a:ext cx="12192000" cy="1478570"/>
          </a:xfrm>
        </p:spPr>
        <p:txBody>
          <a:bodyPr>
            <a:normAutofit/>
          </a:bodyPr>
          <a:lstStyle/>
          <a:p>
            <a:pPr algn="ctr"/>
            <a:r>
              <a:rPr lang="en-US" sz="4800" dirty="0">
                <a:solidFill>
                  <a:schemeClr val="bg1"/>
                </a:solidFill>
                <a:latin typeface="Bodoni MT Black" panose="02070A03080606020203" pitchFamily="18" charset="0"/>
              </a:rPr>
              <a:t>Truth Table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4X1 MULTIPLEXER</a:t>
            </a:r>
          </a:p>
        </p:txBody>
      </p:sp>
      <p:sp>
        <p:nvSpPr>
          <p:cNvPr id="7" name="TextBox 6">
            <a:extLst>
              <a:ext uri="{FF2B5EF4-FFF2-40B4-BE49-F238E27FC236}">
                <a16:creationId xmlns:a16="http://schemas.microsoft.com/office/drawing/2014/main" id="{A223B513-76B5-B74D-AA3C-381DEDBA016D}"/>
              </a:ext>
            </a:extLst>
          </p:cNvPr>
          <p:cNvSpPr txBox="1"/>
          <p:nvPr/>
        </p:nvSpPr>
        <p:spPr>
          <a:xfrm>
            <a:off x="2500313" y="5193691"/>
            <a:ext cx="8036718" cy="954107"/>
          </a:xfrm>
          <a:prstGeom prst="rect">
            <a:avLst/>
          </a:prstGeom>
          <a:noFill/>
        </p:spPr>
        <p:txBody>
          <a:bodyPr wrap="square">
            <a:spAutoFit/>
          </a:bodyPr>
          <a:lstStyle/>
          <a:p>
            <a:pPr algn="just"/>
            <a:r>
              <a:rPr lang="en-US" sz="2800" b="0" i="0" dirty="0">
                <a:solidFill>
                  <a:schemeClr val="bg1"/>
                </a:solidFill>
                <a:effectLst/>
                <a:latin typeface="Bahnschrift" panose="020B0502040204020203" pitchFamily="34" charset="0"/>
              </a:rPr>
              <a:t>The logical expression of the term Y is as follows:</a:t>
            </a:r>
          </a:p>
          <a:p>
            <a:pPr algn="just"/>
            <a:r>
              <a:rPr lang="en-US" sz="2800" b="0" i="0" dirty="0">
                <a:solidFill>
                  <a:schemeClr val="bg1"/>
                </a:solidFill>
                <a:effectLst/>
                <a:latin typeface="Bahnschrift" panose="020B0502040204020203" pitchFamily="34" charset="0"/>
              </a:rPr>
              <a:t>Y=</a:t>
            </a:r>
            <a:r>
              <a:rPr lang="en-US" sz="2800" dirty="0">
                <a:solidFill>
                  <a:schemeClr val="bg1"/>
                </a:solidFill>
                <a:latin typeface="Bahnschrift" panose="020B0502040204020203" pitchFamily="34" charset="0"/>
              </a:rPr>
              <a:t>S1' S0' A0+S1' S0 A1+S1 S0' A2+S1 S0 A3</a:t>
            </a:r>
          </a:p>
        </p:txBody>
      </p:sp>
      <p:pic>
        <p:nvPicPr>
          <p:cNvPr id="4" name="Picture 3">
            <a:extLst>
              <a:ext uri="{FF2B5EF4-FFF2-40B4-BE49-F238E27FC236}">
                <a16:creationId xmlns:a16="http://schemas.microsoft.com/office/drawing/2014/main" id="{E0C03093-C2F4-0AB9-3670-8260B34A9DFA}"/>
              </a:ext>
            </a:extLst>
          </p:cNvPr>
          <p:cNvPicPr>
            <a:picLocks noChangeAspect="1"/>
          </p:cNvPicPr>
          <p:nvPr/>
        </p:nvPicPr>
        <p:blipFill>
          <a:blip r:embed="rId2"/>
          <a:stretch>
            <a:fillRect/>
          </a:stretch>
        </p:blipFill>
        <p:spPr>
          <a:xfrm>
            <a:off x="4276647" y="1858447"/>
            <a:ext cx="3638705" cy="3141105"/>
          </a:xfrm>
          <a:prstGeom prst="rect">
            <a:avLst/>
          </a:prstGeom>
        </p:spPr>
      </p:pic>
    </p:spTree>
    <p:extLst>
      <p:ext uri="{BB962C8B-B14F-4D97-AF65-F5344CB8AC3E}">
        <p14:creationId xmlns:p14="http://schemas.microsoft.com/office/powerpoint/2010/main" val="2300266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030B1-B471-7C54-F9BD-27B1C733E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778FB23-76F8-7333-CFD8-6E1581C7AE4E}"/>
              </a:ext>
            </a:extLst>
          </p:cNvPr>
          <p:cNvSpPr txBox="1"/>
          <p:nvPr/>
        </p:nvSpPr>
        <p:spPr>
          <a:xfrm>
            <a:off x="985838" y="1478570"/>
            <a:ext cx="10472737" cy="646331"/>
          </a:xfrm>
          <a:prstGeom prst="rect">
            <a:avLst/>
          </a:prstGeom>
          <a:noFill/>
        </p:spPr>
        <p:txBody>
          <a:bodyPr wrap="square">
            <a:spAutoFit/>
          </a:bodyPr>
          <a:lstStyle/>
          <a:p>
            <a:br>
              <a:rPr lang="en-US" b="0" i="0" dirty="0">
                <a:solidFill>
                  <a:srgbClr val="333333"/>
                </a:solidFill>
                <a:effectLst/>
                <a:latin typeface="Bahnschrift" panose="020B0502040204020203" pitchFamily="34" charset="0"/>
              </a:rPr>
            </a:br>
            <a:endParaRPr lang="en-US" dirty="0">
              <a:latin typeface="Bahnschrift" panose="020B0502040204020203" pitchFamily="34" charset="0"/>
            </a:endParaRPr>
          </a:p>
        </p:txBody>
      </p:sp>
      <p:sp>
        <p:nvSpPr>
          <p:cNvPr id="8" name="Title 1">
            <a:extLst>
              <a:ext uri="{FF2B5EF4-FFF2-40B4-BE49-F238E27FC236}">
                <a16:creationId xmlns:a16="http://schemas.microsoft.com/office/drawing/2014/main" id="{EAAC6A7A-480B-7CAE-644B-5221E1FC78D0}"/>
              </a:ext>
            </a:extLst>
          </p:cNvPr>
          <p:cNvSpPr txBox="1">
            <a:spLocks/>
          </p:cNvSpPr>
          <p:nvPr/>
        </p:nvSpPr>
        <p:spPr>
          <a:xfrm>
            <a:off x="0" y="185738"/>
            <a:ext cx="12192000"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800" dirty="0">
                <a:solidFill>
                  <a:schemeClr val="bg1"/>
                </a:solidFill>
                <a:latin typeface="Bodoni MT Black" panose="02070A03080606020203" pitchFamily="18" charset="0"/>
              </a:rPr>
              <a:t>LOGIC DIAGRAM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4X1 MULTIPLEXER</a:t>
            </a:r>
          </a:p>
        </p:txBody>
      </p:sp>
      <p:pic>
        <p:nvPicPr>
          <p:cNvPr id="3" name="Picture 2">
            <a:extLst>
              <a:ext uri="{FF2B5EF4-FFF2-40B4-BE49-F238E27FC236}">
                <a16:creationId xmlns:a16="http://schemas.microsoft.com/office/drawing/2014/main" id="{FCB539FD-6662-3D7F-5CA2-E5EFF7D37DFD}"/>
              </a:ext>
            </a:extLst>
          </p:cNvPr>
          <p:cNvPicPr>
            <a:picLocks noChangeAspect="1"/>
          </p:cNvPicPr>
          <p:nvPr/>
        </p:nvPicPr>
        <p:blipFill>
          <a:blip r:embed="rId2"/>
          <a:stretch>
            <a:fillRect/>
          </a:stretch>
        </p:blipFill>
        <p:spPr>
          <a:xfrm>
            <a:off x="2853230" y="2124901"/>
            <a:ext cx="6737951" cy="3838798"/>
          </a:xfrm>
          <a:prstGeom prst="rect">
            <a:avLst/>
          </a:prstGeom>
        </p:spPr>
      </p:pic>
    </p:spTree>
    <p:extLst>
      <p:ext uri="{BB962C8B-B14F-4D97-AF65-F5344CB8AC3E}">
        <p14:creationId xmlns:p14="http://schemas.microsoft.com/office/powerpoint/2010/main" val="664339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5C6A1-0803-1DB9-CA0E-091BAD1EF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0D702-9193-3EED-C9E5-E4586DE94C13}"/>
              </a:ext>
            </a:extLst>
          </p:cNvPr>
          <p:cNvSpPr>
            <a:spLocks noGrp="1"/>
          </p:cNvSpPr>
          <p:nvPr>
            <p:ph type="title"/>
          </p:nvPr>
        </p:nvSpPr>
        <p:spPr>
          <a:xfrm>
            <a:off x="1141413" y="0"/>
            <a:ext cx="9905998" cy="1478570"/>
          </a:xfrm>
        </p:spPr>
        <p:txBody>
          <a:bodyPr>
            <a:normAutofit/>
          </a:bodyPr>
          <a:lstStyle/>
          <a:p>
            <a:pPr algn="ctr"/>
            <a:r>
              <a:rPr lang="en-US" sz="4800" dirty="0">
                <a:solidFill>
                  <a:schemeClr val="bg1"/>
                </a:solidFill>
                <a:latin typeface="Bodoni MT Black" panose="02070A03080606020203" pitchFamily="18" charset="0"/>
              </a:rPr>
              <a:t>8X1 MULTIPLEXER</a:t>
            </a:r>
          </a:p>
        </p:txBody>
      </p:sp>
      <p:sp>
        <p:nvSpPr>
          <p:cNvPr id="3" name="TextBox 2">
            <a:extLst>
              <a:ext uri="{FF2B5EF4-FFF2-40B4-BE49-F238E27FC236}">
                <a16:creationId xmlns:a16="http://schemas.microsoft.com/office/drawing/2014/main" id="{1FE95C9B-70CA-286D-92A2-3AB6C5413CCA}"/>
              </a:ext>
            </a:extLst>
          </p:cNvPr>
          <p:cNvSpPr txBox="1"/>
          <p:nvPr/>
        </p:nvSpPr>
        <p:spPr>
          <a:xfrm>
            <a:off x="985838" y="1278545"/>
            <a:ext cx="10472737" cy="2215991"/>
          </a:xfrm>
          <a:prstGeom prst="rect">
            <a:avLst/>
          </a:prstGeom>
          <a:noFill/>
        </p:spPr>
        <p:txBody>
          <a:bodyPr wrap="square">
            <a:spAutoFit/>
          </a:bodyPr>
          <a:lstStyle/>
          <a:p>
            <a:r>
              <a:rPr lang="en-US" sz="2400" dirty="0">
                <a:solidFill>
                  <a:schemeClr val="bg1"/>
                </a:solidFill>
                <a:latin typeface="Bahnschrift" panose="020B0502040204020203" pitchFamily="34" charset="0"/>
              </a:rPr>
              <a:t>In the 8 to 1 multiplexer, there are total eight inputs, i.e., A0, A1, A2, A3, A4, A5, A6, and A7, 3 selection lines, i.e., S0, S1and S2 and single output, i.e., Y. On the basis of the combination of inputs that are present at the selection lines S0, S1, and S2, one of these 8 inputs are connected to the output. The block diagram and the truth table of the 8×1 multiplexer are given below.</a:t>
            </a:r>
            <a:br>
              <a:rPr lang="en-US" b="0" i="0" dirty="0">
                <a:solidFill>
                  <a:srgbClr val="333333"/>
                </a:solidFill>
                <a:effectLst/>
                <a:latin typeface="Bahnschrift" panose="020B0502040204020203" pitchFamily="34" charset="0"/>
              </a:rPr>
            </a:br>
            <a:endParaRPr lang="en-US" dirty="0">
              <a:latin typeface="Bahnschrift" panose="020B0502040204020203" pitchFamily="34" charset="0"/>
            </a:endParaRPr>
          </a:p>
        </p:txBody>
      </p:sp>
      <p:pic>
        <p:nvPicPr>
          <p:cNvPr id="6" name="Picture 5">
            <a:extLst>
              <a:ext uri="{FF2B5EF4-FFF2-40B4-BE49-F238E27FC236}">
                <a16:creationId xmlns:a16="http://schemas.microsoft.com/office/drawing/2014/main" id="{DB3EBD98-54D9-66F4-832D-8C27EA2E8434}"/>
              </a:ext>
            </a:extLst>
          </p:cNvPr>
          <p:cNvPicPr>
            <a:picLocks noChangeAspect="1"/>
          </p:cNvPicPr>
          <p:nvPr/>
        </p:nvPicPr>
        <p:blipFill>
          <a:blip r:embed="rId2"/>
          <a:stretch>
            <a:fillRect/>
          </a:stretch>
        </p:blipFill>
        <p:spPr>
          <a:xfrm>
            <a:off x="4335993" y="3255952"/>
            <a:ext cx="2993495" cy="3341225"/>
          </a:xfrm>
          <a:prstGeom prst="rect">
            <a:avLst/>
          </a:prstGeom>
        </p:spPr>
      </p:pic>
    </p:spTree>
    <p:extLst>
      <p:ext uri="{BB962C8B-B14F-4D97-AF65-F5344CB8AC3E}">
        <p14:creationId xmlns:p14="http://schemas.microsoft.com/office/powerpoint/2010/main" val="2994835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5E4B3-8F87-555C-2928-79CA41BE4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BA10D-876D-4F36-CFAF-FB75904E853F}"/>
              </a:ext>
            </a:extLst>
          </p:cNvPr>
          <p:cNvSpPr>
            <a:spLocks noGrp="1"/>
          </p:cNvSpPr>
          <p:nvPr>
            <p:ph type="title"/>
          </p:nvPr>
        </p:nvSpPr>
        <p:spPr>
          <a:xfrm>
            <a:off x="0" y="185738"/>
            <a:ext cx="12192000" cy="1478570"/>
          </a:xfrm>
        </p:spPr>
        <p:txBody>
          <a:bodyPr>
            <a:normAutofit/>
          </a:bodyPr>
          <a:lstStyle/>
          <a:p>
            <a:pPr algn="ctr"/>
            <a:r>
              <a:rPr lang="en-US" sz="4800" dirty="0">
                <a:solidFill>
                  <a:schemeClr val="bg1"/>
                </a:solidFill>
                <a:latin typeface="Bodoni MT Black" panose="02070A03080606020203" pitchFamily="18" charset="0"/>
              </a:rPr>
              <a:t>Truth Table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8X1 MULTIPLEXER</a:t>
            </a:r>
          </a:p>
        </p:txBody>
      </p:sp>
      <p:sp>
        <p:nvSpPr>
          <p:cNvPr id="7" name="TextBox 6">
            <a:extLst>
              <a:ext uri="{FF2B5EF4-FFF2-40B4-BE49-F238E27FC236}">
                <a16:creationId xmlns:a16="http://schemas.microsoft.com/office/drawing/2014/main" id="{0111365B-D386-84F3-E2F9-CE3748712BF7}"/>
              </a:ext>
            </a:extLst>
          </p:cNvPr>
          <p:cNvSpPr txBox="1"/>
          <p:nvPr/>
        </p:nvSpPr>
        <p:spPr>
          <a:xfrm>
            <a:off x="1514475" y="5486401"/>
            <a:ext cx="9972676" cy="1200329"/>
          </a:xfrm>
          <a:prstGeom prst="rect">
            <a:avLst/>
          </a:prstGeom>
          <a:noFill/>
        </p:spPr>
        <p:txBody>
          <a:bodyPr wrap="square">
            <a:spAutoFit/>
          </a:bodyPr>
          <a:lstStyle/>
          <a:p>
            <a:pPr algn="just"/>
            <a:r>
              <a:rPr lang="en-US" sz="2400" dirty="0">
                <a:solidFill>
                  <a:schemeClr val="bg1"/>
                </a:solidFill>
                <a:latin typeface="Bahnschrift" panose="020B0502040204020203" pitchFamily="34" charset="0"/>
              </a:rPr>
              <a:t>The logical expression of the term Y is as follows:</a:t>
            </a:r>
          </a:p>
          <a:p>
            <a:pPr algn="just"/>
            <a:r>
              <a:rPr lang="en-US" sz="2400" dirty="0">
                <a:solidFill>
                  <a:schemeClr val="bg1"/>
                </a:solidFill>
                <a:latin typeface="Bahnschrift" panose="020B0502040204020203" pitchFamily="34" charset="0"/>
              </a:rPr>
              <a:t>Y=S0'.S1'.S2'.A0+S0.S1'.S2'.A1+S0'.S1.S2'.A2+S0.S1.S2'.A3+S0'.S1'.S2 A4+S0.S1'.S2 A5+S0'.S1.S2 .A6+S0.S1.S3.A7</a:t>
            </a:r>
          </a:p>
        </p:txBody>
      </p:sp>
      <p:pic>
        <p:nvPicPr>
          <p:cNvPr id="5" name="Picture 4">
            <a:extLst>
              <a:ext uri="{FF2B5EF4-FFF2-40B4-BE49-F238E27FC236}">
                <a16:creationId xmlns:a16="http://schemas.microsoft.com/office/drawing/2014/main" id="{AE476C83-BD7B-993B-9028-2573AE06A620}"/>
              </a:ext>
            </a:extLst>
          </p:cNvPr>
          <p:cNvPicPr>
            <a:picLocks noChangeAspect="1"/>
          </p:cNvPicPr>
          <p:nvPr/>
        </p:nvPicPr>
        <p:blipFill>
          <a:blip r:embed="rId2"/>
          <a:stretch>
            <a:fillRect/>
          </a:stretch>
        </p:blipFill>
        <p:spPr>
          <a:xfrm>
            <a:off x="4264049" y="1621811"/>
            <a:ext cx="3680013" cy="3864590"/>
          </a:xfrm>
          <a:prstGeom prst="rect">
            <a:avLst/>
          </a:prstGeom>
        </p:spPr>
      </p:pic>
    </p:spTree>
    <p:extLst>
      <p:ext uri="{BB962C8B-B14F-4D97-AF65-F5344CB8AC3E}">
        <p14:creationId xmlns:p14="http://schemas.microsoft.com/office/powerpoint/2010/main" val="1889730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0B740-718F-7E34-8886-2124EAE660C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E9C1606-0916-85FB-6899-9588CEAD4A0E}"/>
              </a:ext>
            </a:extLst>
          </p:cNvPr>
          <p:cNvSpPr txBox="1"/>
          <p:nvPr/>
        </p:nvSpPr>
        <p:spPr>
          <a:xfrm>
            <a:off x="985838" y="1478570"/>
            <a:ext cx="10472737" cy="646331"/>
          </a:xfrm>
          <a:prstGeom prst="rect">
            <a:avLst/>
          </a:prstGeom>
          <a:noFill/>
        </p:spPr>
        <p:txBody>
          <a:bodyPr wrap="square">
            <a:spAutoFit/>
          </a:bodyPr>
          <a:lstStyle/>
          <a:p>
            <a:br>
              <a:rPr lang="en-US" b="0" i="0" dirty="0">
                <a:solidFill>
                  <a:srgbClr val="333333"/>
                </a:solidFill>
                <a:effectLst/>
                <a:latin typeface="Bahnschrift" panose="020B0502040204020203" pitchFamily="34" charset="0"/>
              </a:rPr>
            </a:br>
            <a:endParaRPr lang="en-US" dirty="0">
              <a:latin typeface="Bahnschrift" panose="020B0502040204020203" pitchFamily="34" charset="0"/>
            </a:endParaRPr>
          </a:p>
        </p:txBody>
      </p:sp>
      <p:sp>
        <p:nvSpPr>
          <p:cNvPr id="8" name="Title 1">
            <a:extLst>
              <a:ext uri="{FF2B5EF4-FFF2-40B4-BE49-F238E27FC236}">
                <a16:creationId xmlns:a16="http://schemas.microsoft.com/office/drawing/2014/main" id="{03F07CFC-B3AC-DF36-E133-9A98B4D9B021}"/>
              </a:ext>
            </a:extLst>
          </p:cNvPr>
          <p:cNvSpPr txBox="1">
            <a:spLocks/>
          </p:cNvSpPr>
          <p:nvPr/>
        </p:nvSpPr>
        <p:spPr>
          <a:xfrm>
            <a:off x="0" y="185738"/>
            <a:ext cx="12192000"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800" dirty="0">
                <a:solidFill>
                  <a:schemeClr val="bg1"/>
                </a:solidFill>
                <a:latin typeface="Bodoni MT Black" panose="02070A03080606020203" pitchFamily="18" charset="0"/>
              </a:rPr>
              <a:t>LOGIC DIAGRAM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8X1 MULTIPLEXER</a:t>
            </a:r>
          </a:p>
        </p:txBody>
      </p:sp>
      <p:pic>
        <p:nvPicPr>
          <p:cNvPr id="5" name="Picture 4">
            <a:extLst>
              <a:ext uri="{FF2B5EF4-FFF2-40B4-BE49-F238E27FC236}">
                <a16:creationId xmlns:a16="http://schemas.microsoft.com/office/drawing/2014/main" id="{3B4C0EE7-634F-7F99-E117-B0931809E817}"/>
              </a:ext>
            </a:extLst>
          </p:cNvPr>
          <p:cNvPicPr>
            <a:picLocks noChangeAspect="1"/>
          </p:cNvPicPr>
          <p:nvPr/>
        </p:nvPicPr>
        <p:blipFill>
          <a:blip r:embed="rId2"/>
          <a:stretch>
            <a:fillRect/>
          </a:stretch>
        </p:blipFill>
        <p:spPr>
          <a:xfrm>
            <a:off x="3114674" y="1566532"/>
            <a:ext cx="6130757" cy="5150248"/>
          </a:xfrm>
          <a:prstGeom prst="rect">
            <a:avLst/>
          </a:prstGeom>
        </p:spPr>
      </p:pic>
    </p:spTree>
    <p:extLst>
      <p:ext uri="{BB962C8B-B14F-4D97-AF65-F5344CB8AC3E}">
        <p14:creationId xmlns:p14="http://schemas.microsoft.com/office/powerpoint/2010/main" val="7922036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236</TotalTime>
  <Words>534</Words>
  <Application>Microsoft Office PowerPoint</Application>
  <PresentationFormat>Widescreen</PresentationFormat>
  <Paragraphs>29</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Bahnschrift</vt:lpstr>
      <vt:lpstr>Bauhaus 93</vt:lpstr>
      <vt:lpstr>Berlin Sans FB Demi</vt:lpstr>
      <vt:lpstr>Bodoni MT Black</vt:lpstr>
      <vt:lpstr>Bradley Hand ITC</vt:lpstr>
      <vt:lpstr>Tw Cen MT</vt:lpstr>
      <vt:lpstr>Circuit</vt:lpstr>
      <vt:lpstr>COMBINATIONAL CIRCUITS</vt:lpstr>
      <vt:lpstr>MULTIPLEXER</vt:lpstr>
      <vt:lpstr>2X1 MULTIPLEXER</vt:lpstr>
      <vt:lpstr>Truth Table for  2X1 MULTIPLEXER</vt:lpstr>
      <vt:lpstr>PowerPoint Presentation</vt:lpstr>
      <vt:lpstr>4X1 MULTIPLEXER</vt:lpstr>
      <vt:lpstr>Truth Table for  4X1 MULTIPLEXER</vt:lpstr>
      <vt:lpstr>PowerPoint Presentation</vt:lpstr>
      <vt:lpstr>8X1 MULTIPLEXER</vt:lpstr>
      <vt:lpstr>Truth Table for  8X1 MULTIPLEXER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Roshni Patoa</dc:creator>
  <cp:lastModifiedBy>Roshni Patoa</cp:lastModifiedBy>
  <cp:revision>3</cp:revision>
  <dcterms:created xsi:type="dcterms:W3CDTF">2025-01-16T06:31:18Z</dcterms:created>
  <dcterms:modified xsi:type="dcterms:W3CDTF">2025-02-10T03:37:42Z</dcterms:modified>
</cp:coreProperties>
</file>