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78" r:id="rId5"/>
    <p:sldId id="259" r:id="rId6"/>
    <p:sldId id="260" r:id="rId7"/>
    <p:sldId id="279" r:id="rId8"/>
    <p:sldId id="280" r:id="rId9"/>
    <p:sldId id="281"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8F049D-CBD5-42D3-B0DB-D3B1D0918E68}" v="25" dt="2025-01-28T16:41:57.5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7" d="100"/>
          <a:sy n="67" d="100"/>
        </p:scale>
        <p:origin x="78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shni Patoa" userId="fed91864c60e3dfe" providerId="LiveId" clId="{1C8F049D-CBD5-42D3-B0DB-D3B1D0918E68}"/>
    <pc:docChg chg="undo custSel addSld delSld modSld">
      <pc:chgData name="Roshni Patoa" userId="fed91864c60e3dfe" providerId="LiveId" clId="{1C8F049D-CBD5-42D3-B0DB-D3B1D0918E68}" dt="2025-01-29T09:13:08.540" v="493" actId="47"/>
      <pc:docMkLst>
        <pc:docMk/>
      </pc:docMkLst>
      <pc:sldChg chg="modSp mod">
        <pc:chgData name="Roshni Patoa" userId="fed91864c60e3dfe" providerId="LiveId" clId="{1C8F049D-CBD5-42D3-B0DB-D3B1D0918E68}" dt="2025-01-28T16:27:06.134" v="38" actId="14100"/>
        <pc:sldMkLst>
          <pc:docMk/>
          <pc:sldMk cId="1208789959" sldId="256"/>
        </pc:sldMkLst>
        <pc:spChg chg="mod">
          <ac:chgData name="Roshni Patoa" userId="fed91864c60e3dfe" providerId="LiveId" clId="{1C8F049D-CBD5-42D3-B0DB-D3B1D0918E68}" dt="2025-01-28T16:27:06.134" v="38" actId="14100"/>
          <ac:spMkLst>
            <pc:docMk/>
            <pc:sldMk cId="1208789959" sldId="256"/>
            <ac:spMk id="2" creationId="{2F6FA0C8-9BC6-0025-AA62-C48E1A10F66C}"/>
          </ac:spMkLst>
        </pc:spChg>
      </pc:sldChg>
      <pc:sldChg chg="addSp modSp mod">
        <pc:chgData name="Roshni Patoa" userId="fed91864c60e3dfe" providerId="LiveId" clId="{1C8F049D-CBD5-42D3-B0DB-D3B1D0918E68}" dt="2025-01-28T16:40:13.426" v="325" actId="1076"/>
        <pc:sldMkLst>
          <pc:docMk/>
          <pc:sldMk cId="1901894884" sldId="257"/>
        </pc:sldMkLst>
        <pc:spChg chg="mod">
          <ac:chgData name="Roshni Patoa" userId="fed91864c60e3dfe" providerId="LiveId" clId="{1C8F049D-CBD5-42D3-B0DB-D3B1D0918E68}" dt="2025-01-28T16:27:26.449" v="66" actId="20577"/>
          <ac:spMkLst>
            <pc:docMk/>
            <pc:sldMk cId="1901894884" sldId="257"/>
            <ac:spMk id="2" creationId="{C7FD3B0F-E2FD-E156-7022-8EFCED276285}"/>
          </ac:spMkLst>
        </pc:spChg>
        <pc:spChg chg="mod">
          <ac:chgData name="Roshni Patoa" userId="fed91864c60e3dfe" providerId="LiveId" clId="{1C8F049D-CBD5-42D3-B0DB-D3B1D0918E68}" dt="2025-01-28T16:28:19.464" v="141" actId="6549"/>
          <ac:spMkLst>
            <pc:docMk/>
            <pc:sldMk cId="1901894884" sldId="257"/>
            <ac:spMk id="6" creationId="{81215BE8-C00B-501B-19CB-1470DE5308A5}"/>
          </ac:spMkLst>
        </pc:spChg>
        <pc:picChg chg="add mod">
          <ac:chgData name="Roshni Patoa" userId="fed91864c60e3dfe" providerId="LiveId" clId="{1C8F049D-CBD5-42D3-B0DB-D3B1D0918E68}" dt="2025-01-28T16:40:13.426" v="325" actId="1076"/>
          <ac:picMkLst>
            <pc:docMk/>
            <pc:sldMk cId="1901894884" sldId="257"/>
            <ac:picMk id="1026" creationId="{F893570C-C936-5555-6328-E5B461CF3045}"/>
          </ac:picMkLst>
        </pc:picChg>
      </pc:sldChg>
      <pc:sldChg chg="addSp delSp modSp mod">
        <pc:chgData name="Roshni Patoa" userId="fed91864c60e3dfe" providerId="LiveId" clId="{1C8F049D-CBD5-42D3-B0DB-D3B1D0918E68}" dt="2025-01-28T16:30:47.156" v="191" actId="15"/>
        <pc:sldMkLst>
          <pc:docMk/>
          <pc:sldMk cId="1501955450" sldId="258"/>
        </pc:sldMkLst>
        <pc:spChg chg="mod">
          <ac:chgData name="Roshni Patoa" userId="fed91864c60e3dfe" providerId="LiveId" clId="{1C8F049D-CBD5-42D3-B0DB-D3B1D0918E68}" dt="2025-01-28T16:29:27.620" v="151" actId="20577"/>
          <ac:spMkLst>
            <pc:docMk/>
            <pc:sldMk cId="1501955450" sldId="258"/>
            <ac:spMk id="2" creationId="{F56B7D68-BA69-E924-71E0-AE71E7B154AC}"/>
          </ac:spMkLst>
        </pc:spChg>
        <pc:spChg chg="del mod">
          <ac:chgData name="Roshni Patoa" userId="fed91864c60e3dfe" providerId="LiveId" clId="{1C8F049D-CBD5-42D3-B0DB-D3B1D0918E68}" dt="2025-01-28T16:29:53.762" v="182" actId="478"/>
          <ac:spMkLst>
            <pc:docMk/>
            <pc:sldMk cId="1501955450" sldId="258"/>
            <ac:spMk id="4" creationId="{63CAA198-F95E-A4CE-C445-A45EDD71AC1B}"/>
          </ac:spMkLst>
        </pc:spChg>
        <pc:spChg chg="add mod">
          <ac:chgData name="Roshni Patoa" userId="fed91864c60e3dfe" providerId="LiveId" clId="{1C8F049D-CBD5-42D3-B0DB-D3B1D0918E68}" dt="2025-01-28T16:30:47.156" v="191" actId="15"/>
          <ac:spMkLst>
            <pc:docMk/>
            <pc:sldMk cId="1501955450" sldId="258"/>
            <ac:spMk id="5" creationId="{2B93D012-D96E-0A21-2AAF-4C94D8B69749}"/>
          </ac:spMkLst>
        </pc:spChg>
      </pc:sldChg>
      <pc:sldChg chg="addSp delSp modSp mod">
        <pc:chgData name="Roshni Patoa" userId="fed91864c60e3dfe" providerId="LiveId" clId="{1C8F049D-CBD5-42D3-B0DB-D3B1D0918E68}" dt="2025-01-28T16:32:10.203" v="205" actId="1076"/>
        <pc:sldMkLst>
          <pc:docMk/>
          <pc:sldMk cId="538336606" sldId="259"/>
        </pc:sldMkLst>
        <pc:spChg chg="mod">
          <ac:chgData name="Roshni Patoa" userId="fed91864c60e3dfe" providerId="LiveId" clId="{1C8F049D-CBD5-42D3-B0DB-D3B1D0918E68}" dt="2025-01-28T16:31:50.382" v="201" actId="14100"/>
          <ac:spMkLst>
            <pc:docMk/>
            <pc:sldMk cId="538336606" sldId="259"/>
            <ac:spMk id="2" creationId="{33C9F07C-48DB-05F2-97B6-12AE64E3B764}"/>
          </ac:spMkLst>
        </pc:spChg>
        <pc:picChg chg="del">
          <ac:chgData name="Roshni Patoa" userId="fed91864c60e3dfe" providerId="LiveId" clId="{1C8F049D-CBD5-42D3-B0DB-D3B1D0918E68}" dt="2025-01-28T16:31:52.983" v="202" actId="478"/>
          <ac:picMkLst>
            <pc:docMk/>
            <pc:sldMk cId="538336606" sldId="259"/>
            <ac:picMk id="5" creationId="{33E4826B-FBDF-AB83-254F-3C5CD946AC20}"/>
          </ac:picMkLst>
        </pc:picChg>
        <pc:picChg chg="add mod">
          <ac:chgData name="Roshni Patoa" userId="fed91864c60e3dfe" providerId="LiveId" clId="{1C8F049D-CBD5-42D3-B0DB-D3B1D0918E68}" dt="2025-01-28T16:32:10.203" v="205" actId="1076"/>
          <ac:picMkLst>
            <pc:docMk/>
            <pc:sldMk cId="538336606" sldId="259"/>
            <ac:picMk id="2050" creationId="{C4154DC6-9E48-CB47-9CDB-A34C060D8587}"/>
          </ac:picMkLst>
        </pc:picChg>
      </pc:sldChg>
      <pc:sldChg chg="addSp delSp modSp mod">
        <pc:chgData name="Roshni Patoa" userId="fed91864c60e3dfe" providerId="LiveId" clId="{1C8F049D-CBD5-42D3-B0DB-D3B1D0918E68}" dt="2025-01-28T16:34:35.848" v="229" actId="1076"/>
        <pc:sldMkLst>
          <pc:docMk/>
          <pc:sldMk cId="131755128" sldId="260"/>
        </pc:sldMkLst>
        <pc:spChg chg="add mod">
          <ac:chgData name="Roshni Patoa" userId="fed91864c60e3dfe" providerId="LiveId" clId="{1C8F049D-CBD5-42D3-B0DB-D3B1D0918E68}" dt="2025-01-28T16:34:35.848" v="229" actId="1076"/>
          <ac:spMkLst>
            <pc:docMk/>
            <pc:sldMk cId="131755128" sldId="260"/>
            <ac:spMk id="3" creationId="{0BE0ED42-4A96-374C-BEF0-6AA93A6657EF}"/>
          </ac:spMkLst>
        </pc:spChg>
        <pc:spChg chg="mod">
          <ac:chgData name="Roshni Patoa" userId="fed91864c60e3dfe" providerId="LiveId" clId="{1C8F049D-CBD5-42D3-B0DB-D3B1D0918E68}" dt="2025-01-28T16:32:46.878" v="213" actId="1076"/>
          <ac:spMkLst>
            <pc:docMk/>
            <pc:sldMk cId="131755128" sldId="260"/>
            <ac:spMk id="4" creationId="{AF7415C8-700B-7E60-E768-DE5794CA4ADE}"/>
          </ac:spMkLst>
        </pc:spChg>
        <pc:picChg chg="del">
          <ac:chgData name="Roshni Patoa" userId="fed91864c60e3dfe" providerId="LiveId" clId="{1C8F049D-CBD5-42D3-B0DB-D3B1D0918E68}" dt="2025-01-28T16:32:48.735" v="214" actId="478"/>
          <ac:picMkLst>
            <pc:docMk/>
            <pc:sldMk cId="131755128" sldId="260"/>
            <ac:picMk id="6" creationId="{0E7DF1F1-DFCF-B6DB-E5D5-CB53BDFEB41C}"/>
          </ac:picMkLst>
        </pc:picChg>
      </pc:sldChg>
      <pc:sldChg chg="addSp delSp modSp mod">
        <pc:chgData name="Roshni Patoa" userId="fed91864c60e3dfe" providerId="LiveId" clId="{1C8F049D-CBD5-42D3-B0DB-D3B1D0918E68}" dt="2025-01-28T16:36:31.351" v="254" actId="1076"/>
        <pc:sldMkLst>
          <pc:docMk/>
          <pc:sldMk cId="515961475" sldId="261"/>
        </pc:sldMkLst>
        <pc:spChg chg="add del">
          <ac:chgData name="Roshni Patoa" userId="fed91864c60e3dfe" providerId="LiveId" clId="{1C8F049D-CBD5-42D3-B0DB-D3B1D0918E68}" dt="2025-01-28T16:35:19.458" v="241" actId="22"/>
          <ac:spMkLst>
            <pc:docMk/>
            <pc:sldMk cId="515961475" sldId="261"/>
            <ac:spMk id="3" creationId="{4762F929-7F42-5CEC-DEE5-2BB19935ADD0}"/>
          </ac:spMkLst>
        </pc:spChg>
        <pc:spChg chg="mod">
          <ac:chgData name="Roshni Patoa" userId="fed91864c60e3dfe" providerId="LiveId" clId="{1C8F049D-CBD5-42D3-B0DB-D3B1D0918E68}" dt="2025-01-28T16:35:08.251" v="238" actId="20577"/>
          <ac:spMkLst>
            <pc:docMk/>
            <pc:sldMk cId="515961475" sldId="261"/>
            <ac:spMk id="4" creationId="{06DF2805-0096-BE9C-8160-F4381273D535}"/>
          </ac:spMkLst>
        </pc:spChg>
        <pc:spChg chg="add mod">
          <ac:chgData name="Roshni Patoa" userId="fed91864c60e3dfe" providerId="LiveId" clId="{1C8F049D-CBD5-42D3-B0DB-D3B1D0918E68}" dt="2025-01-28T16:36:26.009" v="252" actId="1076"/>
          <ac:spMkLst>
            <pc:docMk/>
            <pc:sldMk cId="515961475" sldId="261"/>
            <ac:spMk id="7" creationId="{B0475BFB-F67B-CE4C-97C8-7215E045804A}"/>
          </ac:spMkLst>
        </pc:spChg>
        <pc:picChg chg="del">
          <ac:chgData name="Roshni Patoa" userId="fed91864c60e3dfe" providerId="LiveId" clId="{1C8F049D-CBD5-42D3-B0DB-D3B1D0918E68}" dt="2025-01-28T16:35:10.047" v="239" actId="478"/>
          <ac:picMkLst>
            <pc:docMk/>
            <pc:sldMk cId="515961475" sldId="261"/>
            <ac:picMk id="6" creationId="{D90B1473-30B4-F5E0-B7E8-71AEE399B719}"/>
          </ac:picMkLst>
        </pc:picChg>
        <pc:picChg chg="add mod">
          <ac:chgData name="Roshni Patoa" userId="fed91864c60e3dfe" providerId="LiveId" clId="{1C8F049D-CBD5-42D3-B0DB-D3B1D0918E68}" dt="2025-01-28T16:36:31.351" v="254" actId="1076"/>
          <ac:picMkLst>
            <pc:docMk/>
            <pc:sldMk cId="515961475" sldId="261"/>
            <ac:picMk id="3074" creationId="{B6003CE5-5FA0-B465-71C4-79EC38925D3E}"/>
          </ac:picMkLst>
        </pc:picChg>
      </pc:sldChg>
      <pc:sldChg chg="addSp delSp modSp mod">
        <pc:chgData name="Roshni Patoa" userId="fed91864c60e3dfe" providerId="LiveId" clId="{1C8F049D-CBD5-42D3-B0DB-D3B1D0918E68}" dt="2025-01-28T16:37:56.198" v="288" actId="1076"/>
        <pc:sldMkLst>
          <pc:docMk/>
          <pc:sldMk cId="1795072283" sldId="262"/>
        </pc:sldMkLst>
        <pc:spChg chg="mod">
          <ac:chgData name="Roshni Patoa" userId="fed91864c60e3dfe" providerId="LiveId" clId="{1C8F049D-CBD5-42D3-B0DB-D3B1D0918E68}" dt="2025-01-28T16:37:01.488" v="277" actId="20577"/>
          <ac:spMkLst>
            <pc:docMk/>
            <pc:sldMk cId="1795072283" sldId="262"/>
            <ac:spMk id="2" creationId="{6A1DFCCE-F89C-4ED9-1062-F6CFB839DD24}"/>
          </ac:spMkLst>
        </pc:spChg>
        <pc:spChg chg="add mod">
          <ac:chgData name="Roshni Patoa" userId="fed91864c60e3dfe" providerId="LiveId" clId="{1C8F049D-CBD5-42D3-B0DB-D3B1D0918E68}" dt="2025-01-28T16:37:37.446" v="285" actId="1076"/>
          <ac:spMkLst>
            <pc:docMk/>
            <pc:sldMk cId="1795072283" sldId="262"/>
            <ac:spMk id="5" creationId="{C3F3BA76-545B-E5D1-4ABA-A7F52A73908B}"/>
          </ac:spMkLst>
        </pc:spChg>
        <pc:picChg chg="del">
          <ac:chgData name="Roshni Patoa" userId="fed91864c60e3dfe" providerId="LiveId" clId="{1C8F049D-CBD5-42D3-B0DB-D3B1D0918E68}" dt="2025-01-28T16:37:03.128" v="278" actId="478"/>
          <ac:picMkLst>
            <pc:docMk/>
            <pc:sldMk cId="1795072283" sldId="262"/>
            <ac:picMk id="4" creationId="{C9114669-8581-ADC7-CCF1-0E828F9ACA89}"/>
          </ac:picMkLst>
        </pc:picChg>
        <pc:picChg chg="add mod">
          <ac:chgData name="Roshni Patoa" userId="fed91864c60e3dfe" providerId="LiveId" clId="{1C8F049D-CBD5-42D3-B0DB-D3B1D0918E68}" dt="2025-01-28T16:37:56.198" v="288" actId="1076"/>
          <ac:picMkLst>
            <pc:docMk/>
            <pc:sldMk cId="1795072283" sldId="262"/>
            <ac:picMk id="4098" creationId="{CDA4E779-4B0D-88E7-E708-4DDC115EE03D}"/>
          </ac:picMkLst>
        </pc:picChg>
      </pc:sldChg>
      <pc:sldChg chg="addSp delSp modSp mod">
        <pc:chgData name="Roshni Patoa" userId="fed91864c60e3dfe" providerId="LiveId" clId="{1C8F049D-CBD5-42D3-B0DB-D3B1D0918E68}" dt="2025-01-28T16:40:26.812" v="328" actId="1076"/>
        <pc:sldMkLst>
          <pc:docMk/>
          <pc:sldMk cId="561393703" sldId="263"/>
        </pc:sldMkLst>
        <pc:spChg chg="mod">
          <ac:chgData name="Roshni Patoa" userId="fed91864c60e3dfe" providerId="LiveId" clId="{1C8F049D-CBD5-42D3-B0DB-D3B1D0918E68}" dt="2025-01-28T16:39:22.287" v="319" actId="14100"/>
          <ac:spMkLst>
            <pc:docMk/>
            <pc:sldMk cId="561393703" sldId="263"/>
            <ac:spMk id="2" creationId="{282CCBB4-A3B1-BEBD-D602-724B4F99E4EA}"/>
          </ac:spMkLst>
        </pc:spChg>
        <pc:spChg chg="del mod">
          <ac:chgData name="Roshni Patoa" userId="fed91864c60e3dfe" providerId="LiveId" clId="{1C8F049D-CBD5-42D3-B0DB-D3B1D0918E68}" dt="2025-01-28T16:38:26.104" v="307"/>
          <ac:spMkLst>
            <pc:docMk/>
            <pc:sldMk cId="561393703" sldId="263"/>
            <ac:spMk id="3" creationId="{69931CA3-020A-F8DE-1308-EF3FA7066449}"/>
          </ac:spMkLst>
        </pc:spChg>
        <pc:spChg chg="add mod">
          <ac:chgData name="Roshni Patoa" userId="fed91864c60e3dfe" providerId="LiveId" clId="{1C8F049D-CBD5-42D3-B0DB-D3B1D0918E68}" dt="2025-01-28T16:38:45.724" v="310" actId="1076"/>
          <ac:spMkLst>
            <pc:docMk/>
            <pc:sldMk cId="561393703" sldId="263"/>
            <ac:spMk id="6" creationId="{0EC243DA-DBFB-51DA-4A7A-DC94DC0D6788}"/>
          </ac:spMkLst>
        </pc:spChg>
        <pc:picChg chg="del">
          <ac:chgData name="Roshni Patoa" userId="fed91864c60e3dfe" providerId="LiveId" clId="{1C8F049D-CBD5-42D3-B0DB-D3B1D0918E68}" dt="2025-01-28T16:38:17.708" v="289" actId="478"/>
          <ac:picMkLst>
            <pc:docMk/>
            <pc:sldMk cId="561393703" sldId="263"/>
            <ac:picMk id="4" creationId="{F209922F-BDD0-734E-01EE-320E2A5B4A2E}"/>
          </ac:picMkLst>
        </pc:picChg>
        <pc:picChg chg="add mod">
          <ac:chgData name="Roshni Patoa" userId="fed91864c60e3dfe" providerId="LiveId" clId="{1C8F049D-CBD5-42D3-B0DB-D3B1D0918E68}" dt="2025-01-28T16:40:26.812" v="328" actId="1076"/>
          <ac:picMkLst>
            <pc:docMk/>
            <pc:sldMk cId="561393703" sldId="263"/>
            <ac:picMk id="8" creationId="{B8EF5E61-5E93-535C-1E1D-AE21D4016FE0}"/>
          </ac:picMkLst>
        </pc:picChg>
      </pc:sldChg>
      <pc:sldChg chg="addSp delSp modSp mod">
        <pc:chgData name="Roshni Patoa" userId="fed91864c60e3dfe" providerId="LiveId" clId="{1C8F049D-CBD5-42D3-B0DB-D3B1D0918E68}" dt="2025-01-28T16:41:47.022" v="341" actId="14100"/>
        <pc:sldMkLst>
          <pc:docMk/>
          <pc:sldMk cId="2095114534" sldId="264"/>
        </pc:sldMkLst>
        <pc:spChg chg="mod">
          <ac:chgData name="Roshni Patoa" userId="fed91864c60e3dfe" providerId="LiveId" clId="{1C8F049D-CBD5-42D3-B0DB-D3B1D0918E68}" dt="2025-01-28T16:41:08.009" v="335" actId="20577"/>
          <ac:spMkLst>
            <pc:docMk/>
            <pc:sldMk cId="2095114534" sldId="264"/>
            <ac:spMk id="2" creationId="{52688C8C-6517-4BD7-CCF4-D29E70D41BF4}"/>
          </ac:spMkLst>
        </pc:spChg>
        <pc:spChg chg="del">
          <ac:chgData name="Roshni Patoa" userId="fed91864c60e3dfe" providerId="LiveId" clId="{1C8F049D-CBD5-42D3-B0DB-D3B1D0918E68}" dt="2025-01-28T16:41:13.307" v="337" actId="478"/>
          <ac:spMkLst>
            <pc:docMk/>
            <pc:sldMk cId="2095114534" sldId="264"/>
            <ac:spMk id="3" creationId="{4ACA7134-4D81-AEFC-83E7-2F0C40EB066D}"/>
          </ac:spMkLst>
        </pc:spChg>
        <pc:spChg chg="add mod">
          <ac:chgData name="Roshni Patoa" userId="fed91864c60e3dfe" providerId="LiveId" clId="{1C8F049D-CBD5-42D3-B0DB-D3B1D0918E68}" dt="2025-01-28T16:41:47.022" v="341" actId="14100"/>
          <ac:spMkLst>
            <pc:docMk/>
            <pc:sldMk cId="2095114534" sldId="264"/>
            <ac:spMk id="6" creationId="{37D8AFC3-36FF-D657-328D-8E4BA9B16CB7}"/>
          </ac:spMkLst>
        </pc:spChg>
        <pc:picChg chg="del">
          <ac:chgData name="Roshni Patoa" userId="fed91864c60e3dfe" providerId="LiveId" clId="{1C8F049D-CBD5-42D3-B0DB-D3B1D0918E68}" dt="2025-01-28T16:41:10.107" v="336" actId="478"/>
          <ac:picMkLst>
            <pc:docMk/>
            <pc:sldMk cId="2095114534" sldId="264"/>
            <ac:picMk id="4" creationId="{199EEF1E-880B-427F-E129-168F2C919F4E}"/>
          </ac:picMkLst>
        </pc:picChg>
      </pc:sldChg>
      <pc:sldChg chg="addSp delSp modSp mod">
        <pc:chgData name="Roshni Patoa" userId="fed91864c60e3dfe" providerId="LiveId" clId="{1C8F049D-CBD5-42D3-B0DB-D3B1D0918E68}" dt="2025-01-28T16:44:53.458" v="488" actId="20577"/>
        <pc:sldMkLst>
          <pc:docMk/>
          <pc:sldMk cId="2618035276" sldId="265"/>
        </pc:sldMkLst>
        <pc:spChg chg="mod">
          <ac:chgData name="Roshni Patoa" userId="fed91864c60e3dfe" providerId="LiveId" clId="{1C8F049D-CBD5-42D3-B0DB-D3B1D0918E68}" dt="2025-01-28T16:43:56.627" v="405" actId="20577"/>
          <ac:spMkLst>
            <pc:docMk/>
            <pc:sldMk cId="2618035276" sldId="265"/>
            <ac:spMk id="2" creationId="{89A0BD26-0CE4-3F3C-9E11-A5C891EE11F7}"/>
          </ac:spMkLst>
        </pc:spChg>
        <pc:spChg chg="add mod">
          <ac:chgData name="Roshni Patoa" userId="fed91864c60e3dfe" providerId="LiveId" clId="{1C8F049D-CBD5-42D3-B0DB-D3B1D0918E68}" dt="2025-01-28T16:44:53.458" v="488" actId="20577"/>
          <ac:spMkLst>
            <pc:docMk/>
            <pc:sldMk cId="2618035276" sldId="265"/>
            <ac:spMk id="5" creationId="{3E8C7C23-82E7-CA24-98A7-B79EDF03035C}"/>
          </ac:spMkLst>
        </pc:spChg>
        <pc:picChg chg="del">
          <ac:chgData name="Roshni Patoa" userId="fed91864c60e3dfe" providerId="LiveId" clId="{1C8F049D-CBD5-42D3-B0DB-D3B1D0918E68}" dt="2025-01-28T16:43:58.327" v="406" actId="478"/>
          <ac:picMkLst>
            <pc:docMk/>
            <pc:sldMk cId="2618035276" sldId="265"/>
            <ac:picMk id="4" creationId="{E77A9359-D3AD-457B-4782-432B2EC022D8}"/>
          </ac:picMkLst>
        </pc:picChg>
      </pc:sldChg>
      <pc:sldChg chg="del">
        <pc:chgData name="Roshni Patoa" userId="fed91864c60e3dfe" providerId="LiveId" clId="{1C8F049D-CBD5-42D3-B0DB-D3B1D0918E68}" dt="2025-01-29T09:13:08.540" v="493" actId="47"/>
        <pc:sldMkLst>
          <pc:docMk/>
          <pc:sldMk cId="1908485448" sldId="267"/>
        </pc:sldMkLst>
      </pc:sldChg>
      <pc:sldChg chg="del">
        <pc:chgData name="Roshni Patoa" userId="fed91864c60e3dfe" providerId="LiveId" clId="{1C8F049D-CBD5-42D3-B0DB-D3B1D0918E68}" dt="2025-01-29T09:13:07.873" v="492" actId="47"/>
        <pc:sldMkLst>
          <pc:docMk/>
          <pc:sldMk cId="3252973548" sldId="268"/>
        </pc:sldMkLst>
      </pc:sldChg>
      <pc:sldChg chg="del">
        <pc:chgData name="Roshni Patoa" userId="fed91864c60e3dfe" providerId="LiveId" clId="{1C8F049D-CBD5-42D3-B0DB-D3B1D0918E68}" dt="2025-01-29T09:13:07.202" v="491" actId="47"/>
        <pc:sldMkLst>
          <pc:docMk/>
          <pc:sldMk cId="1697355594" sldId="269"/>
        </pc:sldMkLst>
      </pc:sldChg>
      <pc:sldChg chg="del">
        <pc:chgData name="Roshni Patoa" userId="fed91864c60e3dfe" providerId="LiveId" clId="{1C8F049D-CBD5-42D3-B0DB-D3B1D0918E68}" dt="2025-01-29T09:13:05.051" v="489" actId="47"/>
        <pc:sldMkLst>
          <pc:docMk/>
          <pc:sldMk cId="3650555201" sldId="273"/>
        </pc:sldMkLst>
      </pc:sldChg>
      <pc:sldChg chg="del">
        <pc:chgData name="Roshni Patoa" userId="fed91864c60e3dfe" providerId="LiveId" clId="{1C8F049D-CBD5-42D3-B0DB-D3B1D0918E68}" dt="2025-01-29T09:13:05.946" v="490" actId="47"/>
        <pc:sldMkLst>
          <pc:docMk/>
          <pc:sldMk cId="1696112011" sldId="274"/>
        </pc:sldMkLst>
      </pc:sldChg>
      <pc:sldChg chg="modSp add mod">
        <pc:chgData name="Roshni Patoa" userId="fed91864c60e3dfe" providerId="LiveId" clId="{1C8F049D-CBD5-42D3-B0DB-D3B1D0918E68}" dt="2025-01-28T16:42:36.455" v="356" actId="20577"/>
        <pc:sldMkLst>
          <pc:docMk/>
          <pc:sldMk cId="2284109313" sldId="275"/>
        </pc:sldMkLst>
        <pc:spChg chg="mod">
          <ac:chgData name="Roshni Patoa" userId="fed91864c60e3dfe" providerId="LiveId" clId="{1C8F049D-CBD5-42D3-B0DB-D3B1D0918E68}" dt="2025-01-28T16:42:21.472" v="346" actId="20577"/>
          <ac:spMkLst>
            <pc:docMk/>
            <pc:sldMk cId="2284109313" sldId="275"/>
            <ac:spMk id="2" creationId="{D99C53C8-E2A3-C0D8-4457-8B03B773CAE6}"/>
          </ac:spMkLst>
        </pc:spChg>
        <pc:spChg chg="mod">
          <ac:chgData name="Roshni Patoa" userId="fed91864c60e3dfe" providerId="LiveId" clId="{1C8F049D-CBD5-42D3-B0DB-D3B1D0918E68}" dt="2025-01-28T16:42:36.455" v="356" actId="20577"/>
          <ac:spMkLst>
            <pc:docMk/>
            <pc:sldMk cId="2284109313" sldId="275"/>
            <ac:spMk id="6" creationId="{0A318A66-99BE-5B17-3A12-86CC691D8CFC}"/>
          </ac:spMkLst>
        </pc:spChg>
      </pc:sldChg>
      <pc:sldChg chg="modSp add mod">
        <pc:chgData name="Roshni Patoa" userId="fed91864c60e3dfe" providerId="LiveId" clId="{1C8F049D-CBD5-42D3-B0DB-D3B1D0918E68}" dt="2025-01-28T16:43:03.270" v="366" actId="20577"/>
        <pc:sldMkLst>
          <pc:docMk/>
          <pc:sldMk cId="1723924596" sldId="276"/>
        </pc:sldMkLst>
        <pc:spChg chg="mod">
          <ac:chgData name="Roshni Patoa" userId="fed91864c60e3dfe" providerId="LiveId" clId="{1C8F049D-CBD5-42D3-B0DB-D3B1D0918E68}" dt="2025-01-28T16:42:52.848" v="358" actId="20577"/>
          <ac:spMkLst>
            <pc:docMk/>
            <pc:sldMk cId="1723924596" sldId="276"/>
            <ac:spMk id="2" creationId="{BB0511F1-DFE9-9951-1A0D-A0BC80D6E453}"/>
          </ac:spMkLst>
        </pc:spChg>
        <pc:spChg chg="mod">
          <ac:chgData name="Roshni Patoa" userId="fed91864c60e3dfe" providerId="LiveId" clId="{1C8F049D-CBD5-42D3-B0DB-D3B1D0918E68}" dt="2025-01-28T16:43:03.270" v="366" actId="20577"/>
          <ac:spMkLst>
            <pc:docMk/>
            <pc:sldMk cId="1723924596" sldId="276"/>
            <ac:spMk id="6" creationId="{02B42E75-5EC8-E1A4-51D7-B14959575443}"/>
          </ac:spMkLst>
        </pc:spChg>
      </pc:sldChg>
      <pc:sldChg chg="modSp add mod">
        <pc:chgData name="Roshni Patoa" userId="fed91864c60e3dfe" providerId="LiveId" clId="{1C8F049D-CBD5-42D3-B0DB-D3B1D0918E68}" dt="2025-01-28T16:43:30.393" v="386" actId="20577"/>
        <pc:sldMkLst>
          <pc:docMk/>
          <pc:sldMk cId="3476537138" sldId="277"/>
        </pc:sldMkLst>
        <pc:spChg chg="mod">
          <ac:chgData name="Roshni Patoa" userId="fed91864c60e3dfe" providerId="LiveId" clId="{1C8F049D-CBD5-42D3-B0DB-D3B1D0918E68}" dt="2025-01-28T16:43:11.749" v="370" actId="20577"/>
          <ac:spMkLst>
            <pc:docMk/>
            <pc:sldMk cId="3476537138" sldId="277"/>
            <ac:spMk id="2" creationId="{D5099951-00E2-10BA-5FFE-CD96AD07DACD}"/>
          </ac:spMkLst>
        </pc:spChg>
        <pc:spChg chg="mod">
          <ac:chgData name="Roshni Patoa" userId="fed91864c60e3dfe" providerId="LiveId" clId="{1C8F049D-CBD5-42D3-B0DB-D3B1D0918E68}" dt="2025-01-28T16:43:30.393" v="386" actId="20577"/>
          <ac:spMkLst>
            <pc:docMk/>
            <pc:sldMk cId="3476537138" sldId="277"/>
            <ac:spMk id="6" creationId="{5EE13100-378D-3C0F-7E9B-DD728612934E}"/>
          </ac:spMkLst>
        </pc:spChg>
      </pc:sldChg>
    </pc:docChg>
  </pc:docChgLst>
  <pc:docChgLst>
    <pc:chgData name="Roshni Patoa" userId="fed91864c60e3dfe" providerId="LiveId" clId="{A3B46C5F-90C5-48F1-9D5E-FFF17DC60175}"/>
    <pc:docChg chg="undo redo custSel addSld delSld modSld">
      <pc:chgData name="Roshni Patoa" userId="fed91864c60e3dfe" providerId="LiveId" clId="{A3B46C5F-90C5-48F1-9D5E-FFF17DC60175}" dt="2025-01-22T04:33:55.584" v="1085" actId="2696"/>
      <pc:docMkLst>
        <pc:docMk/>
      </pc:docMkLst>
      <pc:sldChg chg="modSp mod">
        <pc:chgData name="Roshni Patoa" userId="fed91864c60e3dfe" providerId="LiveId" clId="{A3B46C5F-90C5-48F1-9D5E-FFF17DC60175}" dt="2025-01-22T04:24:14.442" v="1060" actId="20577"/>
        <pc:sldMkLst>
          <pc:docMk/>
          <pc:sldMk cId="1501955450" sldId="258"/>
        </pc:sldMkLst>
      </pc:sldChg>
      <pc:sldChg chg="addSp modSp mod">
        <pc:chgData name="Roshni Patoa" userId="fed91864c60e3dfe" providerId="LiveId" clId="{A3B46C5F-90C5-48F1-9D5E-FFF17DC60175}" dt="2025-01-17T03:56:56.800" v="630" actId="1036"/>
        <pc:sldMkLst>
          <pc:docMk/>
          <pc:sldMk cId="561393703" sldId="263"/>
        </pc:sldMkLst>
      </pc:sldChg>
      <pc:sldChg chg="addSp modSp mod">
        <pc:chgData name="Roshni Patoa" userId="fed91864c60e3dfe" providerId="LiveId" clId="{A3B46C5F-90C5-48F1-9D5E-FFF17DC60175}" dt="2025-01-17T03:58:09.113" v="671" actId="313"/>
        <pc:sldMkLst>
          <pc:docMk/>
          <pc:sldMk cId="2095114534" sldId="264"/>
        </pc:sldMkLst>
      </pc:sldChg>
      <pc:sldChg chg="addSp delSp modSp new del mod">
        <pc:chgData name="Roshni Patoa" userId="fed91864c60e3dfe" providerId="LiveId" clId="{A3B46C5F-90C5-48F1-9D5E-FFF17DC60175}" dt="2025-01-16T08:47:36.123" v="58" actId="2696"/>
        <pc:sldMkLst>
          <pc:docMk/>
          <pc:sldMk cId="1820326849" sldId="266"/>
        </pc:sldMkLst>
      </pc:sldChg>
      <pc:sldChg chg="addSp modSp new del mod">
        <pc:chgData name="Roshni Patoa" userId="fed91864c60e3dfe" providerId="LiveId" clId="{A3B46C5F-90C5-48F1-9D5E-FFF17DC60175}" dt="2025-01-22T04:24:43.160" v="1061" actId="2696"/>
        <pc:sldMkLst>
          <pc:docMk/>
          <pc:sldMk cId="2530205699" sldId="266"/>
        </pc:sldMkLst>
      </pc:sldChg>
      <pc:sldChg chg="addSp delSp modSp new mod">
        <pc:chgData name="Roshni Patoa" userId="fed91864c60e3dfe" providerId="LiveId" clId="{A3B46C5F-90C5-48F1-9D5E-FFF17DC60175}" dt="2025-01-22T04:27:25.302" v="1064" actId="20577"/>
        <pc:sldMkLst>
          <pc:docMk/>
          <pc:sldMk cId="1908485448" sldId="267"/>
        </pc:sldMkLst>
        <pc:spChg chg="add mod">
          <ac:chgData name="Roshni Patoa" userId="fed91864c60e3dfe" providerId="LiveId" clId="{A3B46C5F-90C5-48F1-9D5E-FFF17DC60175}" dt="2025-01-17T03:26:31.444" v="268" actId="20577"/>
          <ac:spMkLst>
            <pc:docMk/>
            <pc:sldMk cId="1908485448" sldId="267"/>
            <ac:spMk id="4" creationId="{9B649DFF-714D-1FCC-E59D-DD2232466F93}"/>
          </ac:spMkLst>
        </pc:spChg>
        <pc:spChg chg="add mod">
          <ac:chgData name="Roshni Patoa" userId="fed91864c60e3dfe" providerId="LiveId" clId="{A3B46C5F-90C5-48F1-9D5E-FFF17DC60175}" dt="2025-01-22T04:27:25.302" v="1064" actId="20577"/>
          <ac:spMkLst>
            <pc:docMk/>
            <pc:sldMk cId="1908485448" sldId="267"/>
            <ac:spMk id="6" creationId="{3A38B247-3889-B4DA-53D0-5C1BAB5EBF52}"/>
          </ac:spMkLst>
        </pc:spChg>
      </pc:sldChg>
      <pc:sldChg chg="modSp add mod">
        <pc:chgData name="Roshni Patoa" userId="fed91864c60e3dfe" providerId="LiveId" clId="{A3B46C5F-90C5-48F1-9D5E-FFF17DC60175}" dt="2025-01-22T04:31:54.711" v="1076" actId="20577"/>
        <pc:sldMkLst>
          <pc:docMk/>
          <pc:sldMk cId="3252973548" sldId="268"/>
        </pc:sldMkLst>
        <pc:spChg chg="mod">
          <ac:chgData name="Roshni Patoa" userId="fed91864c60e3dfe" providerId="LiveId" clId="{A3B46C5F-90C5-48F1-9D5E-FFF17DC60175}" dt="2025-01-17T03:41:11.972" v="575" actId="20577"/>
          <ac:spMkLst>
            <pc:docMk/>
            <pc:sldMk cId="3252973548" sldId="268"/>
            <ac:spMk id="4" creationId="{1DD3C463-E921-4596-2FF1-2DD25A1EBC48}"/>
          </ac:spMkLst>
        </pc:spChg>
        <pc:spChg chg="mod">
          <ac:chgData name="Roshni Patoa" userId="fed91864c60e3dfe" providerId="LiveId" clId="{A3B46C5F-90C5-48F1-9D5E-FFF17DC60175}" dt="2025-01-22T04:31:54.711" v="1076" actId="20577"/>
          <ac:spMkLst>
            <pc:docMk/>
            <pc:sldMk cId="3252973548" sldId="268"/>
            <ac:spMk id="6" creationId="{B9B55B93-AC03-7E43-A12E-5D09D8D0014D}"/>
          </ac:spMkLst>
        </pc:spChg>
      </pc:sldChg>
      <pc:sldChg chg="addSp modSp new mod">
        <pc:chgData name="Roshni Patoa" userId="fed91864c60e3dfe" providerId="LiveId" clId="{A3B46C5F-90C5-48F1-9D5E-FFF17DC60175}" dt="2025-01-17T05:30:25.162" v="909" actId="1036"/>
        <pc:sldMkLst>
          <pc:docMk/>
          <pc:sldMk cId="1697355594" sldId="269"/>
        </pc:sldMkLst>
        <pc:spChg chg="add mod">
          <ac:chgData name="Roshni Patoa" userId="fed91864c60e3dfe" providerId="LiveId" clId="{A3B46C5F-90C5-48F1-9D5E-FFF17DC60175}" dt="2025-01-17T04:04:37.114" v="850" actId="1076"/>
          <ac:spMkLst>
            <pc:docMk/>
            <pc:sldMk cId="1697355594" sldId="269"/>
            <ac:spMk id="2" creationId="{3858CFF5-4D5E-7209-69EB-EDF4E5A6B119}"/>
          </ac:spMkLst>
        </pc:spChg>
        <pc:spChg chg="add mod">
          <ac:chgData name="Roshni Patoa" userId="fed91864c60e3dfe" providerId="LiveId" clId="{A3B46C5F-90C5-48F1-9D5E-FFF17DC60175}" dt="2025-01-17T05:30:25.162" v="909" actId="1036"/>
          <ac:spMkLst>
            <pc:docMk/>
            <pc:sldMk cId="1697355594" sldId="269"/>
            <ac:spMk id="3" creationId="{D2F5EE40-645B-6687-C4DE-7FDC9941CE29}"/>
          </ac:spMkLst>
        </pc:spChg>
      </pc:sldChg>
      <pc:sldChg chg="addSp delSp modSp new del mod">
        <pc:chgData name="Roshni Patoa" userId="fed91864c60e3dfe" providerId="LiveId" clId="{A3B46C5F-90C5-48F1-9D5E-FFF17DC60175}" dt="2025-01-22T04:33:53.683" v="1084" actId="2696"/>
        <pc:sldMkLst>
          <pc:docMk/>
          <pc:sldMk cId="763352656" sldId="270"/>
        </pc:sldMkLst>
      </pc:sldChg>
      <pc:sldChg chg="addSp delSp modSp new del mod">
        <pc:chgData name="Roshni Patoa" userId="fed91864c60e3dfe" providerId="LiveId" clId="{A3B46C5F-90C5-48F1-9D5E-FFF17DC60175}" dt="2025-01-22T04:33:55.584" v="1085" actId="2696"/>
        <pc:sldMkLst>
          <pc:docMk/>
          <pc:sldMk cId="1503805680" sldId="271"/>
        </pc:sldMkLst>
      </pc:sldChg>
      <pc:sldChg chg="addSp delSp modSp new del mod">
        <pc:chgData name="Roshni Patoa" userId="fed91864c60e3dfe" providerId="LiveId" clId="{A3B46C5F-90C5-48F1-9D5E-FFF17DC60175}" dt="2025-01-22T04:33:51.177" v="1083" actId="2696"/>
        <pc:sldMkLst>
          <pc:docMk/>
          <pc:sldMk cId="3195452999" sldId="272"/>
        </pc:sldMkLst>
      </pc:sldChg>
      <pc:sldChg chg="addSp modSp new mod">
        <pc:chgData name="Roshni Patoa" userId="fed91864c60e3dfe" providerId="LiveId" clId="{A3B46C5F-90C5-48F1-9D5E-FFF17DC60175}" dt="2025-01-17T05:31:03.347" v="925"/>
        <pc:sldMkLst>
          <pc:docMk/>
          <pc:sldMk cId="3650555201" sldId="273"/>
        </pc:sldMkLst>
      </pc:sldChg>
      <pc:sldChg chg="addSp modSp new mod">
        <pc:chgData name="Roshni Patoa" userId="fed91864c60e3dfe" providerId="LiveId" clId="{A3B46C5F-90C5-48F1-9D5E-FFF17DC60175}" dt="2025-01-17T05:32:51.987" v="1037" actId="1076"/>
        <pc:sldMkLst>
          <pc:docMk/>
          <pc:sldMk cId="1696112011" sldId="274"/>
        </pc:sldMkLst>
        <pc:spChg chg="add mod">
          <ac:chgData name="Roshni Patoa" userId="fed91864c60e3dfe" providerId="LiveId" clId="{A3B46C5F-90C5-48F1-9D5E-FFF17DC60175}" dt="2025-01-17T05:31:12.640" v="927"/>
          <ac:spMkLst>
            <pc:docMk/>
            <pc:sldMk cId="1696112011" sldId="274"/>
            <ac:spMk id="2" creationId="{06EEC209-634F-1E03-7804-8CE6F943588A}"/>
          </ac:spMkLst>
        </pc:spChg>
        <pc:spChg chg="add mod">
          <ac:chgData name="Roshni Patoa" userId="fed91864c60e3dfe" providerId="LiveId" clId="{A3B46C5F-90C5-48F1-9D5E-FFF17DC60175}" dt="2025-01-17T05:32:04.172" v="1031" actId="20577"/>
          <ac:spMkLst>
            <pc:docMk/>
            <pc:sldMk cId="1696112011" sldId="274"/>
            <ac:spMk id="3" creationId="{06DA455E-8A04-EB08-2AF5-4CD197001D24}"/>
          </ac:spMkLst>
        </pc:spChg>
        <pc:picChg chg="add mod">
          <ac:chgData name="Roshni Patoa" userId="fed91864c60e3dfe" providerId="LiveId" clId="{A3B46C5F-90C5-48F1-9D5E-FFF17DC60175}" dt="2025-01-17T05:32:30.043" v="1034" actId="1076"/>
          <ac:picMkLst>
            <pc:docMk/>
            <pc:sldMk cId="1696112011" sldId="274"/>
            <ac:picMk id="5" creationId="{FE650AFC-C7B2-3DB1-2C6B-12678D6FE091}"/>
          </ac:picMkLst>
        </pc:picChg>
        <pc:picChg chg="add mod">
          <ac:chgData name="Roshni Patoa" userId="fed91864c60e3dfe" providerId="LiveId" clId="{A3B46C5F-90C5-48F1-9D5E-FFF17DC60175}" dt="2025-01-17T05:32:51.987" v="1037" actId="1076"/>
          <ac:picMkLst>
            <pc:docMk/>
            <pc:sldMk cId="1696112011" sldId="274"/>
            <ac:picMk id="7" creationId="{F0406ED4-8375-A80F-C65B-9A8AFF1D259C}"/>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A8FE671-5CEE-48E7-B021-0396717B0D66}" type="datetimeFigureOut">
              <a:rPr lang="en-US" smtClean="0"/>
              <a:t>2/17/2025</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42865484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8FE671-5CEE-48E7-B021-0396717B0D66}" type="datetimeFigureOut">
              <a:rPr lang="en-US" smtClean="0"/>
              <a:t>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4816451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8FE671-5CEE-48E7-B021-0396717B0D66}" type="datetimeFigureOut">
              <a:rPr lang="en-US" smtClean="0"/>
              <a:t>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2125290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A8FE671-5CEE-48E7-B021-0396717B0D66}" type="datetimeFigureOut">
              <a:rPr lang="en-US" smtClean="0"/>
              <a:t>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30563846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A8FE671-5CEE-48E7-B021-0396717B0D66}" type="datetimeFigureOut">
              <a:rPr lang="en-US" smtClean="0"/>
              <a:t>2/17/2025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1949959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A8FE671-5CEE-48E7-B021-0396717B0D66}" type="datetimeFigureOut">
              <a:rPr lang="en-US" smtClean="0"/>
              <a:t>2/17/2025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74502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8FE671-5CEE-48E7-B021-0396717B0D66}" type="datetimeFigureOut">
              <a:rPr lang="en-US" smtClean="0"/>
              <a:t>2/17/2025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17172229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8FE671-5CEE-48E7-B021-0396717B0D66}" type="datetimeFigureOut">
              <a:rPr lang="en-US" smtClean="0"/>
              <a:t>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26047631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8FE671-5CEE-48E7-B021-0396717B0D66}" type="datetimeFigureOut">
              <a:rPr lang="en-US" smtClean="0"/>
              <a:t>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3684042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8FE671-5CEE-48E7-B021-0396717B0D66}" type="datetimeFigureOut">
              <a:rPr lang="en-US" smtClean="0"/>
              <a:t>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30254523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8FE671-5CEE-48E7-B021-0396717B0D66}" type="datetimeFigureOut">
              <a:rPr lang="en-US" smtClean="0"/>
              <a:t>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26772364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8FE671-5CEE-48E7-B021-0396717B0D66}" type="datetimeFigureOut">
              <a:rPr lang="en-US" smtClean="0"/>
              <a:t>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451033-5C79-45C1-A3A8-EE584247DE6E}"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745108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8FE671-5CEE-48E7-B021-0396717B0D66}" type="datetimeFigureOut">
              <a:rPr lang="en-US" smtClean="0"/>
              <a:t>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34319175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A8FE671-5CEE-48E7-B021-0396717B0D66}" type="datetimeFigureOut">
              <a:rPr lang="en-US" smtClean="0"/>
              <a:t>2/17/2025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34661035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A8FE671-5CEE-48E7-B021-0396717B0D66}" type="datetimeFigureOut">
              <a:rPr lang="en-US" smtClean="0"/>
              <a:t>2/17/2025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34401910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8FE671-5CEE-48E7-B021-0396717B0D66}" type="datetimeFigureOut">
              <a:rPr lang="en-US" smtClean="0"/>
              <a:t>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26804642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8FE671-5CEE-48E7-B021-0396717B0D66}" type="datetimeFigureOut">
              <a:rPr lang="en-US" smtClean="0"/>
              <a:t>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2716054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A8FE671-5CEE-48E7-B021-0396717B0D66}" type="datetimeFigureOut">
              <a:rPr lang="en-US" smtClean="0"/>
              <a:t>2/17/2025</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A451033-5C79-45C1-A3A8-EE584247DE6E}" type="slidenum">
              <a:rPr lang="en-US" smtClean="0"/>
              <a:t>‹#›</a:t>
            </a:fld>
            <a:endParaRPr lang="en-US"/>
          </a:p>
        </p:txBody>
      </p:sp>
    </p:spTree>
    <p:extLst>
      <p:ext uri="{BB962C8B-B14F-4D97-AF65-F5344CB8AC3E}">
        <p14:creationId xmlns:p14="http://schemas.microsoft.com/office/powerpoint/2010/main" val="291607165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FA0C8-9BC6-0025-AA62-C48E1A10F66C}"/>
              </a:ext>
            </a:extLst>
          </p:cNvPr>
          <p:cNvSpPr>
            <a:spLocks noGrp="1"/>
          </p:cNvSpPr>
          <p:nvPr>
            <p:ph type="ctrTitle"/>
          </p:nvPr>
        </p:nvSpPr>
        <p:spPr>
          <a:xfrm>
            <a:off x="1743074" y="2171701"/>
            <a:ext cx="10215563" cy="2387600"/>
          </a:xfrm>
        </p:spPr>
        <p:txBody>
          <a:bodyPr>
            <a:noAutofit/>
          </a:bodyPr>
          <a:lstStyle/>
          <a:p>
            <a:r>
              <a:rPr lang="en-US" sz="9600" dirty="0">
                <a:solidFill>
                  <a:schemeClr val="bg1"/>
                </a:solidFill>
                <a:latin typeface="Berlin Sans FB Demi" panose="020E0802020502020306" pitchFamily="34" charset="0"/>
              </a:rPr>
              <a:t>SEQUENTIAL CIRCUITS</a:t>
            </a:r>
          </a:p>
        </p:txBody>
      </p:sp>
      <p:sp>
        <p:nvSpPr>
          <p:cNvPr id="3" name="Subtitle 2">
            <a:extLst>
              <a:ext uri="{FF2B5EF4-FFF2-40B4-BE49-F238E27FC236}">
                <a16:creationId xmlns:a16="http://schemas.microsoft.com/office/drawing/2014/main" id="{207B7ACE-5125-9078-DAFF-C7F13DAC6D17}"/>
              </a:ext>
            </a:extLst>
          </p:cNvPr>
          <p:cNvSpPr>
            <a:spLocks noGrp="1"/>
          </p:cNvSpPr>
          <p:nvPr>
            <p:ph type="subTitle" idx="1"/>
          </p:nvPr>
        </p:nvSpPr>
        <p:spPr>
          <a:xfrm>
            <a:off x="1876424" y="4559301"/>
            <a:ext cx="8791575" cy="1655762"/>
          </a:xfrm>
        </p:spPr>
        <p:txBody>
          <a:bodyPr/>
          <a:lstStyle/>
          <a:p>
            <a:r>
              <a:rPr lang="en-US" dirty="0">
                <a:solidFill>
                  <a:schemeClr val="bg1"/>
                </a:solidFill>
              </a:rPr>
              <a:t>						</a:t>
            </a:r>
            <a:r>
              <a:rPr lang="en-US" sz="2400" dirty="0">
                <a:solidFill>
                  <a:schemeClr val="bg1"/>
                </a:solidFill>
                <a:latin typeface="Bauhaus 93" panose="04030905020B02020C02" pitchFamily="82" charset="0"/>
              </a:rPr>
              <a:t>BY:</a:t>
            </a:r>
          </a:p>
          <a:p>
            <a:r>
              <a:rPr lang="en-US" sz="2400" dirty="0">
                <a:solidFill>
                  <a:schemeClr val="bg1"/>
                </a:solidFill>
                <a:latin typeface="Bauhaus 93" panose="04030905020B02020C02" pitchFamily="82" charset="0"/>
              </a:rPr>
              <a:t>							ROSHNI PATOA</a:t>
            </a:r>
          </a:p>
        </p:txBody>
      </p:sp>
      <p:sp>
        <p:nvSpPr>
          <p:cNvPr id="4" name="TextBox 3">
            <a:extLst>
              <a:ext uri="{FF2B5EF4-FFF2-40B4-BE49-F238E27FC236}">
                <a16:creationId xmlns:a16="http://schemas.microsoft.com/office/drawing/2014/main" id="{8470E54E-C719-33CA-B55E-D4EDFD272918}"/>
              </a:ext>
            </a:extLst>
          </p:cNvPr>
          <p:cNvSpPr txBox="1"/>
          <p:nvPr/>
        </p:nvSpPr>
        <p:spPr>
          <a:xfrm>
            <a:off x="7329489" y="342900"/>
            <a:ext cx="4457700" cy="369332"/>
          </a:xfrm>
          <a:prstGeom prst="rect">
            <a:avLst/>
          </a:prstGeom>
          <a:noFill/>
        </p:spPr>
        <p:txBody>
          <a:bodyPr wrap="square" rtlCol="0">
            <a:spAutoFit/>
          </a:bodyPr>
          <a:lstStyle/>
          <a:p>
            <a:r>
              <a:rPr lang="en-US" dirty="0">
                <a:solidFill>
                  <a:schemeClr val="bg1"/>
                </a:solidFill>
                <a:latin typeface="Bradley Hand ITC" panose="03070402050302030203" pitchFamily="66" charset="0"/>
              </a:rPr>
              <a:t>COMPUTER SYSTEM ARCHITECTURE</a:t>
            </a:r>
          </a:p>
        </p:txBody>
      </p:sp>
    </p:spTree>
    <p:extLst>
      <p:ext uri="{BB962C8B-B14F-4D97-AF65-F5344CB8AC3E}">
        <p14:creationId xmlns:p14="http://schemas.microsoft.com/office/powerpoint/2010/main" val="12087899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D3B0F-E2FD-E156-7022-8EFCED276285}"/>
              </a:ext>
            </a:extLst>
          </p:cNvPr>
          <p:cNvSpPr>
            <a:spLocks noGrp="1"/>
          </p:cNvSpPr>
          <p:nvPr>
            <p:ph type="title"/>
          </p:nvPr>
        </p:nvSpPr>
        <p:spPr>
          <a:xfrm>
            <a:off x="1141413" y="0"/>
            <a:ext cx="9905998" cy="1478570"/>
          </a:xfrm>
        </p:spPr>
        <p:txBody>
          <a:bodyPr>
            <a:normAutofit/>
          </a:bodyPr>
          <a:lstStyle/>
          <a:p>
            <a:pPr algn="ctr"/>
            <a:r>
              <a:rPr lang="en-US" sz="4800" dirty="0">
                <a:solidFill>
                  <a:schemeClr val="bg1"/>
                </a:solidFill>
                <a:latin typeface="Bodoni MT Black" panose="02070A03080606020203" pitchFamily="18" charset="0"/>
              </a:rPr>
              <a:t>INTRODUCTION</a:t>
            </a:r>
          </a:p>
        </p:txBody>
      </p:sp>
      <p:sp>
        <p:nvSpPr>
          <p:cNvPr id="6" name="TextBox 5">
            <a:extLst>
              <a:ext uri="{FF2B5EF4-FFF2-40B4-BE49-F238E27FC236}">
                <a16:creationId xmlns:a16="http://schemas.microsoft.com/office/drawing/2014/main" id="{81215BE8-C00B-501B-19CB-1470DE5308A5}"/>
              </a:ext>
            </a:extLst>
          </p:cNvPr>
          <p:cNvSpPr txBox="1"/>
          <p:nvPr/>
        </p:nvSpPr>
        <p:spPr>
          <a:xfrm>
            <a:off x="1141413" y="1785938"/>
            <a:ext cx="10017125" cy="2677656"/>
          </a:xfrm>
          <a:prstGeom prst="rect">
            <a:avLst/>
          </a:prstGeom>
          <a:noFill/>
        </p:spPr>
        <p:txBody>
          <a:bodyPr wrap="square" rtlCol="0">
            <a:spAutoFit/>
          </a:bodyPr>
          <a:lstStyle/>
          <a:p>
            <a:pPr algn="just" fontAlgn="base"/>
            <a:r>
              <a:rPr lang="en-US" sz="2400" b="0" i="0" dirty="0">
                <a:solidFill>
                  <a:schemeClr val="bg1"/>
                </a:solidFill>
                <a:effectLst/>
                <a:latin typeface="Bahnschrift" panose="020B0502040204020203" pitchFamily="34" charset="0"/>
              </a:rPr>
              <a:t>The sequential circuit is a special type of circuit that has a series of inputs and outputs. The outputs of the sequential circuits depend on both the combination of present inputs and previous outputs. The previous output is treated as the present state. So, the sequential circuit contains the combinational circuit and its memory storage elements. A sequential circuit doesn't need to always contain a combinational circuit. So, the sequential circuit can contain only the memory element.</a:t>
            </a:r>
            <a:endParaRPr lang="en-US" sz="2400" dirty="0">
              <a:solidFill>
                <a:schemeClr val="bg1"/>
              </a:solidFill>
              <a:latin typeface="Bahnschrift" panose="020B0502040204020203" pitchFamily="34" charset="0"/>
            </a:endParaRPr>
          </a:p>
        </p:txBody>
      </p:sp>
    </p:spTree>
    <p:extLst>
      <p:ext uri="{BB962C8B-B14F-4D97-AF65-F5344CB8AC3E}">
        <p14:creationId xmlns:p14="http://schemas.microsoft.com/office/powerpoint/2010/main" val="19018948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B7D68-BA69-E924-71E0-AE71E7B154AC}"/>
              </a:ext>
            </a:extLst>
          </p:cNvPr>
          <p:cNvSpPr>
            <a:spLocks noGrp="1"/>
          </p:cNvSpPr>
          <p:nvPr>
            <p:ph type="title"/>
          </p:nvPr>
        </p:nvSpPr>
        <p:spPr>
          <a:xfrm>
            <a:off x="0" y="0"/>
            <a:ext cx="12192000" cy="1478570"/>
          </a:xfrm>
        </p:spPr>
        <p:txBody>
          <a:bodyPr>
            <a:normAutofit/>
          </a:bodyPr>
          <a:lstStyle/>
          <a:p>
            <a:pPr algn="ctr"/>
            <a:r>
              <a:rPr lang="en-US" sz="4800" dirty="0">
                <a:solidFill>
                  <a:schemeClr val="bg1"/>
                </a:solidFill>
                <a:latin typeface="Bodoni MT Black" panose="02070A03080606020203" pitchFamily="18" charset="0"/>
              </a:rPr>
              <a:t>TYPES OF SEQUENTIAL CIRCUITS</a:t>
            </a:r>
          </a:p>
        </p:txBody>
      </p:sp>
      <p:sp>
        <p:nvSpPr>
          <p:cNvPr id="5" name="TextBox 4">
            <a:extLst>
              <a:ext uri="{FF2B5EF4-FFF2-40B4-BE49-F238E27FC236}">
                <a16:creationId xmlns:a16="http://schemas.microsoft.com/office/drawing/2014/main" id="{2B93D012-D96E-0A21-2AAF-4C94D8B69749}"/>
              </a:ext>
            </a:extLst>
          </p:cNvPr>
          <p:cNvSpPr txBox="1"/>
          <p:nvPr/>
        </p:nvSpPr>
        <p:spPr>
          <a:xfrm>
            <a:off x="1376362" y="1478570"/>
            <a:ext cx="10001250" cy="3565079"/>
          </a:xfrm>
          <a:prstGeom prst="rect">
            <a:avLst/>
          </a:prstGeom>
          <a:noFill/>
        </p:spPr>
        <p:txBody>
          <a:bodyPr wrap="square">
            <a:spAutoFit/>
          </a:bodyPr>
          <a:lstStyle/>
          <a:p>
            <a:pPr algn="l" fontAlgn="base">
              <a:spcBef>
                <a:spcPts val="1800"/>
              </a:spcBef>
              <a:spcAft>
                <a:spcPts val="1800"/>
              </a:spcAft>
            </a:pPr>
            <a:r>
              <a:rPr lang="en-US" sz="3200" b="1" i="0" dirty="0">
                <a:solidFill>
                  <a:schemeClr val="bg1"/>
                </a:solidFill>
                <a:effectLst/>
                <a:latin typeface="Bahnschrift" panose="020B0502040204020203" pitchFamily="34" charset="0"/>
              </a:rPr>
              <a:t>Asynchronous Sequential Circuit</a:t>
            </a:r>
          </a:p>
          <a:p>
            <a:pPr algn="just" rtl="0" fontAlgn="base">
              <a:spcAft>
                <a:spcPts val="750"/>
              </a:spcAft>
            </a:pPr>
            <a:r>
              <a:rPr lang="en-US" sz="2400" i="0" dirty="0">
                <a:solidFill>
                  <a:schemeClr val="bg1"/>
                </a:solidFill>
                <a:effectLst/>
                <a:latin typeface="Bahnschrift" panose="020B0502040204020203" pitchFamily="34" charset="0"/>
              </a:rPr>
              <a:t>These circuits do not use a clock signal but uses the pulses of the inputs. These circuits are faster than synchronous sequential circuits because there is clock pulse and change their state immediately when there is a change in the input signal. We use asynchronous sequential circuits when speed of operation is important and independent of internal clock pulse. </a:t>
            </a:r>
          </a:p>
          <a:p>
            <a:pPr fontAlgn="base"/>
            <a:endParaRPr lang="en-US" sz="2800" b="1" i="0" dirty="0">
              <a:solidFill>
                <a:srgbClr val="FFFFFF"/>
              </a:solidFill>
              <a:effectLst/>
              <a:latin typeface="Nunito" pitchFamily="2" charset="0"/>
            </a:endParaRPr>
          </a:p>
        </p:txBody>
      </p:sp>
      <p:pic>
        <p:nvPicPr>
          <p:cNvPr id="1026" name="Picture 2" descr="Lightbox">
            <a:extLst>
              <a:ext uri="{FF2B5EF4-FFF2-40B4-BE49-F238E27FC236}">
                <a16:creationId xmlns:a16="http://schemas.microsoft.com/office/drawing/2014/main" id="{D1223AE1-4E2D-25A9-FC88-5FBE243C9D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2199" y="4827122"/>
            <a:ext cx="5447602" cy="16950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19554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82C39-C68C-35A4-2393-6EF878BBE1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8A07C5-F2E0-B085-6364-EA09C7BF1676}"/>
              </a:ext>
            </a:extLst>
          </p:cNvPr>
          <p:cNvSpPr>
            <a:spLocks noGrp="1"/>
          </p:cNvSpPr>
          <p:nvPr>
            <p:ph type="title"/>
          </p:nvPr>
        </p:nvSpPr>
        <p:spPr>
          <a:xfrm>
            <a:off x="0" y="0"/>
            <a:ext cx="12192000" cy="1478570"/>
          </a:xfrm>
        </p:spPr>
        <p:txBody>
          <a:bodyPr>
            <a:normAutofit/>
          </a:bodyPr>
          <a:lstStyle/>
          <a:p>
            <a:pPr algn="ctr"/>
            <a:r>
              <a:rPr lang="en-US" sz="4800" dirty="0">
                <a:solidFill>
                  <a:schemeClr val="bg1"/>
                </a:solidFill>
                <a:latin typeface="Bodoni MT Black" panose="02070A03080606020203" pitchFamily="18" charset="0"/>
              </a:rPr>
              <a:t>TYPES OF SEQUENTIAL CIRCUITS</a:t>
            </a:r>
          </a:p>
        </p:txBody>
      </p:sp>
      <p:sp>
        <p:nvSpPr>
          <p:cNvPr id="5" name="TextBox 4">
            <a:extLst>
              <a:ext uri="{FF2B5EF4-FFF2-40B4-BE49-F238E27FC236}">
                <a16:creationId xmlns:a16="http://schemas.microsoft.com/office/drawing/2014/main" id="{A9445895-3B71-2ACC-6B39-6ECABF39CBF2}"/>
              </a:ext>
            </a:extLst>
          </p:cNvPr>
          <p:cNvSpPr txBox="1"/>
          <p:nvPr/>
        </p:nvSpPr>
        <p:spPr>
          <a:xfrm>
            <a:off x="1095375" y="1478570"/>
            <a:ext cx="10001250" cy="3400931"/>
          </a:xfrm>
          <a:prstGeom prst="rect">
            <a:avLst/>
          </a:prstGeom>
          <a:noFill/>
        </p:spPr>
        <p:txBody>
          <a:bodyPr wrap="square">
            <a:spAutoFit/>
          </a:bodyPr>
          <a:lstStyle/>
          <a:p>
            <a:pPr algn="l" fontAlgn="base">
              <a:spcBef>
                <a:spcPts val="1800"/>
              </a:spcBef>
              <a:spcAft>
                <a:spcPts val="1800"/>
              </a:spcAft>
            </a:pPr>
            <a:r>
              <a:rPr lang="en-US" sz="3200" b="1" i="0" dirty="0">
                <a:solidFill>
                  <a:schemeClr val="bg1"/>
                </a:solidFill>
                <a:effectLst/>
                <a:latin typeface="Bahnschrift" panose="020B0502040204020203" pitchFamily="34" charset="0"/>
              </a:rPr>
              <a:t>Synchronous Sequential Circuit</a:t>
            </a:r>
          </a:p>
          <a:p>
            <a:pPr algn="just" rtl="0" fontAlgn="base">
              <a:spcAft>
                <a:spcPts val="750"/>
              </a:spcAft>
            </a:pPr>
            <a:r>
              <a:rPr lang="en-US" sz="2400" i="0" dirty="0">
                <a:solidFill>
                  <a:schemeClr val="bg1"/>
                </a:solidFill>
                <a:effectLst/>
                <a:latin typeface="Bahnschrift" panose="020B0502040204020203" pitchFamily="34" charset="0"/>
              </a:rPr>
              <a:t>These circuits uses clock signal and level inputs (or pulsed) (with restrictions on pulse width and circuit propagation). The output pulse is the same duration as the clock pulse for the clocked sequential circuits. Since they wait for the next clock pulse to arrive to perform the next operation, so these circuits are bit slower compared to asynchronous. Level output changes state at the start of an input pulse and remains in that until the next input or clock pulse. </a:t>
            </a:r>
          </a:p>
        </p:txBody>
      </p:sp>
      <p:pic>
        <p:nvPicPr>
          <p:cNvPr id="2050" name="Picture 2" descr="Lightbox">
            <a:extLst>
              <a:ext uri="{FF2B5EF4-FFF2-40B4-BE49-F238E27FC236}">
                <a16:creationId xmlns:a16="http://schemas.microsoft.com/office/drawing/2014/main" id="{7F088205-A1A4-A9A7-EDDD-71D085C843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2275" y="4681538"/>
            <a:ext cx="4324350" cy="18591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66090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9F07C-48DB-05F2-97B6-12AE64E3B764}"/>
              </a:ext>
            </a:extLst>
          </p:cNvPr>
          <p:cNvSpPr>
            <a:spLocks noGrp="1"/>
          </p:cNvSpPr>
          <p:nvPr>
            <p:ph type="title"/>
          </p:nvPr>
        </p:nvSpPr>
        <p:spPr>
          <a:xfrm>
            <a:off x="0" y="0"/>
            <a:ext cx="12192000" cy="1478570"/>
          </a:xfrm>
        </p:spPr>
        <p:txBody>
          <a:bodyPr>
            <a:normAutofit/>
          </a:bodyPr>
          <a:lstStyle/>
          <a:p>
            <a:pPr algn="ctr"/>
            <a:r>
              <a:rPr lang="en-US" sz="4800" dirty="0">
                <a:solidFill>
                  <a:schemeClr val="bg1"/>
                </a:solidFill>
                <a:latin typeface="Bodoni MT Black" panose="02070A03080606020203" pitchFamily="18" charset="0"/>
              </a:rPr>
              <a:t>CLOCK SIGNAL AND TRIGGERING</a:t>
            </a:r>
          </a:p>
        </p:txBody>
      </p:sp>
      <p:sp>
        <p:nvSpPr>
          <p:cNvPr id="4" name="TextBox 3">
            <a:extLst>
              <a:ext uri="{FF2B5EF4-FFF2-40B4-BE49-F238E27FC236}">
                <a16:creationId xmlns:a16="http://schemas.microsoft.com/office/drawing/2014/main" id="{03511D56-F224-0F82-EA9C-A31689A9AA58}"/>
              </a:ext>
            </a:extLst>
          </p:cNvPr>
          <p:cNvSpPr txBox="1"/>
          <p:nvPr/>
        </p:nvSpPr>
        <p:spPr>
          <a:xfrm>
            <a:off x="1071564" y="1760488"/>
            <a:ext cx="10315574" cy="3108543"/>
          </a:xfrm>
          <a:prstGeom prst="rect">
            <a:avLst/>
          </a:prstGeom>
          <a:noFill/>
        </p:spPr>
        <p:txBody>
          <a:bodyPr wrap="square">
            <a:spAutoFit/>
          </a:bodyPr>
          <a:lstStyle/>
          <a:p>
            <a:pPr algn="just"/>
            <a:r>
              <a:rPr lang="en-US" sz="2800" i="0" dirty="0">
                <a:solidFill>
                  <a:schemeClr val="bg1"/>
                </a:solidFill>
                <a:effectLst/>
                <a:latin typeface="Bahnschrift" panose="020B0502040204020203" pitchFamily="34" charset="0"/>
              </a:rPr>
              <a:t>Clock signal is a kind of control signal that allows the elements of synchronous circuits to be in phase or phenomena that occur in circuits. It is derived from the square wave that has a high and a low level, it helps in measuring the sequential changes in the circuit states. The clock signal also makes a pulse simultaneously on all the circuit parts that are needed for the proper work of synchronous sequential circuits.</a:t>
            </a:r>
            <a:endParaRPr lang="en-US" sz="2800" dirty="0">
              <a:solidFill>
                <a:schemeClr val="bg1"/>
              </a:solidFill>
              <a:latin typeface="Bahnschrift" panose="020B0502040204020203" pitchFamily="34" charset="0"/>
            </a:endParaRPr>
          </a:p>
        </p:txBody>
      </p:sp>
    </p:spTree>
    <p:extLst>
      <p:ext uri="{BB962C8B-B14F-4D97-AF65-F5344CB8AC3E}">
        <p14:creationId xmlns:p14="http://schemas.microsoft.com/office/powerpoint/2010/main" val="538336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F7415C8-700B-7E60-E768-DE5794CA4ADE}"/>
              </a:ext>
            </a:extLst>
          </p:cNvPr>
          <p:cNvSpPr>
            <a:spLocks noGrp="1"/>
          </p:cNvSpPr>
          <p:nvPr>
            <p:ph type="title"/>
          </p:nvPr>
        </p:nvSpPr>
        <p:spPr>
          <a:xfrm>
            <a:off x="569117" y="0"/>
            <a:ext cx="11050588" cy="1477963"/>
          </a:xfrm>
        </p:spPr>
        <p:txBody>
          <a:bodyPr>
            <a:normAutofit/>
          </a:bodyPr>
          <a:lstStyle/>
          <a:p>
            <a:pPr algn="ctr"/>
            <a:r>
              <a:rPr lang="en-US" sz="4800" dirty="0">
                <a:solidFill>
                  <a:schemeClr val="bg1"/>
                </a:solidFill>
                <a:latin typeface="Bodoni MT Black" panose="02070A03080606020203" pitchFamily="18" charset="0"/>
              </a:rPr>
              <a:t>TYPES OF TRIGGERING</a:t>
            </a:r>
          </a:p>
        </p:txBody>
      </p:sp>
      <p:sp>
        <p:nvSpPr>
          <p:cNvPr id="3" name="TextBox 2">
            <a:extLst>
              <a:ext uri="{FF2B5EF4-FFF2-40B4-BE49-F238E27FC236}">
                <a16:creationId xmlns:a16="http://schemas.microsoft.com/office/drawing/2014/main" id="{0BE0ED42-4A96-374C-BEF0-6AA93A6657EF}"/>
              </a:ext>
            </a:extLst>
          </p:cNvPr>
          <p:cNvSpPr txBox="1"/>
          <p:nvPr/>
        </p:nvSpPr>
        <p:spPr>
          <a:xfrm>
            <a:off x="857250" y="1413481"/>
            <a:ext cx="10762455" cy="1200329"/>
          </a:xfrm>
          <a:prstGeom prst="rect">
            <a:avLst/>
          </a:prstGeom>
          <a:noFill/>
        </p:spPr>
        <p:txBody>
          <a:bodyPr wrap="square">
            <a:spAutoFit/>
          </a:bodyPr>
          <a:lstStyle/>
          <a:p>
            <a:pPr algn="just" rtl="0" fontAlgn="base">
              <a:spcAft>
                <a:spcPts val="750"/>
              </a:spcAft>
            </a:pPr>
            <a:r>
              <a:rPr lang="en-US" sz="2400" b="0" i="0" dirty="0">
                <a:solidFill>
                  <a:schemeClr val="bg1"/>
                </a:solidFill>
                <a:effectLst/>
                <a:latin typeface="Bahnschrift" panose="020B0502040204020203" pitchFamily="34" charset="0"/>
              </a:rPr>
              <a:t>In Sequential circuits, triggering denotes the way, in terms of which the state changes take place. There are two main types of triggering.</a:t>
            </a:r>
            <a:br>
              <a:rPr lang="en-US" sz="2400" b="0" dirty="0">
                <a:solidFill>
                  <a:schemeClr val="bg1"/>
                </a:solidFill>
                <a:effectLst/>
                <a:latin typeface="Bahnschrift" panose="020B0502040204020203" pitchFamily="34" charset="0"/>
              </a:rPr>
            </a:br>
            <a:endParaRPr lang="en-US" sz="2400" dirty="0">
              <a:solidFill>
                <a:schemeClr val="bg1"/>
              </a:solidFill>
              <a:latin typeface="Bahnschrift" panose="020B0502040204020203" pitchFamily="34" charset="0"/>
            </a:endParaRPr>
          </a:p>
        </p:txBody>
      </p:sp>
      <p:sp>
        <p:nvSpPr>
          <p:cNvPr id="5" name="TextBox 4">
            <a:extLst>
              <a:ext uri="{FF2B5EF4-FFF2-40B4-BE49-F238E27FC236}">
                <a16:creationId xmlns:a16="http://schemas.microsoft.com/office/drawing/2014/main" id="{6BDC8B2A-D2D1-E486-B976-3A4EE44B4207}"/>
              </a:ext>
            </a:extLst>
          </p:cNvPr>
          <p:cNvSpPr txBox="1"/>
          <p:nvPr/>
        </p:nvSpPr>
        <p:spPr>
          <a:xfrm>
            <a:off x="1262064" y="2438568"/>
            <a:ext cx="10072686" cy="3980577"/>
          </a:xfrm>
          <a:prstGeom prst="rect">
            <a:avLst/>
          </a:prstGeom>
          <a:noFill/>
        </p:spPr>
        <p:txBody>
          <a:bodyPr wrap="square">
            <a:spAutoFit/>
          </a:bodyPr>
          <a:lstStyle/>
          <a:p>
            <a:pPr algn="just" fontAlgn="base">
              <a:spcBef>
                <a:spcPts val="1800"/>
              </a:spcBef>
              <a:spcAft>
                <a:spcPts val="1800"/>
              </a:spcAft>
            </a:pPr>
            <a:r>
              <a:rPr lang="en-US" sz="2400" b="1" i="0" dirty="0">
                <a:solidFill>
                  <a:schemeClr val="bg1"/>
                </a:solidFill>
                <a:effectLst/>
                <a:latin typeface="Bahnschrift" panose="020B0502040204020203" pitchFamily="34" charset="0"/>
              </a:rPr>
              <a:t>Level Triggering</a:t>
            </a:r>
          </a:p>
          <a:p>
            <a:pPr algn="just" rtl="0" fontAlgn="base">
              <a:spcAft>
                <a:spcPts val="750"/>
              </a:spcAft>
            </a:pPr>
            <a:r>
              <a:rPr lang="en-US" sz="2400" b="0" i="0" dirty="0">
                <a:solidFill>
                  <a:schemeClr val="bg1"/>
                </a:solidFill>
                <a:effectLst/>
                <a:latin typeface="Bahnschrift" panose="020B0502040204020203" pitchFamily="34" charset="0"/>
              </a:rPr>
              <a:t>Level triggering happens when the change of state is from the level of the clock signal is high or low. The circuit depends on the level of the clock signal rather than the rising or the falling edge of it. There are two types of level triggering:</a:t>
            </a:r>
          </a:p>
          <a:p>
            <a:pPr algn="just" fontAlgn="base">
              <a:spcAft>
                <a:spcPts val="1800"/>
              </a:spcAft>
              <a:buFont typeface="+mj-lt"/>
              <a:buAutoNum type="arabicPeriod"/>
            </a:pPr>
            <a:r>
              <a:rPr lang="en-US" sz="2400" b="1" i="0" dirty="0">
                <a:solidFill>
                  <a:schemeClr val="bg1"/>
                </a:solidFill>
                <a:effectLst/>
                <a:latin typeface="Bahnschrift" panose="020B0502040204020203" pitchFamily="34" charset="0"/>
              </a:rPr>
              <a:t>Positive Level Triggering: </a:t>
            </a:r>
            <a:r>
              <a:rPr lang="en-US" sz="2400" b="0" i="0" dirty="0">
                <a:solidFill>
                  <a:schemeClr val="bg1"/>
                </a:solidFill>
                <a:effectLst/>
                <a:latin typeface="Bahnschrift" panose="020B0502040204020203" pitchFamily="34" charset="0"/>
              </a:rPr>
              <a:t>The circuit changes state when it is high time in the clock cycle i.e. when the clock signal is high.</a:t>
            </a:r>
          </a:p>
          <a:p>
            <a:pPr algn="just" fontAlgn="base">
              <a:spcAft>
                <a:spcPts val="1800"/>
              </a:spcAft>
              <a:buFont typeface="+mj-lt"/>
              <a:buAutoNum type="arabicPeriod" startAt="2"/>
            </a:pPr>
            <a:r>
              <a:rPr lang="en-US" sz="2400" b="1" i="0" dirty="0">
                <a:solidFill>
                  <a:schemeClr val="bg1"/>
                </a:solidFill>
                <a:effectLst/>
                <a:latin typeface="Bahnschrift" panose="020B0502040204020203" pitchFamily="34" charset="0"/>
              </a:rPr>
              <a:t>Negative Level Triggering: </a:t>
            </a:r>
            <a:r>
              <a:rPr lang="en-US" sz="2400" b="0" i="0" dirty="0">
                <a:solidFill>
                  <a:schemeClr val="bg1"/>
                </a:solidFill>
                <a:effectLst/>
                <a:latin typeface="Bahnschrift" panose="020B0502040204020203" pitchFamily="34" charset="0"/>
              </a:rPr>
              <a:t>The circuit changes state when the clock signal is in the low state.</a:t>
            </a:r>
          </a:p>
        </p:txBody>
      </p:sp>
    </p:spTree>
    <p:extLst>
      <p:ext uri="{BB962C8B-B14F-4D97-AF65-F5344CB8AC3E}">
        <p14:creationId xmlns:p14="http://schemas.microsoft.com/office/powerpoint/2010/main" val="1317551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22777-6DC6-4CA5-5073-B158B6B45F4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D3C02EB-F33A-5EE4-CEF5-EAC532EEDFD0}"/>
              </a:ext>
            </a:extLst>
          </p:cNvPr>
          <p:cNvSpPr>
            <a:spLocks noGrp="1"/>
          </p:cNvSpPr>
          <p:nvPr>
            <p:ph type="title"/>
          </p:nvPr>
        </p:nvSpPr>
        <p:spPr>
          <a:xfrm>
            <a:off x="569117" y="0"/>
            <a:ext cx="11050588" cy="1477963"/>
          </a:xfrm>
        </p:spPr>
        <p:txBody>
          <a:bodyPr>
            <a:normAutofit/>
          </a:bodyPr>
          <a:lstStyle/>
          <a:p>
            <a:pPr algn="ctr"/>
            <a:r>
              <a:rPr lang="en-US" sz="4800" dirty="0">
                <a:solidFill>
                  <a:schemeClr val="bg1"/>
                </a:solidFill>
                <a:latin typeface="Bodoni MT Black" panose="02070A03080606020203" pitchFamily="18" charset="0"/>
              </a:rPr>
              <a:t>TYPES OF TRIGGERING</a:t>
            </a:r>
          </a:p>
        </p:txBody>
      </p:sp>
      <p:pic>
        <p:nvPicPr>
          <p:cNvPr id="3074" name="Picture 2" descr="Lightbox">
            <a:extLst>
              <a:ext uri="{FF2B5EF4-FFF2-40B4-BE49-F238E27FC236}">
                <a16:creationId xmlns:a16="http://schemas.microsoft.com/office/drawing/2014/main" id="{CF1D0D9E-2034-AF95-652B-E31425011D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7530" y="1586381"/>
            <a:ext cx="6433761" cy="46001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96191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D4469-70AF-1E3E-B8A2-E16B3613ED2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4D10A14-A5FA-B0CF-6F5C-51195C1228F3}"/>
              </a:ext>
            </a:extLst>
          </p:cNvPr>
          <p:cNvSpPr>
            <a:spLocks noGrp="1"/>
          </p:cNvSpPr>
          <p:nvPr>
            <p:ph type="title"/>
          </p:nvPr>
        </p:nvSpPr>
        <p:spPr>
          <a:xfrm>
            <a:off x="569117" y="0"/>
            <a:ext cx="11050588" cy="1477963"/>
          </a:xfrm>
        </p:spPr>
        <p:txBody>
          <a:bodyPr>
            <a:normAutofit/>
          </a:bodyPr>
          <a:lstStyle/>
          <a:p>
            <a:pPr algn="ctr"/>
            <a:r>
              <a:rPr lang="en-US" sz="4800" dirty="0">
                <a:solidFill>
                  <a:schemeClr val="bg1"/>
                </a:solidFill>
                <a:latin typeface="Bodoni MT Black" panose="02070A03080606020203" pitchFamily="18" charset="0"/>
              </a:rPr>
              <a:t>TYPES OF TRIGGERING</a:t>
            </a:r>
          </a:p>
        </p:txBody>
      </p:sp>
      <p:sp>
        <p:nvSpPr>
          <p:cNvPr id="5" name="TextBox 4">
            <a:extLst>
              <a:ext uri="{FF2B5EF4-FFF2-40B4-BE49-F238E27FC236}">
                <a16:creationId xmlns:a16="http://schemas.microsoft.com/office/drawing/2014/main" id="{A8271CE0-FC82-295A-FA87-6104E8ECDF6E}"/>
              </a:ext>
            </a:extLst>
          </p:cNvPr>
          <p:cNvSpPr txBox="1"/>
          <p:nvPr/>
        </p:nvSpPr>
        <p:spPr>
          <a:xfrm>
            <a:off x="1190627" y="1477963"/>
            <a:ext cx="10072686" cy="5170646"/>
          </a:xfrm>
          <a:prstGeom prst="rect">
            <a:avLst/>
          </a:prstGeom>
          <a:noFill/>
        </p:spPr>
        <p:txBody>
          <a:bodyPr wrap="square">
            <a:spAutoFit/>
          </a:bodyPr>
          <a:lstStyle/>
          <a:p>
            <a:pPr algn="just" fontAlgn="base">
              <a:spcBef>
                <a:spcPts val="1800"/>
              </a:spcBef>
              <a:spcAft>
                <a:spcPts val="1800"/>
              </a:spcAft>
            </a:pPr>
            <a:r>
              <a:rPr lang="en-US" sz="2400" b="1" i="0" dirty="0">
                <a:solidFill>
                  <a:schemeClr val="bg1"/>
                </a:solidFill>
                <a:effectLst/>
                <a:latin typeface="Bahnschrift" panose="020B0502040204020203" pitchFamily="34" charset="0"/>
              </a:rPr>
              <a:t>Edge Triggering</a:t>
            </a:r>
          </a:p>
          <a:p>
            <a:pPr algn="just" fontAlgn="base">
              <a:spcBef>
                <a:spcPts val="1800"/>
              </a:spcBef>
              <a:spcAft>
                <a:spcPts val="1800"/>
              </a:spcAft>
            </a:pPr>
            <a:r>
              <a:rPr lang="en-US" sz="2400" dirty="0">
                <a:solidFill>
                  <a:schemeClr val="bg1"/>
                </a:solidFill>
                <a:latin typeface="Bahnschrift" panose="020B0502040204020203" pitchFamily="34" charset="0"/>
              </a:rPr>
              <a:t>Edge triggering occurs when the state change is initiated by the transition (rising or falling edge) of the clock signal. The circuit responds to the clock signal’s edges rather than its levels. There are two types of edge triggering:</a:t>
            </a:r>
          </a:p>
          <a:p>
            <a:pPr algn="just" fontAlgn="base">
              <a:spcBef>
                <a:spcPts val="1800"/>
              </a:spcBef>
              <a:spcAft>
                <a:spcPts val="1800"/>
              </a:spcAft>
              <a:buFont typeface="+mj-lt"/>
              <a:buAutoNum type="arabicPeriod"/>
            </a:pPr>
            <a:r>
              <a:rPr lang="en-US" sz="2400" dirty="0">
                <a:solidFill>
                  <a:schemeClr val="bg1"/>
                </a:solidFill>
                <a:latin typeface="Bahnschrift" panose="020B0502040204020203" pitchFamily="34" charset="0"/>
              </a:rPr>
              <a:t>Positive Edge Triggering: The circuit changes state on the rising edge (transition from low to high) of the clock signal.</a:t>
            </a:r>
          </a:p>
          <a:p>
            <a:pPr algn="just" fontAlgn="base">
              <a:spcBef>
                <a:spcPts val="1800"/>
              </a:spcBef>
              <a:spcAft>
                <a:spcPts val="1800"/>
              </a:spcAft>
              <a:buFont typeface="+mj-lt"/>
              <a:buAutoNum type="arabicPeriod"/>
            </a:pPr>
            <a:r>
              <a:rPr lang="en-US" sz="2400" dirty="0">
                <a:solidFill>
                  <a:schemeClr val="bg1"/>
                </a:solidFill>
                <a:latin typeface="Bahnschrift" panose="020B0502040204020203" pitchFamily="34" charset="0"/>
              </a:rPr>
              <a:t>Negative Edge Triggering: The circuit changes state on the falling edge (transition from high to low) of the clock signal.</a:t>
            </a:r>
            <a:br>
              <a:rPr lang="en-US" sz="2400" dirty="0"/>
            </a:br>
            <a:endParaRPr lang="en-US" sz="2400" b="0" i="0" dirty="0">
              <a:solidFill>
                <a:schemeClr val="bg1"/>
              </a:solidFill>
              <a:effectLst/>
              <a:latin typeface="Bahnschrift" panose="020B0502040204020203" pitchFamily="34" charset="0"/>
            </a:endParaRPr>
          </a:p>
        </p:txBody>
      </p:sp>
    </p:spTree>
    <p:extLst>
      <p:ext uri="{BB962C8B-B14F-4D97-AF65-F5344CB8AC3E}">
        <p14:creationId xmlns:p14="http://schemas.microsoft.com/office/powerpoint/2010/main" val="315457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394BD-7082-B738-F6A5-B9F4F9D76FD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C11F2E4-1413-4557-88DD-756154D3A5C7}"/>
              </a:ext>
            </a:extLst>
          </p:cNvPr>
          <p:cNvSpPr>
            <a:spLocks noGrp="1"/>
          </p:cNvSpPr>
          <p:nvPr>
            <p:ph type="title"/>
          </p:nvPr>
        </p:nvSpPr>
        <p:spPr>
          <a:xfrm>
            <a:off x="569117" y="0"/>
            <a:ext cx="11050588" cy="1477963"/>
          </a:xfrm>
        </p:spPr>
        <p:txBody>
          <a:bodyPr>
            <a:normAutofit/>
          </a:bodyPr>
          <a:lstStyle/>
          <a:p>
            <a:pPr algn="ctr"/>
            <a:r>
              <a:rPr lang="en-US" sz="4800" dirty="0">
                <a:solidFill>
                  <a:schemeClr val="bg1"/>
                </a:solidFill>
                <a:latin typeface="Bodoni MT Black" panose="02070A03080606020203" pitchFamily="18" charset="0"/>
              </a:rPr>
              <a:t>TYPES OF TRIGGERING</a:t>
            </a:r>
          </a:p>
        </p:txBody>
      </p:sp>
      <p:pic>
        <p:nvPicPr>
          <p:cNvPr id="4098" name="Picture 2" descr="Lightbox">
            <a:extLst>
              <a:ext uri="{FF2B5EF4-FFF2-40B4-BE49-F238E27FC236}">
                <a16:creationId xmlns:a16="http://schemas.microsoft.com/office/drawing/2014/main" id="{5F4E3F4D-490F-1D5C-A1DB-10A3A65486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5879" y="1328738"/>
            <a:ext cx="6977063" cy="49885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538381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Circuit</Template>
  <TotalTime>194</TotalTime>
  <Words>588</Words>
  <Application>Microsoft Office PowerPoint</Application>
  <PresentationFormat>Widescreen</PresentationFormat>
  <Paragraphs>27</Paragraphs>
  <Slides>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Arial</vt:lpstr>
      <vt:lpstr>Bahnschrift</vt:lpstr>
      <vt:lpstr>Bauhaus 93</vt:lpstr>
      <vt:lpstr>Berlin Sans FB Demi</vt:lpstr>
      <vt:lpstr>Bodoni MT Black</vt:lpstr>
      <vt:lpstr>Bradley Hand ITC</vt:lpstr>
      <vt:lpstr>Nunito</vt:lpstr>
      <vt:lpstr>Tw Cen MT</vt:lpstr>
      <vt:lpstr>Circuit</vt:lpstr>
      <vt:lpstr>SEQUENTIAL CIRCUITS</vt:lpstr>
      <vt:lpstr>INTRODUCTION</vt:lpstr>
      <vt:lpstr>TYPES OF SEQUENTIAL CIRCUITS</vt:lpstr>
      <vt:lpstr>TYPES OF SEQUENTIAL CIRCUITS</vt:lpstr>
      <vt:lpstr>CLOCK SIGNAL AND TRIGGERING</vt:lpstr>
      <vt:lpstr>TYPES OF TRIGGERING</vt:lpstr>
      <vt:lpstr>TYPES OF TRIGGERING</vt:lpstr>
      <vt:lpstr>TYPES OF TRIGGERING</vt:lpstr>
      <vt:lpstr>TYPES OF TRIGGERING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Roshni Patoa</dc:creator>
  <cp:lastModifiedBy>Roshni Patoa</cp:lastModifiedBy>
  <cp:revision>2</cp:revision>
  <dcterms:created xsi:type="dcterms:W3CDTF">2025-01-16T06:31:18Z</dcterms:created>
  <dcterms:modified xsi:type="dcterms:W3CDTF">2025-02-17T05:04:30Z</dcterms:modified>
</cp:coreProperties>
</file>