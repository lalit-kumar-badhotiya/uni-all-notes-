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9" r:id="rId4"/>
    <p:sldId id="281" r:id="rId5"/>
    <p:sldId id="280" r:id="rId6"/>
    <p:sldId id="282" r:id="rId7"/>
    <p:sldId id="283" r:id="rId8"/>
    <p:sldId id="28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9C2C4E-4D8F-484B-A378-226FCC308823}" v="7" dt="2025-02-10T05:00:52.380"/>
    <p1510:client id="{C39D0D50-340D-43AD-B37E-B81B61BA7C57}" v="2" dt="2025-02-10T05:10:49.9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7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hni Patoa" userId="fed91864c60e3dfe" providerId="LiveId" clId="{129C2C4E-4D8F-484B-A378-226FCC308823}"/>
    <pc:docChg chg="undo custSel delSld modSld">
      <pc:chgData name="Roshni Patoa" userId="fed91864c60e3dfe" providerId="LiveId" clId="{129C2C4E-4D8F-484B-A378-226FCC308823}" dt="2025-02-10T05:06:26.913" v="231" actId="47"/>
      <pc:docMkLst>
        <pc:docMk/>
      </pc:docMkLst>
      <pc:sldChg chg="addSp delSp modSp mod">
        <pc:chgData name="Roshni Patoa" userId="fed91864c60e3dfe" providerId="LiveId" clId="{129C2C4E-4D8F-484B-A378-226FCC308823}" dt="2025-02-10T04:57:05.352" v="21" actId="1076"/>
        <pc:sldMkLst>
          <pc:docMk/>
          <pc:sldMk cId="1901894884" sldId="257"/>
        </pc:sldMkLst>
        <pc:spChg chg="mod">
          <ac:chgData name="Roshni Patoa" userId="fed91864c60e3dfe" providerId="LiveId" clId="{129C2C4E-4D8F-484B-A378-226FCC308823}" dt="2025-02-10T04:55:25.870" v="6" actId="20577"/>
          <ac:spMkLst>
            <pc:docMk/>
            <pc:sldMk cId="1901894884" sldId="257"/>
            <ac:spMk id="2" creationId="{C7FD3B0F-E2FD-E156-7022-8EFCED276285}"/>
          </ac:spMkLst>
        </pc:spChg>
        <pc:spChg chg="mod">
          <ac:chgData name="Roshni Patoa" userId="fed91864c60e3dfe" providerId="LiveId" clId="{129C2C4E-4D8F-484B-A378-226FCC308823}" dt="2025-02-10T04:56:36.829" v="17" actId="123"/>
          <ac:spMkLst>
            <pc:docMk/>
            <pc:sldMk cId="1901894884" sldId="257"/>
            <ac:spMk id="6" creationId="{81215BE8-C00B-501B-19CB-1470DE5308A5}"/>
          </ac:spMkLst>
        </pc:spChg>
        <pc:graphicFrameChg chg="add del mod">
          <ac:chgData name="Roshni Patoa" userId="fed91864c60e3dfe" providerId="LiveId" clId="{129C2C4E-4D8F-484B-A378-226FCC308823}" dt="2025-02-10T04:55:37.688" v="8" actId="478"/>
          <ac:graphicFrameMkLst>
            <pc:docMk/>
            <pc:sldMk cId="1901894884" sldId="257"/>
            <ac:graphicFrameMk id="3" creationId="{004BD929-CDF0-B2EB-291C-2CECEC403C6E}"/>
          </ac:graphicFrameMkLst>
        </pc:graphicFrameChg>
        <pc:picChg chg="add mod">
          <ac:chgData name="Roshni Patoa" userId="fed91864c60e3dfe" providerId="LiveId" clId="{129C2C4E-4D8F-484B-A378-226FCC308823}" dt="2025-02-10T04:57:05.352" v="21" actId="1076"/>
          <ac:picMkLst>
            <pc:docMk/>
            <pc:sldMk cId="1901894884" sldId="257"/>
            <ac:picMk id="5" creationId="{4DD662F7-0A5B-848A-1481-16ECA5F2284A}"/>
          </ac:picMkLst>
        </pc:picChg>
        <pc:picChg chg="del">
          <ac:chgData name="Roshni Patoa" userId="fed91864c60e3dfe" providerId="LiveId" clId="{129C2C4E-4D8F-484B-A378-226FCC308823}" dt="2025-02-10T04:56:39.451" v="18" actId="478"/>
          <ac:picMkLst>
            <pc:docMk/>
            <pc:sldMk cId="1901894884" sldId="257"/>
            <ac:picMk id="8" creationId="{21992149-C6C7-7535-0ECE-A2F6208849FB}"/>
          </ac:picMkLst>
        </pc:picChg>
      </pc:sldChg>
      <pc:sldChg chg="addSp delSp modSp mod">
        <pc:chgData name="Roshni Patoa" userId="fed91864c60e3dfe" providerId="LiveId" clId="{129C2C4E-4D8F-484B-A378-226FCC308823}" dt="2025-02-10T04:59:31.538" v="65" actId="207"/>
        <pc:sldMkLst>
          <pc:docMk/>
          <pc:sldMk cId="1763290752" sldId="279"/>
        </pc:sldMkLst>
        <pc:spChg chg="mod">
          <ac:chgData name="Roshni Patoa" userId="fed91864c60e3dfe" providerId="LiveId" clId="{129C2C4E-4D8F-484B-A378-226FCC308823}" dt="2025-02-10T04:58:37.194" v="46" actId="20577"/>
          <ac:spMkLst>
            <pc:docMk/>
            <pc:sldMk cId="1763290752" sldId="279"/>
            <ac:spMk id="2" creationId="{4092B62F-1825-48F8-ACD8-1D13E72FFBD1}"/>
          </ac:spMkLst>
        </pc:spChg>
        <pc:spChg chg="mod">
          <ac:chgData name="Roshni Patoa" userId="fed91864c60e3dfe" providerId="LiveId" clId="{129C2C4E-4D8F-484B-A378-226FCC308823}" dt="2025-02-10T04:59:31.538" v="65" actId="207"/>
          <ac:spMkLst>
            <pc:docMk/>
            <pc:sldMk cId="1763290752" sldId="279"/>
            <ac:spMk id="3" creationId="{23B4050D-84AE-4AAF-101B-5574016D603D}"/>
          </ac:spMkLst>
        </pc:spChg>
        <pc:picChg chg="add mod">
          <ac:chgData name="Roshni Patoa" userId="fed91864c60e3dfe" providerId="LiveId" clId="{129C2C4E-4D8F-484B-A378-226FCC308823}" dt="2025-02-10T04:58:59.555" v="50" actId="1076"/>
          <ac:picMkLst>
            <pc:docMk/>
            <pc:sldMk cId="1763290752" sldId="279"/>
            <ac:picMk id="5" creationId="{7A1EF78C-E027-8230-0342-9114F9A18BCB}"/>
          </ac:picMkLst>
        </pc:picChg>
        <pc:picChg chg="del">
          <ac:chgData name="Roshni Patoa" userId="fed91864c60e3dfe" providerId="LiveId" clId="{129C2C4E-4D8F-484B-A378-226FCC308823}" dt="2025-02-10T04:58:33.414" v="41" actId="478"/>
          <ac:picMkLst>
            <pc:docMk/>
            <pc:sldMk cId="1763290752" sldId="279"/>
            <ac:picMk id="8" creationId="{61DBB3CE-7C58-A314-78D0-3EA1AAD8C2A0}"/>
          </ac:picMkLst>
        </pc:picChg>
      </pc:sldChg>
      <pc:sldChg chg="addSp delSp modSp mod">
        <pc:chgData name="Roshni Patoa" userId="fed91864c60e3dfe" providerId="LiveId" clId="{129C2C4E-4D8F-484B-A378-226FCC308823}" dt="2025-02-10T05:01:56.612" v="112" actId="1076"/>
        <pc:sldMkLst>
          <pc:docMk/>
          <pc:sldMk cId="3115615624" sldId="280"/>
        </pc:sldMkLst>
        <pc:spChg chg="mod">
          <ac:chgData name="Roshni Patoa" userId="fed91864c60e3dfe" providerId="LiveId" clId="{129C2C4E-4D8F-484B-A378-226FCC308823}" dt="2025-02-10T05:01:40.276" v="108"/>
          <ac:spMkLst>
            <pc:docMk/>
            <pc:sldMk cId="3115615624" sldId="280"/>
            <ac:spMk id="8" creationId="{7237722D-03F0-B8F9-4938-C2F97B6C582E}"/>
          </ac:spMkLst>
        </pc:spChg>
        <pc:picChg chg="add mod">
          <ac:chgData name="Roshni Patoa" userId="fed91864c60e3dfe" providerId="LiveId" clId="{129C2C4E-4D8F-484B-A378-226FCC308823}" dt="2025-02-10T05:01:56.612" v="112" actId="1076"/>
          <ac:picMkLst>
            <pc:docMk/>
            <pc:sldMk cId="3115615624" sldId="280"/>
            <ac:picMk id="3" creationId="{48438AC2-CB4F-259A-628F-6F7B720F9FAF}"/>
          </ac:picMkLst>
        </pc:picChg>
        <pc:picChg chg="del">
          <ac:chgData name="Roshni Patoa" userId="fed91864c60e3dfe" providerId="LiveId" clId="{129C2C4E-4D8F-484B-A378-226FCC308823}" dt="2025-02-10T05:01:41.518" v="109" actId="478"/>
          <ac:picMkLst>
            <pc:docMk/>
            <pc:sldMk cId="3115615624" sldId="280"/>
            <ac:picMk id="10" creationId="{BAA859E6-72B3-0B53-5046-5935BCB0AB0B}"/>
          </ac:picMkLst>
        </pc:picChg>
      </pc:sldChg>
      <pc:sldChg chg="addSp delSp modSp mod">
        <pc:chgData name="Roshni Patoa" userId="fed91864c60e3dfe" providerId="LiveId" clId="{129C2C4E-4D8F-484B-A378-226FCC308823}" dt="2025-02-10T05:01:31.160" v="107" actId="108"/>
        <pc:sldMkLst>
          <pc:docMk/>
          <pc:sldMk cId="3205358714" sldId="281"/>
        </pc:sldMkLst>
        <pc:spChg chg="mod">
          <ac:chgData name="Roshni Patoa" userId="fed91864c60e3dfe" providerId="LiveId" clId="{129C2C4E-4D8F-484B-A378-226FCC308823}" dt="2025-02-10T04:59:36.151" v="66"/>
          <ac:spMkLst>
            <pc:docMk/>
            <pc:sldMk cId="3205358714" sldId="281"/>
            <ac:spMk id="2" creationId="{6FA94ED3-8F15-9CA4-EDDC-6F2140EAC265}"/>
          </ac:spMkLst>
        </pc:spChg>
        <pc:spChg chg="add">
          <ac:chgData name="Roshni Patoa" userId="fed91864c60e3dfe" providerId="LiveId" clId="{129C2C4E-4D8F-484B-A378-226FCC308823}" dt="2025-02-10T05:00:13.065" v="72"/>
          <ac:spMkLst>
            <pc:docMk/>
            <pc:sldMk cId="3205358714" sldId="281"/>
            <ac:spMk id="6" creationId="{8CB25424-B600-986C-5F33-0A7B733D7A5A}"/>
          </ac:spMkLst>
        </pc:spChg>
        <pc:spChg chg="del mod">
          <ac:chgData name="Roshni Patoa" userId="fed91864c60e3dfe" providerId="LiveId" clId="{129C2C4E-4D8F-484B-A378-226FCC308823}" dt="2025-02-10T05:00:54.642" v="95"/>
          <ac:spMkLst>
            <pc:docMk/>
            <pc:sldMk cId="3205358714" sldId="281"/>
            <ac:spMk id="7" creationId="{3EE6E704-887B-8735-CF2C-C0A0743D1609}"/>
          </ac:spMkLst>
        </pc:spChg>
        <pc:spChg chg="add">
          <ac:chgData name="Roshni Patoa" userId="fed91864c60e3dfe" providerId="LiveId" clId="{129C2C4E-4D8F-484B-A378-226FCC308823}" dt="2025-02-10T05:00:13.065" v="72"/>
          <ac:spMkLst>
            <pc:docMk/>
            <pc:sldMk cId="3205358714" sldId="281"/>
            <ac:spMk id="8" creationId="{C3745958-8E38-56B4-0343-734A1F29951C}"/>
          </ac:spMkLst>
        </pc:spChg>
        <pc:spChg chg="add mod">
          <ac:chgData name="Roshni Patoa" userId="fed91864c60e3dfe" providerId="LiveId" clId="{129C2C4E-4D8F-484B-A378-226FCC308823}" dt="2025-02-10T05:00:30.311" v="74"/>
          <ac:spMkLst>
            <pc:docMk/>
            <pc:sldMk cId="3205358714" sldId="281"/>
            <ac:spMk id="9" creationId="{EF4F8689-F6C7-3081-79D4-3D095F2C0A5A}"/>
          </ac:spMkLst>
        </pc:spChg>
        <pc:spChg chg="add mod">
          <ac:chgData name="Roshni Patoa" userId="fed91864c60e3dfe" providerId="LiveId" clId="{129C2C4E-4D8F-484B-A378-226FCC308823}" dt="2025-02-10T05:00:30.311" v="74"/>
          <ac:spMkLst>
            <pc:docMk/>
            <pc:sldMk cId="3205358714" sldId="281"/>
            <ac:spMk id="10" creationId="{96A39842-22DB-A0E7-4A8A-E7E29FD9A3C7}"/>
          </ac:spMkLst>
        </pc:spChg>
        <pc:spChg chg="add del mod">
          <ac:chgData name="Roshni Patoa" userId="fed91864c60e3dfe" providerId="LiveId" clId="{129C2C4E-4D8F-484B-A378-226FCC308823}" dt="2025-02-10T05:00:54.643" v="97"/>
          <ac:spMkLst>
            <pc:docMk/>
            <pc:sldMk cId="3205358714" sldId="281"/>
            <ac:spMk id="11" creationId="{DC2075DB-953C-EE43-986E-E6588BFD78CF}"/>
          </ac:spMkLst>
        </pc:spChg>
        <pc:spChg chg="add">
          <ac:chgData name="Roshni Patoa" userId="fed91864c60e3dfe" providerId="LiveId" clId="{129C2C4E-4D8F-484B-A378-226FCC308823}" dt="2025-02-10T05:00:42.822" v="91"/>
          <ac:spMkLst>
            <pc:docMk/>
            <pc:sldMk cId="3205358714" sldId="281"/>
            <ac:spMk id="12" creationId="{2A75EC56-C3A2-7B4F-CB9D-F89BE6C49D53}"/>
          </ac:spMkLst>
        </pc:spChg>
        <pc:spChg chg="add mod">
          <ac:chgData name="Roshni Patoa" userId="fed91864c60e3dfe" providerId="LiveId" clId="{129C2C4E-4D8F-484B-A378-226FCC308823}" dt="2025-02-10T05:01:31.160" v="107" actId="108"/>
          <ac:spMkLst>
            <pc:docMk/>
            <pc:sldMk cId="3205358714" sldId="281"/>
            <ac:spMk id="14" creationId="{2ED7EF19-1678-CAE2-C056-FE09A9225377}"/>
          </ac:spMkLst>
        </pc:spChg>
        <pc:picChg chg="add mod">
          <ac:chgData name="Roshni Patoa" userId="fed91864c60e3dfe" providerId="LiveId" clId="{129C2C4E-4D8F-484B-A378-226FCC308823}" dt="2025-02-10T04:59:55.696" v="70" actId="1076"/>
          <ac:picMkLst>
            <pc:docMk/>
            <pc:sldMk cId="3205358714" sldId="281"/>
            <ac:picMk id="4" creationId="{1786D787-8D52-DFC7-1697-07FC76E0F51A}"/>
          </ac:picMkLst>
        </pc:picChg>
        <pc:picChg chg="del">
          <ac:chgData name="Roshni Patoa" userId="fed91864c60e3dfe" providerId="LiveId" clId="{129C2C4E-4D8F-484B-A378-226FCC308823}" dt="2025-02-10T04:59:38.298" v="67" actId="478"/>
          <ac:picMkLst>
            <pc:docMk/>
            <pc:sldMk cId="3205358714" sldId="281"/>
            <ac:picMk id="5" creationId="{E32B6FBB-BFF7-7C03-6EEE-831BC9F12FA9}"/>
          </ac:picMkLst>
        </pc:picChg>
      </pc:sldChg>
      <pc:sldChg chg="addSp delSp modSp mod">
        <pc:chgData name="Roshni Patoa" userId="fed91864c60e3dfe" providerId="LiveId" clId="{129C2C4E-4D8F-484B-A378-226FCC308823}" dt="2025-02-10T05:03:49.768" v="197" actId="1076"/>
        <pc:sldMkLst>
          <pc:docMk/>
          <pc:sldMk cId="1894973646" sldId="282"/>
        </pc:sldMkLst>
        <pc:spChg chg="mod">
          <ac:chgData name="Roshni Patoa" userId="fed91864c60e3dfe" providerId="LiveId" clId="{129C2C4E-4D8F-484B-A378-226FCC308823}" dt="2025-02-10T05:02:32.464" v="142" actId="20577"/>
          <ac:spMkLst>
            <pc:docMk/>
            <pc:sldMk cId="1894973646" sldId="282"/>
            <ac:spMk id="2" creationId="{37C4DD1F-9F26-BC2D-75D7-D72C50256ACA}"/>
          </ac:spMkLst>
        </pc:spChg>
        <pc:spChg chg="mod">
          <ac:chgData name="Roshni Patoa" userId="fed91864c60e3dfe" providerId="LiveId" clId="{129C2C4E-4D8F-484B-A378-226FCC308823}" dt="2025-02-10T05:03:27.816" v="192" actId="20577"/>
          <ac:spMkLst>
            <pc:docMk/>
            <pc:sldMk cId="1894973646" sldId="282"/>
            <ac:spMk id="3" creationId="{A614B207-1CFD-5BFA-888A-C6022094B5B1}"/>
          </ac:spMkLst>
        </pc:spChg>
        <pc:picChg chg="del">
          <ac:chgData name="Roshni Patoa" userId="fed91864c60e3dfe" providerId="LiveId" clId="{129C2C4E-4D8F-484B-A378-226FCC308823}" dt="2025-02-10T05:03:29.929" v="193" actId="478"/>
          <ac:picMkLst>
            <pc:docMk/>
            <pc:sldMk cId="1894973646" sldId="282"/>
            <ac:picMk id="5" creationId="{837B89CB-0060-34AA-BFF0-8C61205C02DF}"/>
          </ac:picMkLst>
        </pc:picChg>
        <pc:picChg chg="add mod">
          <ac:chgData name="Roshni Patoa" userId="fed91864c60e3dfe" providerId="LiveId" clId="{129C2C4E-4D8F-484B-A378-226FCC308823}" dt="2025-02-10T05:03:49.768" v="197" actId="1076"/>
          <ac:picMkLst>
            <pc:docMk/>
            <pc:sldMk cId="1894973646" sldId="282"/>
            <ac:picMk id="6" creationId="{C22EAEEE-ACAE-036A-CAF8-B90BD0B30FA7}"/>
          </ac:picMkLst>
        </pc:picChg>
      </pc:sldChg>
      <pc:sldChg chg="addSp delSp modSp mod">
        <pc:chgData name="Roshni Patoa" userId="fed91864c60e3dfe" providerId="LiveId" clId="{129C2C4E-4D8F-484B-A378-226FCC308823}" dt="2025-02-10T05:05:39.030" v="223" actId="1076"/>
        <pc:sldMkLst>
          <pc:docMk/>
          <pc:sldMk cId="2300266694" sldId="283"/>
        </pc:sldMkLst>
        <pc:spChg chg="mod">
          <ac:chgData name="Roshni Patoa" userId="fed91864c60e3dfe" providerId="LiveId" clId="{129C2C4E-4D8F-484B-A378-226FCC308823}" dt="2025-02-10T05:03:59.069" v="198"/>
          <ac:spMkLst>
            <pc:docMk/>
            <pc:sldMk cId="2300266694" sldId="283"/>
            <ac:spMk id="2" creationId="{23A4FD1F-C343-0A03-3F4A-5B41D57648AD}"/>
          </ac:spMkLst>
        </pc:spChg>
        <pc:spChg chg="mod">
          <ac:chgData name="Roshni Patoa" userId="fed91864c60e3dfe" providerId="LiveId" clId="{129C2C4E-4D8F-484B-A378-226FCC308823}" dt="2025-02-10T05:05:39.030" v="223" actId="1076"/>
          <ac:spMkLst>
            <pc:docMk/>
            <pc:sldMk cId="2300266694" sldId="283"/>
            <ac:spMk id="7" creationId="{A223B513-76B5-B74D-AA3C-381DEDBA016D}"/>
          </ac:spMkLst>
        </pc:spChg>
        <pc:picChg chg="del">
          <ac:chgData name="Roshni Patoa" userId="fed91864c60e3dfe" providerId="LiveId" clId="{129C2C4E-4D8F-484B-A378-226FCC308823}" dt="2025-02-10T05:04:00.598" v="199" actId="478"/>
          <ac:picMkLst>
            <pc:docMk/>
            <pc:sldMk cId="2300266694" sldId="283"/>
            <ac:picMk id="4" creationId="{E0C03093-C2F4-0AB9-3670-8260B34A9DFA}"/>
          </ac:picMkLst>
        </pc:picChg>
        <pc:picChg chg="add mod">
          <ac:chgData name="Roshni Patoa" userId="fed91864c60e3dfe" providerId="LiveId" clId="{129C2C4E-4D8F-484B-A378-226FCC308823}" dt="2025-02-10T05:05:30.506" v="220" actId="1076"/>
          <ac:picMkLst>
            <pc:docMk/>
            <pc:sldMk cId="2300266694" sldId="283"/>
            <ac:picMk id="5" creationId="{B9752495-219E-079E-F0C9-586B3BD684E3}"/>
          </ac:picMkLst>
        </pc:picChg>
      </pc:sldChg>
      <pc:sldChg chg="addSp delSp modSp mod">
        <pc:chgData name="Roshni Patoa" userId="fed91864c60e3dfe" providerId="LiveId" clId="{129C2C4E-4D8F-484B-A378-226FCC308823}" dt="2025-02-10T05:06:09.202" v="228" actId="1076"/>
        <pc:sldMkLst>
          <pc:docMk/>
          <pc:sldMk cId="664339135" sldId="284"/>
        </pc:sldMkLst>
        <pc:spChg chg="mod">
          <ac:chgData name="Roshni Patoa" userId="fed91864c60e3dfe" providerId="LiveId" clId="{129C2C4E-4D8F-484B-A378-226FCC308823}" dt="2025-02-10T05:05:48.070" v="224"/>
          <ac:spMkLst>
            <pc:docMk/>
            <pc:sldMk cId="664339135" sldId="284"/>
            <ac:spMk id="8" creationId="{EAAC6A7A-480B-7CAE-644B-5221E1FC78D0}"/>
          </ac:spMkLst>
        </pc:spChg>
        <pc:picChg chg="del">
          <ac:chgData name="Roshni Patoa" userId="fed91864c60e3dfe" providerId="LiveId" clId="{129C2C4E-4D8F-484B-A378-226FCC308823}" dt="2025-02-10T05:05:49.437" v="225" actId="478"/>
          <ac:picMkLst>
            <pc:docMk/>
            <pc:sldMk cId="664339135" sldId="284"/>
            <ac:picMk id="3" creationId="{FCB539FD-6662-3D7F-5CA2-E5EFF7D37DFD}"/>
          </ac:picMkLst>
        </pc:picChg>
        <pc:picChg chg="add mod">
          <ac:chgData name="Roshni Patoa" userId="fed91864c60e3dfe" providerId="LiveId" clId="{129C2C4E-4D8F-484B-A378-226FCC308823}" dt="2025-02-10T05:06:09.202" v="228" actId="1076"/>
          <ac:picMkLst>
            <pc:docMk/>
            <pc:sldMk cId="664339135" sldId="284"/>
            <ac:picMk id="5" creationId="{3B5B67A4-58CA-406E-2C34-7043E225DF2B}"/>
          </ac:picMkLst>
        </pc:picChg>
      </pc:sldChg>
      <pc:sldChg chg="del">
        <pc:chgData name="Roshni Patoa" userId="fed91864c60e3dfe" providerId="LiveId" clId="{129C2C4E-4D8F-484B-A378-226FCC308823}" dt="2025-02-10T05:06:25.306" v="229" actId="47"/>
        <pc:sldMkLst>
          <pc:docMk/>
          <pc:sldMk cId="2994835615" sldId="285"/>
        </pc:sldMkLst>
      </pc:sldChg>
      <pc:sldChg chg="del">
        <pc:chgData name="Roshni Patoa" userId="fed91864c60e3dfe" providerId="LiveId" clId="{129C2C4E-4D8F-484B-A378-226FCC308823}" dt="2025-02-10T05:06:26.203" v="230" actId="47"/>
        <pc:sldMkLst>
          <pc:docMk/>
          <pc:sldMk cId="1889730787" sldId="286"/>
        </pc:sldMkLst>
      </pc:sldChg>
      <pc:sldChg chg="del">
        <pc:chgData name="Roshni Patoa" userId="fed91864c60e3dfe" providerId="LiveId" clId="{129C2C4E-4D8F-484B-A378-226FCC308823}" dt="2025-02-10T05:06:26.913" v="231" actId="47"/>
        <pc:sldMkLst>
          <pc:docMk/>
          <pc:sldMk cId="792203652" sldId="287"/>
        </pc:sldMkLst>
      </pc:sldChg>
    </pc:docChg>
  </pc:docChgLst>
  <pc:docChgLst>
    <pc:chgData name="Roshni Patoa" userId="fed91864c60e3dfe" providerId="LiveId" clId="{1C8F049D-CBD5-42D3-B0DB-D3B1D0918E68}"/>
    <pc:docChg chg="undo custSel addSld modSld">
      <pc:chgData name="Roshni Patoa" userId="fed91864c60e3dfe" providerId="LiveId" clId="{1C8F049D-CBD5-42D3-B0DB-D3B1D0918E68}" dt="2025-01-28T16:44:53.458" v="488" actId="20577"/>
      <pc:docMkLst>
        <pc:docMk/>
      </pc:docMkLst>
      <pc:sldChg chg="modSp mod">
        <pc:chgData name="Roshni Patoa" userId="fed91864c60e3dfe" providerId="LiveId" clId="{1C8F049D-CBD5-42D3-B0DB-D3B1D0918E68}" dt="2025-01-28T16:27:06.134" v="38" actId="14100"/>
        <pc:sldMkLst>
          <pc:docMk/>
          <pc:sldMk cId="1208789959" sldId="256"/>
        </pc:sldMkLst>
        <pc:spChg chg="mod">
          <ac:chgData name="Roshni Patoa" userId="fed91864c60e3dfe" providerId="LiveId" clId="{1C8F049D-CBD5-42D3-B0DB-D3B1D0918E68}" dt="2025-01-28T16:27:06.134" v="38" actId="14100"/>
          <ac:spMkLst>
            <pc:docMk/>
            <pc:sldMk cId="1208789959" sldId="256"/>
            <ac:spMk id="2" creationId="{2F6FA0C8-9BC6-0025-AA62-C48E1A10F66C}"/>
          </ac:spMkLst>
        </pc:spChg>
      </pc:sldChg>
      <pc:sldChg chg="addSp modSp mod">
        <pc:chgData name="Roshni Patoa" userId="fed91864c60e3dfe" providerId="LiveId" clId="{1C8F049D-CBD5-42D3-B0DB-D3B1D0918E68}" dt="2025-01-28T16:40:13.426" v="325" actId="1076"/>
        <pc:sldMkLst>
          <pc:docMk/>
          <pc:sldMk cId="1901894884" sldId="257"/>
        </pc:sldMkLst>
        <pc:spChg chg="mod">
          <ac:chgData name="Roshni Patoa" userId="fed91864c60e3dfe" providerId="LiveId" clId="{1C8F049D-CBD5-42D3-B0DB-D3B1D0918E68}" dt="2025-01-28T16:27:26.449" v="66" actId="20577"/>
          <ac:spMkLst>
            <pc:docMk/>
            <pc:sldMk cId="1901894884" sldId="257"/>
            <ac:spMk id="2" creationId="{C7FD3B0F-E2FD-E156-7022-8EFCED276285}"/>
          </ac:spMkLst>
        </pc:spChg>
        <pc:spChg chg="mod">
          <ac:chgData name="Roshni Patoa" userId="fed91864c60e3dfe" providerId="LiveId" clId="{1C8F049D-CBD5-42D3-B0DB-D3B1D0918E68}" dt="2025-01-28T16:28:19.464" v="141" actId="6549"/>
          <ac:spMkLst>
            <pc:docMk/>
            <pc:sldMk cId="1901894884" sldId="257"/>
            <ac:spMk id="6" creationId="{81215BE8-C00B-501B-19CB-1470DE5308A5}"/>
          </ac:spMkLst>
        </pc:spChg>
      </pc:sldChg>
      <pc:sldChg chg="addSp delSp modSp mod">
        <pc:chgData name="Roshni Patoa" userId="fed91864c60e3dfe" providerId="LiveId" clId="{1C8F049D-CBD5-42D3-B0DB-D3B1D0918E68}" dt="2025-01-28T16:30:47.156" v="191" actId="15"/>
        <pc:sldMkLst>
          <pc:docMk/>
          <pc:sldMk cId="1501955450" sldId="258"/>
        </pc:sldMkLst>
      </pc:sldChg>
      <pc:sldChg chg="addSp delSp modSp mod">
        <pc:chgData name="Roshni Patoa" userId="fed91864c60e3dfe" providerId="LiveId" clId="{1C8F049D-CBD5-42D3-B0DB-D3B1D0918E68}" dt="2025-01-28T16:32:10.203" v="205" actId="1076"/>
        <pc:sldMkLst>
          <pc:docMk/>
          <pc:sldMk cId="538336606" sldId="259"/>
        </pc:sldMkLst>
      </pc:sldChg>
      <pc:sldChg chg="addSp delSp modSp mod">
        <pc:chgData name="Roshni Patoa" userId="fed91864c60e3dfe" providerId="LiveId" clId="{1C8F049D-CBD5-42D3-B0DB-D3B1D0918E68}" dt="2025-01-28T16:34:35.848" v="229" actId="1076"/>
        <pc:sldMkLst>
          <pc:docMk/>
          <pc:sldMk cId="131755128" sldId="260"/>
        </pc:sldMkLst>
      </pc:sldChg>
      <pc:sldChg chg="addSp delSp modSp mod">
        <pc:chgData name="Roshni Patoa" userId="fed91864c60e3dfe" providerId="LiveId" clId="{1C8F049D-CBD5-42D3-B0DB-D3B1D0918E68}" dt="2025-01-28T16:36:31.351" v="254" actId="1076"/>
        <pc:sldMkLst>
          <pc:docMk/>
          <pc:sldMk cId="515961475" sldId="261"/>
        </pc:sldMkLst>
      </pc:sldChg>
      <pc:sldChg chg="addSp delSp modSp mod">
        <pc:chgData name="Roshni Patoa" userId="fed91864c60e3dfe" providerId="LiveId" clId="{1C8F049D-CBD5-42D3-B0DB-D3B1D0918E68}" dt="2025-01-28T16:37:56.198" v="288" actId="1076"/>
        <pc:sldMkLst>
          <pc:docMk/>
          <pc:sldMk cId="1795072283" sldId="262"/>
        </pc:sldMkLst>
      </pc:sldChg>
      <pc:sldChg chg="addSp delSp modSp mod">
        <pc:chgData name="Roshni Patoa" userId="fed91864c60e3dfe" providerId="LiveId" clId="{1C8F049D-CBD5-42D3-B0DB-D3B1D0918E68}" dt="2025-01-28T16:40:26.812" v="328" actId="1076"/>
        <pc:sldMkLst>
          <pc:docMk/>
          <pc:sldMk cId="561393703" sldId="263"/>
        </pc:sldMkLst>
      </pc:sldChg>
      <pc:sldChg chg="addSp delSp modSp mod">
        <pc:chgData name="Roshni Patoa" userId="fed91864c60e3dfe" providerId="LiveId" clId="{1C8F049D-CBD5-42D3-B0DB-D3B1D0918E68}" dt="2025-01-28T16:41:47.022" v="341" actId="14100"/>
        <pc:sldMkLst>
          <pc:docMk/>
          <pc:sldMk cId="2095114534" sldId="264"/>
        </pc:sldMkLst>
      </pc:sldChg>
      <pc:sldChg chg="addSp delSp modSp mod">
        <pc:chgData name="Roshni Patoa" userId="fed91864c60e3dfe" providerId="LiveId" clId="{1C8F049D-CBD5-42D3-B0DB-D3B1D0918E68}" dt="2025-01-28T16:44:53.458" v="488" actId="20577"/>
        <pc:sldMkLst>
          <pc:docMk/>
          <pc:sldMk cId="2618035276" sldId="265"/>
        </pc:sldMkLst>
      </pc:sldChg>
      <pc:sldChg chg="modSp add mod">
        <pc:chgData name="Roshni Patoa" userId="fed91864c60e3dfe" providerId="LiveId" clId="{1C8F049D-CBD5-42D3-B0DB-D3B1D0918E68}" dt="2025-01-28T16:42:36.455" v="356" actId="20577"/>
        <pc:sldMkLst>
          <pc:docMk/>
          <pc:sldMk cId="2284109313" sldId="275"/>
        </pc:sldMkLst>
      </pc:sldChg>
      <pc:sldChg chg="modSp add mod">
        <pc:chgData name="Roshni Patoa" userId="fed91864c60e3dfe" providerId="LiveId" clId="{1C8F049D-CBD5-42D3-B0DB-D3B1D0918E68}" dt="2025-01-28T16:43:03.270" v="366" actId="20577"/>
        <pc:sldMkLst>
          <pc:docMk/>
          <pc:sldMk cId="1723924596" sldId="276"/>
        </pc:sldMkLst>
      </pc:sldChg>
      <pc:sldChg chg="modSp add mod">
        <pc:chgData name="Roshni Patoa" userId="fed91864c60e3dfe" providerId="LiveId" clId="{1C8F049D-CBD5-42D3-B0DB-D3B1D0918E68}" dt="2025-01-28T16:43:30.393" v="386" actId="20577"/>
        <pc:sldMkLst>
          <pc:docMk/>
          <pc:sldMk cId="3476537138" sldId="277"/>
        </pc:sldMkLst>
      </pc:sldChg>
    </pc:docChg>
  </pc:docChgLst>
  <pc:docChgLst>
    <pc:chgData name="Roshni Patoa" userId="fed91864c60e3dfe" providerId="LiveId" clId="{A3B46C5F-90C5-48F1-9D5E-FFF17DC60175}"/>
    <pc:docChg chg="undo redo custSel addSld delSld modSld">
      <pc:chgData name="Roshni Patoa" userId="fed91864c60e3dfe" providerId="LiveId" clId="{A3B46C5F-90C5-48F1-9D5E-FFF17DC60175}" dt="2025-01-22T04:33:55.584" v="1085" actId="2696"/>
      <pc:docMkLst>
        <pc:docMk/>
      </pc:docMkLst>
      <pc:sldChg chg="modSp mod">
        <pc:chgData name="Roshni Patoa" userId="fed91864c60e3dfe" providerId="LiveId" clId="{A3B46C5F-90C5-48F1-9D5E-FFF17DC60175}" dt="2025-01-22T04:24:14.442" v="1060" actId="20577"/>
        <pc:sldMkLst>
          <pc:docMk/>
          <pc:sldMk cId="1501955450" sldId="258"/>
        </pc:sldMkLst>
      </pc:sldChg>
      <pc:sldChg chg="addSp modSp mod">
        <pc:chgData name="Roshni Patoa" userId="fed91864c60e3dfe" providerId="LiveId" clId="{A3B46C5F-90C5-48F1-9D5E-FFF17DC60175}" dt="2025-01-17T03:56:56.800" v="630" actId="1036"/>
        <pc:sldMkLst>
          <pc:docMk/>
          <pc:sldMk cId="561393703" sldId="263"/>
        </pc:sldMkLst>
      </pc:sldChg>
      <pc:sldChg chg="addSp modSp mod">
        <pc:chgData name="Roshni Patoa" userId="fed91864c60e3dfe" providerId="LiveId" clId="{A3B46C5F-90C5-48F1-9D5E-FFF17DC60175}" dt="2025-01-17T03:58:09.113" v="671" actId="313"/>
        <pc:sldMkLst>
          <pc:docMk/>
          <pc:sldMk cId="2095114534" sldId="264"/>
        </pc:sldMkLst>
      </pc:sldChg>
      <pc:sldChg chg="addSp delSp modSp new del mod">
        <pc:chgData name="Roshni Patoa" userId="fed91864c60e3dfe" providerId="LiveId" clId="{A3B46C5F-90C5-48F1-9D5E-FFF17DC60175}" dt="2025-01-16T08:47:36.123" v="58" actId="2696"/>
        <pc:sldMkLst>
          <pc:docMk/>
          <pc:sldMk cId="1820326849" sldId="266"/>
        </pc:sldMkLst>
      </pc:sldChg>
      <pc:sldChg chg="addSp modSp new del mod">
        <pc:chgData name="Roshni Patoa" userId="fed91864c60e3dfe" providerId="LiveId" clId="{A3B46C5F-90C5-48F1-9D5E-FFF17DC60175}" dt="2025-01-22T04:24:43.160" v="1061" actId="2696"/>
        <pc:sldMkLst>
          <pc:docMk/>
          <pc:sldMk cId="2530205699" sldId="266"/>
        </pc:sldMkLst>
      </pc:sldChg>
      <pc:sldChg chg="addSp delSp modSp new mod">
        <pc:chgData name="Roshni Patoa" userId="fed91864c60e3dfe" providerId="LiveId" clId="{A3B46C5F-90C5-48F1-9D5E-FFF17DC60175}" dt="2025-01-22T04:27:25.302" v="1064" actId="20577"/>
        <pc:sldMkLst>
          <pc:docMk/>
          <pc:sldMk cId="1908485448" sldId="267"/>
        </pc:sldMkLst>
      </pc:sldChg>
      <pc:sldChg chg="modSp add mod">
        <pc:chgData name="Roshni Patoa" userId="fed91864c60e3dfe" providerId="LiveId" clId="{A3B46C5F-90C5-48F1-9D5E-FFF17DC60175}" dt="2025-01-22T04:31:54.711" v="1076" actId="20577"/>
        <pc:sldMkLst>
          <pc:docMk/>
          <pc:sldMk cId="3252973548" sldId="268"/>
        </pc:sldMkLst>
      </pc:sldChg>
      <pc:sldChg chg="addSp modSp new mod">
        <pc:chgData name="Roshni Patoa" userId="fed91864c60e3dfe" providerId="LiveId" clId="{A3B46C5F-90C5-48F1-9D5E-FFF17DC60175}" dt="2025-01-17T05:30:25.162" v="909" actId="1036"/>
        <pc:sldMkLst>
          <pc:docMk/>
          <pc:sldMk cId="1697355594" sldId="269"/>
        </pc:sldMkLst>
      </pc:sldChg>
      <pc:sldChg chg="addSp delSp modSp new del mod">
        <pc:chgData name="Roshni Patoa" userId="fed91864c60e3dfe" providerId="LiveId" clId="{A3B46C5F-90C5-48F1-9D5E-FFF17DC60175}" dt="2025-01-22T04:33:53.683" v="1084" actId="2696"/>
        <pc:sldMkLst>
          <pc:docMk/>
          <pc:sldMk cId="763352656" sldId="270"/>
        </pc:sldMkLst>
      </pc:sldChg>
      <pc:sldChg chg="addSp delSp modSp new del mod">
        <pc:chgData name="Roshni Patoa" userId="fed91864c60e3dfe" providerId="LiveId" clId="{A3B46C5F-90C5-48F1-9D5E-FFF17DC60175}" dt="2025-01-22T04:33:55.584" v="1085" actId="2696"/>
        <pc:sldMkLst>
          <pc:docMk/>
          <pc:sldMk cId="1503805680" sldId="271"/>
        </pc:sldMkLst>
      </pc:sldChg>
      <pc:sldChg chg="addSp delSp modSp new del mod">
        <pc:chgData name="Roshni Patoa" userId="fed91864c60e3dfe" providerId="LiveId" clId="{A3B46C5F-90C5-48F1-9D5E-FFF17DC60175}" dt="2025-01-22T04:33:51.177" v="1083" actId="2696"/>
        <pc:sldMkLst>
          <pc:docMk/>
          <pc:sldMk cId="3195452999" sldId="272"/>
        </pc:sldMkLst>
      </pc:sldChg>
      <pc:sldChg chg="addSp modSp new mod">
        <pc:chgData name="Roshni Patoa" userId="fed91864c60e3dfe" providerId="LiveId" clId="{A3B46C5F-90C5-48F1-9D5E-FFF17DC60175}" dt="2025-01-17T05:31:03.347" v="925"/>
        <pc:sldMkLst>
          <pc:docMk/>
          <pc:sldMk cId="3650555201" sldId="273"/>
        </pc:sldMkLst>
      </pc:sldChg>
      <pc:sldChg chg="addSp modSp new mod">
        <pc:chgData name="Roshni Patoa" userId="fed91864c60e3dfe" providerId="LiveId" clId="{A3B46C5F-90C5-48F1-9D5E-FFF17DC60175}" dt="2025-01-17T05:32:51.987" v="1037" actId="1076"/>
        <pc:sldMkLst>
          <pc:docMk/>
          <pc:sldMk cId="1696112011" sldId="274"/>
        </pc:sldMkLst>
      </pc:sldChg>
    </pc:docChg>
  </pc:docChgLst>
  <pc:docChgLst>
    <pc:chgData name="Roshni Patoa" userId="fed91864c60e3dfe" providerId="LiveId" clId="{1A394A28-DD18-4A38-BBFD-19969CC59632}"/>
    <pc:docChg chg="undo custSel addSld delSld modSld">
      <pc:chgData name="Roshni Patoa" userId="fed91864c60e3dfe" providerId="LiveId" clId="{1A394A28-DD18-4A38-BBFD-19969CC59632}" dt="2025-02-07T07:17:20.577" v="641" actId="47"/>
      <pc:docMkLst>
        <pc:docMk/>
      </pc:docMkLst>
      <pc:sldChg chg="addSp delSp modSp mod">
        <pc:chgData name="Roshni Patoa" userId="fed91864c60e3dfe" providerId="LiveId" clId="{1A394A28-DD18-4A38-BBFD-19969CC59632}" dt="2025-02-07T07:11:08.034" v="560" actId="14100"/>
        <pc:sldMkLst>
          <pc:docMk/>
          <pc:sldMk cId="1901894884" sldId="257"/>
        </pc:sldMkLst>
        <pc:spChg chg="mod">
          <ac:chgData name="Roshni Patoa" userId="fed91864c60e3dfe" providerId="LiveId" clId="{1A394A28-DD18-4A38-BBFD-19969CC59632}" dt="2025-02-07T07:01:21.680" v="15" actId="20577"/>
          <ac:spMkLst>
            <pc:docMk/>
            <pc:sldMk cId="1901894884" sldId="257"/>
            <ac:spMk id="2" creationId="{C7FD3B0F-E2FD-E156-7022-8EFCED276285}"/>
          </ac:spMkLst>
        </pc:spChg>
        <pc:spChg chg="mod">
          <ac:chgData name="Roshni Patoa" userId="fed91864c60e3dfe" providerId="LiveId" clId="{1A394A28-DD18-4A38-BBFD-19969CC59632}" dt="2025-02-07T07:05:47.553" v="553" actId="20577"/>
          <ac:spMkLst>
            <pc:docMk/>
            <pc:sldMk cId="1901894884" sldId="257"/>
            <ac:spMk id="6" creationId="{81215BE8-C00B-501B-19CB-1470DE5308A5}"/>
          </ac:spMkLst>
        </pc:spChg>
      </pc:sldChg>
      <pc:sldChg chg="addSp delSp modSp mod">
        <pc:chgData name="Roshni Patoa" userId="fed91864c60e3dfe" providerId="LiveId" clId="{1A394A28-DD18-4A38-BBFD-19969CC59632}" dt="2025-02-07T07:12:18.463" v="636" actId="1076"/>
        <pc:sldMkLst>
          <pc:docMk/>
          <pc:sldMk cId="1501955450" sldId="258"/>
        </pc:sldMkLst>
      </pc:sldChg>
      <pc:sldChg chg="delSp modSp add del mod">
        <pc:chgData name="Roshni Patoa" userId="fed91864c60e3dfe" providerId="LiveId" clId="{1A394A28-DD18-4A38-BBFD-19969CC59632}" dt="2025-02-07T07:17:20.577" v="641" actId="47"/>
        <pc:sldMkLst>
          <pc:docMk/>
          <pc:sldMk cId="4108831896" sldId="279"/>
        </pc:sldMkLst>
      </pc:sldChg>
    </pc:docChg>
  </pc:docChgLst>
  <pc:docChgLst>
    <pc:chgData name="Roshni Patoa" userId="fed91864c60e3dfe" providerId="LiveId" clId="{C39D0D50-340D-43AD-B37E-B81B61BA7C57}"/>
    <pc:docChg chg="custSel modSld">
      <pc:chgData name="Roshni Patoa" userId="fed91864c60e3dfe" providerId="LiveId" clId="{C39D0D50-340D-43AD-B37E-B81B61BA7C57}" dt="2025-02-10T05:16:48.035" v="159" actId="1076"/>
      <pc:docMkLst>
        <pc:docMk/>
      </pc:docMkLst>
      <pc:sldChg chg="addSp delSp modSp mod">
        <pc:chgData name="Roshni Patoa" userId="fed91864c60e3dfe" providerId="LiveId" clId="{C39D0D50-340D-43AD-B37E-B81B61BA7C57}" dt="2025-02-10T05:08:38.495" v="12" actId="1076"/>
        <pc:sldMkLst>
          <pc:docMk/>
          <pc:sldMk cId="1901894884" sldId="257"/>
        </pc:sldMkLst>
        <pc:spChg chg="mod">
          <ac:chgData name="Roshni Patoa" userId="fed91864c60e3dfe" providerId="LiveId" clId="{C39D0D50-340D-43AD-B37E-B81B61BA7C57}" dt="2025-02-10T05:07:11.358" v="3" actId="20577"/>
          <ac:spMkLst>
            <pc:docMk/>
            <pc:sldMk cId="1901894884" sldId="257"/>
            <ac:spMk id="2" creationId="{C7FD3B0F-E2FD-E156-7022-8EFCED276285}"/>
          </ac:spMkLst>
        </pc:spChg>
        <pc:spChg chg="mod">
          <ac:chgData name="Roshni Patoa" userId="fed91864c60e3dfe" providerId="LiveId" clId="{C39D0D50-340D-43AD-B37E-B81B61BA7C57}" dt="2025-02-10T05:08:16.009" v="7" actId="207"/>
          <ac:spMkLst>
            <pc:docMk/>
            <pc:sldMk cId="1901894884" sldId="257"/>
            <ac:spMk id="6" creationId="{81215BE8-C00B-501B-19CB-1470DE5308A5}"/>
          </ac:spMkLst>
        </pc:spChg>
        <pc:picChg chg="add mod">
          <ac:chgData name="Roshni Patoa" userId="fed91864c60e3dfe" providerId="LiveId" clId="{C39D0D50-340D-43AD-B37E-B81B61BA7C57}" dt="2025-02-10T05:08:38.495" v="12" actId="1076"/>
          <ac:picMkLst>
            <pc:docMk/>
            <pc:sldMk cId="1901894884" sldId="257"/>
            <ac:picMk id="4" creationId="{33AAF6DE-617B-36E3-54A0-E06A0674F90E}"/>
          </ac:picMkLst>
        </pc:picChg>
        <pc:picChg chg="del">
          <ac:chgData name="Roshni Patoa" userId="fed91864c60e3dfe" providerId="LiveId" clId="{C39D0D50-340D-43AD-B37E-B81B61BA7C57}" dt="2025-02-10T05:08:18.494" v="8" actId="478"/>
          <ac:picMkLst>
            <pc:docMk/>
            <pc:sldMk cId="1901894884" sldId="257"/>
            <ac:picMk id="5" creationId="{4DD662F7-0A5B-848A-1481-16ECA5F2284A}"/>
          </ac:picMkLst>
        </pc:picChg>
      </pc:sldChg>
      <pc:sldChg chg="addSp delSp modSp mod">
        <pc:chgData name="Roshni Patoa" userId="fed91864c60e3dfe" providerId="LiveId" clId="{C39D0D50-340D-43AD-B37E-B81B61BA7C57}" dt="2025-02-10T05:09:43.947" v="41" actId="1076"/>
        <pc:sldMkLst>
          <pc:docMk/>
          <pc:sldMk cId="1763290752" sldId="279"/>
        </pc:sldMkLst>
        <pc:spChg chg="mod">
          <ac:chgData name="Roshni Patoa" userId="fed91864c60e3dfe" providerId="LiveId" clId="{C39D0D50-340D-43AD-B37E-B81B61BA7C57}" dt="2025-02-10T05:08:47.164" v="22" actId="20577"/>
          <ac:spMkLst>
            <pc:docMk/>
            <pc:sldMk cId="1763290752" sldId="279"/>
            <ac:spMk id="2" creationId="{4092B62F-1825-48F8-ACD8-1D13E72FFBD1}"/>
          </ac:spMkLst>
        </pc:spChg>
        <pc:spChg chg="mod">
          <ac:chgData name="Roshni Patoa" userId="fed91864c60e3dfe" providerId="LiveId" clId="{C39D0D50-340D-43AD-B37E-B81B61BA7C57}" dt="2025-02-10T05:09:25.028" v="38" actId="108"/>
          <ac:spMkLst>
            <pc:docMk/>
            <pc:sldMk cId="1763290752" sldId="279"/>
            <ac:spMk id="3" creationId="{23B4050D-84AE-4AAF-101B-5574016D603D}"/>
          </ac:spMkLst>
        </pc:spChg>
        <pc:picChg chg="del">
          <ac:chgData name="Roshni Patoa" userId="fed91864c60e3dfe" providerId="LiveId" clId="{C39D0D50-340D-43AD-B37E-B81B61BA7C57}" dt="2025-02-10T05:09:27.995" v="39" actId="478"/>
          <ac:picMkLst>
            <pc:docMk/>
            <pc:sldMk cId="1763290752" sldId="279"/>
            <ac:picMk id="5" creationId="{7A1EF78C-E027-8230-0342-9114F9A18BCB}"/>
          </ac:picMkLst>
        </pc:picChg>
        <pc:picChg chg="add mod">
          <ac:chgData name="Roshni Patoa" userId="fed91864c60e3dfe" providerId="LiveId" clId="{C39D0D50-340D-43AD-B37E-B81B61BA7C57}" dt="2025-02-10T05:09:43.947" v="41" actId="1076"/>
          <ac:picMkLst>
            <pc:docMk/>
            <pc:sldMk cId="1763290752" sldId="279"/>
            <ac:picMk id="6" creationId="{750EA022-F880-EE84-34DB-74A60B684F08}"/>
          </ac:picMkLst>
        </pc:picChg>
      </pc:sldChg>
      <pc:sldChg chg="addSp delSp modSp mod">
        <pc:chgData name="Roshni Patoa" userId="fed91864c60e3dfe" providerId="LiveId" clId="{C39D0D50-340D-43AD-B37E-B81B61BA7C57}" dt="2025-02-10T05:13:12.772" v="87" actId="20577"/>
        <pc:sldMkLst>
          <pc:docMk/>
          <pc:sldMk cId="3115615624" sldId="280"/>
        </pc:sldMkLst>
        <pc:spChg chg="mod">
          <ac:chgData name="Roshni Patoa" userId="fed91864c60e3dfe" providerId="LiveId" clId="{C39D0D50-340D-43AD-B37E-B81B61BA7C57}" dt="2025-02-10T05:13:12.772" v="87" actId="20577"/>
          <ac:spMkLst>
            <pc:docMk/>
            <pc:sldMk cId="3115615624" sldId="280"/>
            <ac:spMk id="8" creationId="{7237722D-03F0-B8F9-4938-C2F97B6C582E}"/>
          </ac:spMkLst>
        </pc:spChg>
        <pc:picChg chg="del">
          <ac:chgData name="Roshni Patoa" userId="fed91864c60e3dfe" providerId="LiveId" clId="{C39D0D50-340D-43AD-B37E-B81B61BA7C57}" dt="2025-02-10T05:12:42.292" v="74" actId="478"/>
          <ac:picMkLst>
            <pc:docMk/>
            <pc:sldMk cId="3115615624" sldId="280"/>
            <ac:picMk id="3" creationId="{48438AC2-CB4F-259A-628F-6F7B720F9FAF}"/>
          </ac:picMkLst>
        </pc:picChg>
        <pc:picChg chg="add mod">
          <ac:chgData name="Roshni Patoa" userId="fed91864c60e3dfe" providerId="LiveId" clId="{C39D0D50-340D-43AD-B37E-B81B61BA7C57}" dt="2025-02-10T05:13:10.218" v="83" actId="1076"/>
          <ac:picMkLst>
            <pc:docMk/>
            <pc:sldMk cId="3115615624" sldId="280"/>
            <ac:picMk id="5" creationId="{B7B02F3F-C004-1EED-784B-EB47DDF0FEED}"/>
          </ac:picMkLst>
        </pc:picChg>
      </pc:sldChg>
      <pc:sldChg chg="addSp delSp modSp mod">
        <pc:chgData name="Roshni Patoa" userId="fed91864c60e3dfe" providerId="LiveId" clId="{C39D0D50-340D-43AD-B37E-B81B61BA7C57}" dt="2025-02-10T05:12:29.235" v="73" actId="1076"/>
        <pc:sldMkLst>
          <pc:docMk/>
          <pc:sldMk cId="3205358714" sldId="281"/>
        </pc:sldMkLst>
        <pc:spChg chg="mod">
          <ac:chgData name="Roshni Patoa" userId="fed91864c60e3dfe" providerId="LiveId" clId="{C39D0D50-340D-43AD-B37E-B81B61BA7C57}" dt="2025-02-10T05:09:53.098" v="51" actId="20577"/>
          <ac:spMkLst>
            <pc:docMk/>
            <pc:sldMk cId="3205358714" sldId="281"/>
            <ac:spMk id="2" creationId="{6FA94ED3-8F15-9CA4-EDDC-6F2140EAC265}"/>
          </ac:spMkLst>
        </pc:spChg>
        <pc:spChg chg="add">
          <ac:chgData name="Roshni Patoa" userId="fed91864c60e3dfe" providerId="LiveId" clId="{C39D0D50-340D-43AD-B37E-B81B61BA7C57}" dt="2025-02-10T05:10:37.106" v="57"/>
          <ac:spMkLst>
            <pc:docMk/>
            <pc:sldMk cId="3205358714" sldId="281"/>
            <ac:spMk id="6" creationId="{472F41D5-95D8-D7EA-A0CB-D9A4806ACB4E}"/>
          </ac:spMkLst>
        </pc:spChg>
        <pc:spChg chg="add">
          <ac:chgData name="Roshni Patoa" userId="fed91864c60e3dfe" providerId="LiveId" clId="{C39D0D50-340D-43AD-B37E-B81B61BA7C57}" dt="2025-02-10T05:10:37.106" v="57"/>
          <ac:spMkLst>
            <pc:docMk/>
            <pc:sldMk cId="3205358714" sldId="281"/>
            <ac:spMk id="7" creationId="{79893926-8807-29CE-FDE9-0A69F0E7C637}"/>
          </ac:spMkLst>
        </pc:spChg>
        <pc:spChg chg="mod">
          <ac:chgData name="Roshni Patoa" userId="fed91864c60e3dfe" providerId="LiveId" clId="{C39D0D50-340D-43AD-B37E-B81B61BA7C57}" dt="2025-02-10T05:12:29.235" v="73" actId="1076"/>
          <ac:spMkLst>
            <pc:docMk/>
            <pc:sldMk cId="3205358714" sldId="281"/>
            <ac:spMk id="14" creationId="{2ED7EF19-1678-CAE2-C056-FE09A9225377}"/>
          </ac:spMkLst>
        </pc:spChg>
        <pc:picChg chg="del">
          <ac:chgData name="Roshni Patoa" userId="fed91864c60e3dfe" providerId="LiveId" clId="{C39D0D50-340D-43AD-B37E-B81B61BA7C57}" dt="2025-02-10T05:09:55.044" v="52" actId="478"/>
          <ac:picMkLst>
            <pc:docMk/>
            <pc:sldMk cId="3205358714" sldId="281"/>
            <ac:picMk id="4" creationId="{1786D787-8D52-DFC7-1697-07FC76E0F51A}"/>
          </ac:picMkLst>
        </pc:picChg>
        <pc:picChg chg="add mod">
          <ac:chgData name="Roshni Patoa" userId="fed91864c60e3dfe" providerId="LiveId" clId="{C39D0D50-340D-43AD-B37E-B81B61BA7C57}" dt="2025-02-10T05:12:09.383" v="65" actId="1076"/>
          <ac:picMkLst>
            <pc:docMk/>
            <pc:sldMk cId="3205358714" sldId="281"/>
            <ac:picMk id="5" creationId="{4B8DC6D3-8E95-9944-0941-1D18EB774B91}"/>
          </ac:picMkLst>
        </pc:picChg>
      </pc:sldChg>
      <pc:sldChg chg="addSp delSp modSp mod">
        <pc:chgData name="Roshni Patoa" userId="fed91864c60e3dfe" providerId="LiveId" clId="{C39D0D50-340D-43AD-B37E-B81B61BA7C57}" dt="2025-02-10T05:14:39.041" v="123" actId="1076"/>
        <pc:sldMkLst>
          <pc:docMk/>
          <pc:sldMk cId="1894973646" sldId="282"/>
        </pc:sldMkLst>
        <pc:spChg chg="mod">
          <ac:chgData name="Roshni Patoa" userId="fed91864c60e3dfe" providerId="LiveId" clId="{C39D0D50-340D-43AD-B37E-B81B61BA7C57}" dt="2025-02-10T05:13:23.733" v="95" actId="20577"/>
          <ac:spMkLst>
            <pc:docMk/>
            <pc:sldMk cId="1894973646" sldId="282"/>
            <ac:spMk id="2" creationId="{37C4DD1F-9F26-BC2D-75D7-D72C50256ACA}"/>
          </ac:spMkLst>
        </pc:spChg>
        <pc:spChg chg="mod">
          <ac:chgData name="Roshni Patoa" userId="fed91864c60e3dfe" providerId="LiveId" clId="{C39D0D50-340D-43AD-B37E-B81B61BA7C57}" dt="2025-02-10T05:14:21.597" v="120" actId="207"/>
          <ac:spMkLst>
            <pc:docMk/>
            <pc:sldMk cId="1894973646" sldId="282"/>
            <ac:spMk id="3" creationId="{A614B207-1CFD-5BFA-888A-C6022094B5B1}"/>
          </ac:spMkLst>
        </pc:spChg>
        <pc:picChg chg="add mod">
          <ac:chgData name="Roshni Patoa" userId="fed91864c60e3dfe" providerId="LiveId" clId="{C39D0D50-340D-43AD-B37E-B81B61BA7C57}" dt="2025-02-10T05:14:39.041" v="123" actId="1076"/>
          <ac:picMkLst>
            <pc:docMk/>
            <pc:sldMk cId="1894973646" sldId="282"/>
            <ac:picMk id="5" creationId="{D23D39BB-A0D0-C8E9-F72B-8AC3D08B4DA8}"/>
          </ac:picMkLst>
        </pc:picChg>
        <pc:picChg chg="del">
          <ac:chgData name="Roshni Patoa" userId="fed91864c60e3dfe" providerId="LiveId" clId="{C39D0D50-340D-43AD-B37E-B81B61BA7C57}" dt="2025-02-10T05:14:23.771" v="121" actId="478"/>
          <ac:picMkLst>
            <pc:docMk/>
            <pc:sldMk cId="1894973646" sldId="282"/>
            <ac:picMk id="6" creationId="{C22EAEEE-ACAE-036A-CAF8-B90BD0B30FA7}"/>
          </ac:picMkLst>
        </pc:picChg>
      </pc:sldChg>
      <pc:sldChg chg="addSp delSp modSp mod">
        <pc:chgData name="Roshni Patoa" userId="fed91864c60e3dfe" providerId="LiveId" clId="{C39D0D50-340D-43AD-B37E-B81B61BA7C57}" dt="2025-02-10T05:16:19.089" v="148" actId="1076"/>
        <pc:sldMkLst>
          <pc:docMk/>
          <pc:sldMk cId="2300266694" sldId="283"/>
        </pc:sldMkLst>
        <pc:spChg chg="mod">
          <ac:chgData name="Roshni Patoa" userId="fed91864c60e3dfe" providerId="LiveId" clId="{C39D0D50-340D-43AD-B37E-B81B61BA7C57}" dt="2025-02-10T05:15:01.004" v="138" actId="20577"/>
          <ac:spMkLst>
            <pc:docMk/>
            <pc:sldMk cId="2300266694" sldId="283"/>
            <ac:spMk id="2" creationId="{23A4FD1F-C343-0A03-3F4A-5B41D57648AD}"/>
          </ac:spMkLst>
        </pc:spChg>
        <pc:spChg chg="mod">
          <ac:chgData name="Roshni Patoa" userId="fed91864c60e3dfe" providerId="LiveId" clId="{C39D0D50-340D-43AD-B37E-B81B61BA7C57}" dt="2025-02-10T05:16:19.089" v="148" actId="1076"/>
          <ac:spMkLst>
            <pc:docMk/>
            <pc:sldMk cId="2300266694" sldId="283"/>
            <ac:spMk id="7" creationId="{A223B513-76B5-B74D-AA3C-381DEDBA016D}"/>
          </ac:spMkLst>
        </pc:spChg>
        <pc:picChg chg="add mod">
          <ac:chgData name="Roshni Patoa" userId="fed91864c60e3dfe" providerId="LiveId" clId="{C39D0D50-340D-43AD-B37E-B81B61BA7C57}" dt="2025-02-10T05:15:24.874" v="141" actId="1076"/>
          <ac:picMkLst>
            <pc:docMk/>
            <pc:sldMk cId="2300266694" sldId="283"/>
            <ac:picMk id="4" creationId="{D80FDDF4-9868-7BEF-CE0B-A11E8B426D62}"/>
          </ac:picMkLst>
        </pc:picChg>
        <pc:picChg chg="del">
          <ac:chgData name="Roshni Patoa" userId="fed91864c60e3dfe" providerId="LiveId" clId="{C39D0D50-340D-43AD-B37E-B81B61BA7C57}" dt="2025-02-10T05:14:42.694" v="124" actId="478"/>
          <ac:picMkLst>
            <pc:docMk/>
            <pc:sldMk cId="2300266694" sldId="283"/>
            <ac:picMk id="5" creationId="{B9752495-219E-079E-F0C9-586B3BD684E3}"/>
          </ac:picMkLst>
        </pc:picChg>
      </pc:sldChg>
      <pc:sldChg chg="addSp delSp modSp mod">
        <pc:chgData name="Roshni Patoa" userId="fed91864c60e3dfe" providerId="LiveId" clId="{C39D0D50-340D-43AD-B37E-B81B61BA7C57}" dt="2025-02-10T05:16:48.035" v="159" actId="1076"/>
        <pc:sldMkLst>
          <pc:docMk/>
          <pc:sldMk cId="664339135" sldId="284"/>
        </pc:sldMkLst>
        <pc:spChg chg="mod">
          <ac:chgData name="Roshni Patoa" userId="fed91864c60e3dfe" providerId="LiveId" clId="{C39D0D50-340D-43AD-B37E-B81B61BA7C57}" dt="2025-02-10T05:16:29.640" v="156" actId="20577"/>
          <ac:spMkLst>
            <pc:docMk/>
            <pc:sldMk cId="664339135" sldId="284"/>
            <ac:spMk id="8" creationId="{EAAC6A7A-480B-7CAE-644B-5221E1FC78D0}"/>
          </ac:spMkLst>
        </pc:spChg>
        <pc:picChg chg="add mod">
          <ac:chgData name="Roshni Patoa" userId="fed91864c60e3dfe" providerId="LiveId" clId="{C39D0D50-340D-43AD-B37E-B81B61BA7C57}" dt="2025-02-10T05:16:48.035" v="159" actId="1076"/>
          <ac:picMkLst>
            <pc:docMk/>
            <pc:sldMk cId="664339135" sldId="284"/>
            <ac:picMk id="3" creationId="{35AAC1D4-4806-D43C-B7CA-FD4809E6D74F}"/>
          </ac:picMkLst>
        </pc:picChg>
        <pc:picChg chg="del">
          <ac:chgData name="Roshni Patoa" userId="fed91864c60e3dfe" providerId="LiveId" clId="{C39D0D50-340D-43AD-B37E-B81B61BA7C57}" dt="2025-02-10T05:16:31.412" v="157" actId="478"/>
          <ac:picMkLst>
            <pc:docMk/>
            <pc:sldMk cId="664339135" sldId="284"/>
            <ac:picMk id="5" creationId="{3B5B67A4-58CA-406E-2C34-7043E225DF2B}"/>
          </ac:picMkLst>
        </pc:picChg>
      </pc:sldChg>
    </pc:docChg>
  </pc:docChgLst>
  <pc:docChgLst>
    <pc:chgData name="Roshni Patoa" userId="fed91864c60e3dfe" providerId="LiveId" clId="{E22F1EDE-8828-4D8C-85D4-D56301EBE89E}"/>
    <pc:docChg chg="undo redo custSel addSld delSld modSld">
      <pc:chgData name="Roshni Patoa" userId="fed91864c60e3dfe" providerId="LiveId" clId="{E22F1EDE-8828-4D8C-85D4-D56301EBE89E}" dt="2025-01-29T09:12:04.710" v="215" actId="47"/>
      <pc:docMkLst>
        <pc:docMk/>
      </pc:docMkLst>
      <pc:sldChg chg="addSp delSp modSp mod">
        <pc:chgData name="Roshni Patoa" userId="fed91864c60e3dfe" providerId="LiveId" clId="{E22F1EDE-8828-4D8C-85D4-D56301EBE89E}" dt="2025-01-29T09:05:35.324" v="110" actId="1076"/>
        <pc:sldMkLst>
          <pc:docMk/>
          <pc:sldMk cId="1901894884" sldId="257"/>
        </pc:sldMkLst>
        <pc:spChg chg="mod">
          <ac:chgData name="Roshni Patoa" userId="fed91864c60e3dfe" providerId="LiveId" clId="{E22F1EDE-8828-4D8C-85D4-D56301EBE89E}" dt="2025-01-28T16:50:03.893" v="3" actId="20577"/>
          <ac:spMkLst>
            <pc:docMk/>
            <pc:sldMk cId="1901894884" sldId="257"/>
            <ac:spMk id="2" creationId="{C7FD3B0F-E2FD-E156-7022-8EFCED276285}"/>
          </ac:spMkLst>
        </pc:spChg>
        <pc:spChg chg="mod">
          <ac:chgData name="Roshni Patoa" userId="fed91864c60e3dfe" providerId="LiveId" clId="{E22F1EDE-8828-4D8C-85D4-D56301EBE89E}" dt="2025-01-28T16:50:43.239" v="7" actId="108"/>
          <ac:spMkLst>
            <pc:docMk/>
            <pc:sldMk cId="1901894884" sldId="257"/>
            <ac:spMk id="6" creationId="{81215BE8-C00B-501B-19CB-1470DE5308A5}"/>
          </ac:spMkLst>
        </pc:spChg>
      </pc:sldChg>
      <pc:sldChg chg="modSp mod">
        <pc:chgData name="Roshni Patoa" userId="fed91864c60e3dfe" providerId="LiveId" clId="{E22F1EDE-8828-4D8C-85D4-D56301EBE89E}" dt="2025-01-29T09:01:20.681" v="60" actId="20577"/>
        <pc:sldMkLst>
          <pc:docMk/>
          <pc:sldMk cId="1501955450" sldId="258"/>
        </pc:sldMkLst>
      </pc:sldChg>
      <pc:sldChg chg="addSp delSp modSp mod">
        <pc:chgData name="Roshni Patoa" userId="fed91864c60e3dfe" providerId="LiveId" clId="{E22F1EDE-8828-4D8C-85D4-D56301EBE89E}" dt="2025-01-29T09:04:19.236" v="93" actId="20577"/>
        <pc:sldMkLst>
          <pc:docMk/>
          <pc:sldMk cId="538336606" sldId="259"/>
        </pc:sldMkLst>
      </pc:sldChg>
      <pc:sldChg chg="modSp mod">
        <pc:chgData name="Roshni Patoa" userId="fed91864c60e3dfe" providerId="LiveId" clId="{E22F1EDE-8828-4D8C-85D4-D56301EBE89E}" dt="2025-01-29T09:04:24.894" v="97" actId="20577"/>
        <pc:sldMkLst>
          <pc:docMk/>
          <pc:sldMk cId="131755128" sldId="260"/>
        </pc:sldMkLst>
      </pc:sldChg>
      <pc:sldChg chg="add del">
        <pc:chgData name="Roshni Patoa" userId="fed91864c60e3dfe" providerId="LiveId" clId="{E22F1EDE-8828-4D8C-85D4-D56301EBE89E}" dt="2025-01-29T09:04:04.412" v="85" actId="47"/>
        <pc:sldMkLst>
          <pc:docMk/>
          <pc:sldMk cId="515961475" sldId="261"/>
        </pc:sldMkLst>
      </pc:sldChg>
      <pc:sldChg chg="add del">
        <pc:chgData name="Roshni Patoa" userId="fed91864c60e3dfe" providerId="LiveId" clId="{E22F1EDE-8828-4D8C-85D4-D56301EBE89E}" dt="2025-01-29T09:04:02.825" v="84" actId="47"/>
        <pc:sldMkLst>
          <pc:docMk/>
          <pc:sldMk cId="1795072283" sldId="262"/>
        </pc:sldMkLst>
      </pc:sldChg>
      <pc:sldChg chg="addSp delSp modSp mod">
        <pc:chgData name="Roshni Patoa" userId="fed91864c60e3dfe" providerId="LiveId" clId="{E22F1EDE-8828-4D8C-85D4-D56301EBE89E}" dt="2025-01-29T09:05:13.906" v="106" actId="1076"/>
        <pc:sldMkLst>
          <pc:docMk/>
          <pc:sldMk cId="561393703" sldId="263"/>
        </pc:sldMkLst>
      </pc:sldChg>
      <pc:sldChg chg="modSp mod">
        <pc:chgData name="Roshni Patoa" userId="fed91864c60e3dfe" providerId="LiveId" clId="{E22F1EDE-8828-4D8C-85D4-D56301EBE89E}" dt="2025-01-29T09:10:55.670" v="191" actId="20577"/>
        <pc:sldMkLst>
          <pc:docMk/>
          <pc:sldMk cId="2095114534" sldId="264"/>
        </pc:sldMkLst>
      </pc:sldChg>
      <pc:sldChg chg="add del">
        <pc:chgData name="Roshni Patoa" userId="fed91864c60e3dfe" providerId="LiveId" clId="{E22F1EDE-8828-4D8C-85D4-D56301EBE89E}" dt="2025-01-29T09:12:04.710" v="215" actId="47"/>
        <pc:sldMkLst>
          <pc:docMk/>
          <pc:sldMk cId="2618035276" sldId="265"/>
        </pc:sldMkLst>
      </pc:sldChg>
      <pc:sldChg chg="add del">
        <pc:chgData name="Roshni Patoa" userId="fed91864c60e3dfe" providerId="LiveId" clId="{E22F1EDE-8828-4D8C-85D4-D56301EBE89E}" dt="2025-01-29T09:09:56.160" v="182" actId="47"/>
        <pc:sldMkLst>
          <pc:docMk/>
          <pc:sldMk cId="1908485448" sldId="267"/>
        </pc:sldMkLst>
      </pc:sldChg>
      <pc:sldChg chg="del">
        <pc:chgData name="Roshni Patoa" userId="fed91864c60e3dfe" providerId="LiveId" clId="{E22F1EDE-8828-4D8C-85D4-D56301EBE89E}" dt="2025-01-29T09:06:19.617" v="114" actId="47"/>
        <pc:sldMkLst>
          <pc:docMk/>
          <pc:sldMk cId="3252973548" sldId="268"/>
        </pc:sldMkLst>
      </pc:sldChg>
      <pc:sldChg chg="del">
        <pc:chgData name="Roshni Patoa" userId="fed91864c60e3dfe" providerId="LiveId" clId="{E22F1EDE-8828-4D8C-85D4-D56301EBE89E}" dt="2025-01-29T09:06:18.920" v="113" actId="47"/>
        <pc:sldMkLst>
          <pc:docMk/>
          <pc:sldMk cId="1697355594" sldId="269"/>
        </pc:sldMkLst>
      </pc:sldChg>
      <pc:sldChg chg="del">
        <pc:chgData name="Roshni Patoa" userId="fed91864c60e3dfe" providerId="LiveId" clId="{E22F1EDE-8828-4D8C-85D4-D56301EBE89E}" dt="2025-01-29T09:06:17.232" v="111" actId="47"/>
        <pc:sldMkLst>
          <pc:docMk/>
          <pc:sldMk cId="3650555201" sldId="273"/>
        </pc:sldMkLst>
      </pc:sldChg>
      <pc:sldChg chg="del">
        <pc:chgData name="Roshni Patoa" userId="fed91864c60e3dfe" providerId="LiveId" clId="{E22F1EDE-8828-4D8C-85D4-D56301EBE89E}" dt="2025-01-29T09:06:18.218" v="112" actId="47"/>
        <pc:sldMkLst>
          <pc:docMk/>
          <pc:sldMk cId="1696112011" sldId="274"/>
        </pc:sldMkLst>
      </pc:sldChg>
      <pc:sldChg chg="modSp add del mod">
        <pc:chgData name="Roshni Patoa" userId="fed91864c60e3dfe" providerId="LiveId" clId="{E22F1EDE-8828-4D8C-85D4-D56301EBE89E}" dt="2025-01-29T09:11:52.361" v="212" actId="1076"/>
        <pc:sldMkLst>
          <pc:docMk/>
          <pc:sldMk cId="2284109313" sldId="275"/>
        </pc:sldMkLst>
      </pc:sldChg>
      <pc:sldChg chg="add del">
        <pc:chgData name="Roshni Patoa" userId="fed91864c60e3dfe" providerId="LiveId" clId="{E22F1EDE-8828-4D8C-85D4-D56301EBE89E}" dt="2025-01-29T09:11:58.686" v="213" actId="47"/>
        <pc:sldMkLst>
          <pc:docMk/>
          <pc:sldMk cId="1723924596" sldId="276"/>
        </pc:sldMkLst>
      </pc:sldChg>
      <pc:sldChg chg="add del">
        <pc:chgData name="Roshni Patoa" userId="fed91864c60e3dfe" providerId="LiveId" clId="{E22F1EDE-8828-4D8C-85D4-D56301EBE89E}" dt="2025-01-29T09:12:00.153" v="214" actId="47"/>
        <pc:sldMkLst>
          <pc:docMk/>
          <pc:sldMk cId="3476537138" sldId="277"/>
        </pc:sldMkLst>
      </pc:sldChg>
      <pc:sldChg chg="modSp add del mod">
        <pc:chgData name="Roshni Patoa" userId="fed91864c60e3dfe" providerId="LiveId" clId="{E22F1EDE-8828-4D8C-85D4-D56301EBE89E}" dt="2025-01-29T09:04:00.279" v="83" actId="2696"/>
        <pc:sldMkLst>
          <pc:docMk/>
          <pc:sldMk cId="1119403295" sldId="278"/>
        </pc:sldMkLst>
      </pc:sldChg>
      <pc:sldChg chg="add">
        <pc:chgData name="Roshni Patoa" userId="fed91864c60e3dfe" providerId="LiveId" clId="{E22F1EDE-8828-4D8C-85D4-D56301EBE89E}" dt="2025-01-29T09:10:04.685" v="183"/>
        <pc:sldMkLst>
          <pc:docMk/>
          <pc:sldMk cId="2532286422" sldId="278"/>
        </pc:sldMkLst>
      </pc:sldChg>
    </pc:docChg>
  </pc:docChgLst>
  <pc:docChgLst>
    <pc:chgData name="Roshni Patoa" userId="fed91864c60e3dfe" providerId="LiveId" clId="{C81E4981-5F32-4E84-9BDD-D63D3222DBE3}"/>
    <pc:docChg chg="custSel delSld modSld">
      <pc:chgData name="Roshni Patoa" userId="fed91864c60e3dfe" providerId="LiveId" clId="{C81E4981-5F32-4E84-9BDD-D63D3222DBE3}" dt="2025-01-31T05:07:35.975" v="288" actId="2696"/>
      <pc:docMkLst>
        <pc:docMk/>
      </pc:docMkLst>
      <pc:sldChg chg="addSp delSp modSp mod">
        <pc:chgData name="Roshni Patoa" userId="fed91864c60e3dfe" providerId="LiveId" clId="{C81E4981-5F32-4E84-9BDD-D63D3222DBE3}" dt="2025-01-31T05:00:41.008" v="54" actId="1076"/>
        <pc:sldMkLst>
          <pc:docMk/>
          <pc:sldMk cId="1901894884" sldId="257"/>
        </pc:sldMkLst>
        <pc:spChg chg="mod">
          <ac:chgData name="Roshni Patoa" userId="fed91864c60e3dfe" providerId="LiveId" clId="{C81E4981-5F32-4E84-9BDD-D63D3222DBE3}" dt="2025-01-31T04:55:50.569" v="9" actId="20577"/>
          <ac:spMkLst>
            <pc:docMk/>
            <pc:sldMk cId="1901894884" sldId="257"/>
            <ac:spMk id="2" creationId="{C7FD3B0F-E2FD-E156-7022-8EFCED276285}"/>
          </ac:spMkLst>
        </pc:spChg>
        <pc:spChg chg="mod">
          <ac:chgData name="Roshni Patoa" userId="fed91864c60e3dfe" providerId="LiveId" clId="{C81E4981-5F32-4E84-9BDD-D63D3222DBE3}" dt="2025-01-31T04:57:05.958" v="49" actId="1076"/>
          <ac:spMkLst>
            <pc:docMk/>
            <pc:sldMk cId="1901894884" sldId="257"/>
            <ac:spMk id="6" creationId="{81215BE8-C00B-501B-19CB-1470DE5308A5}"/>
          </ac:spMkLst>
        </pc:spChg>
      </pc:sldChg>
      <pc:sldChg chg="modSp mod">
        <pc:chgData name="Roshni Patoa" userId="fed91864c60e3dfe" providerId="LiveId" clId="{C81E4981-5F32-4E84-9BDD-D63D3222DBE3}" dt="2025-01-31T05:01:29.009" v="109" actId="20577"/>
        <pc:sldMkLst>
          <pc:docMk/>
          <pc:sldMk cId="1501955450" sldId="258"/>
        </pc:sldMkLst>
      </pc:sldChg>
      <pc:sldChg chg="addSp delSp modSp mod">
        <pc:chgData name="Roshni Patoa" userId="fed91864c60e3dfe" providerId="LiveId" clId="{C81E4981-5F32-4E84-9BDD-D63D3222DBE3}" dt="2025-01-31T05:02:18.021" v="116" actId="1076"/>
        <pc:sldMkLst>
          <pc:docMk/>
          <pc:sldMk cId="538336606" sldId="259"/>
        </pc:sldMkLst>
      </pc:sldChg>
      <pc:sldChg chg="modSp mod">
        <pc:chgData name="Roshni Patoa" userId="fed91864c60e3dfe" providerId="LiveId" clId="{C81E4981-5F32-4E84-9BDD-D63D3222DBE3}" dt="2025-01-31T05:03:04.674" v="161" actId="1076"/>
        <pc:sldMkLst>
          <pc:docMk/>
          <pc:sldMk cId="131755128" sldId="260"/>
        </pc:sldMkLst>
      </pc:sldChg>
      <pc:sldChg chg="addSp delSp modSp mod">
        <pc:chgData name="Roshni Patoa" userId="fed91864c60e3dfe" providerId="LiveId" clId="{C81E4981-5F32-4E84-9BDD-D63D3222DBE3}" dt="2025-01-31T05:04:51.293" v="178" actId="1076"/>
        <pc:sldMkLst>
          <pc:docMk/>
          <pc:sldMk cId="561393703" sldId="263"/>
        </pc:sldMkLst>
      </pc:sldChg>
      <pc:sldChg chg="modSp mod">
        <pc:chgData name="Roshni Patoa" userId="fed91864c60e3dfe" providerId="LiveId" clId="{C81E4981-5F32-4E84-9BDD-D63D3222DBE3}" dt="2025-01-31T05:07:25.464" v="287" actId="20577"/>
        <pc:sldMkLst>
          <pc:docMk/>
          <pc:sldMk cId="2095114534" sldId="264"/>
        </pc:sldMkLst>
      </pc:sldChg>
      <pc:sldChg chg="del">
        <pc:chgData name="Roshni Patoa" userId="fed91864c60e3dfe" providerId="LiveId" clId="{C81E4981-5F32-4E84-9BDD-D63D3222DBE3}" dt="2025-01-31T05:07:35.975" v="288" actId="2696"/>
        <pc:sldMkLst>
          <pc:docMk/>
          <pc:sldMk cId="2284109313" sldId="275"/>
        </pc:sldMkLst>
      </pc:sldChg>
      <pc:sldChg chg="modSp mod">
        <pc:chgData name="Roshni Patoa" userId="fed91864c60e3dfe" providerId="LiveId" clId="{C81E4981-5F32-4E84-9BDD-D63D3222DBE3}" dt="2025-01-31T05:05:58.594" v="244" actId="20577"/>
        <pc:sldMkLst>
          <pc:docMk/>
          <pc:sldMk cId="2532286422" sldId="278"/>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4286548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481645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125290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056384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8FE671-5CEE-48E7-B021-0396717B0D66}" type="datetimeFigureOut">
              <a:rPr lang="en-US" smtClean="0"/>
              <a:t>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1949959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8FE671-5CEE-48E7-B021-0396717B0D66}"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7450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8FE671-5CEE-48E7-B021-0396717B0D66}" type="datetimeFigureOut">
              <a:rPr lang="en-US" smtClean="0"/>
              <a:t>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1717222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04763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684042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025452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77236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74510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8FE671-5CEE-48E7-B021-0396717B0D66}" type="datetimeFigureOut">
              <a:rPr lang="en-US" smtClean="0"/>
              <a:t>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31917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8FE671-5CEE-48E7-B021-0396717B0D66}"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66103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A8FE671-5CEE-48E7-B021-0396717B0D66}" type="datetimeFigureOut">
              <a:rPr lang="en-US" smtClean="0"/>
              <a:t>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3440191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680464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FE671-5CEE-48E7-B021-0396717B0D66}" type="datetimeFigureOut">
              <a:rPr lang="en-US" smtClean="0"/>
              <a:t>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451033-5C79-45C1-A3A8-EE584247DE6E}" type="slidenum">
              <a:rPr lang="en-US" smtClean="0"/>
              <a:t>‹#›</a:t>
            </a:fld>
            <a:endParaRPr lang="en-US"/>
          </a:p>
        </p:txBody>
      </p:sp>
    </p:spTree>
    <p:extLst>
      <p:ext uri="{BB962C8B-B14F-4D97-AF65-F5344CB8AC3E}">
        <p14:creationId xmlns:p14="http://schemas.microsoft.com/office/powerpoint/2010/main" val="2716054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A8FE671-5CEE-48E7-B021-0396717B0D66}" type="datetimeFigureOut">
              <a:rPr lang="en-US" smtClean="0"/>
              <a:t>2/10/2025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A451033-5C79-45C1-A3A8-EE584247DE6E}" type="slidenum">
              <a:rPr lang="en-US" smtClean="0"/>
              <a:t>‹#›</a:t>
            </a:fld>
            <a:endParaRPr lang="en-US"/>
          </a:p>
        </p:txBody>
      </p:sp>
    </p:spTree>
    <p:extLst>
      <p:ext uri="{BB962C8B-B14F-4D97-AF65-F5344CB8AC3E}">
        <p14:creationId xmlns:p14="http://schemas.microsoft.com/office/powerpoint/2010/main" val="291607165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FA0C8-9BC6-0025-AA62-C48E1A10F66C}"/>
              </a:ext>
            </a:extLst>
          </p:cNvPr>
          <p:cNvSpPr>
            <a:spLocks noGrp="1"/>
          </p:cNvSpPr>
          <p:nvPr>
            <p:ph type="ctrTitle"/>
          </p:nvPr>
        </p:nvSpPr>
        <p:spPr>
          <a:xfrm>
            <a:off x="1743074" y="2171701"/>
            <a:ext cx="10215563" cy="2387600"/>
          </a:xfrm>
        </p:spPr>
        <p:txBody>
          <a:bodyPr>
            <a:noAutofit/>
          </a:bodyPr>
          <a:lstStyle/>
          <a:p>
            <a:r>
              <a:rPr lang="en-US" sz="9600" dirty="0">
                <a:solidFill>
                  <a:schemeClr val="bg1"/>
                </a:solidFill>
                <a:latin typeface="Berlin Sans FB Demi" panose="020E0802020502020306" pitchFamily="34" charset="0"/>
              </a:rPr>
              <a:t>COMBINATIONAL CIRCUITS</a:t>
            </a:r>
          </a:p>
        </p:txBody>
      </p:sp>
      <p:sp>
        <p:nvSpPr>
          <p:cNvPr id="3" name="Subtitle 2">
            <a:extLst>
              <a:ext uri="{FF2B5EF4-FFF2-40B4-BE49-F238E27FC236}">
                <a16:creationId xmlns:a16="http://schemas.microsoft.com/office/drawing/2014/main" id="{207B7ACE-5125-9078-DAFF-C7F13DAC6D17}"/>
              </a:ext>
            </a:extLst>
          </p:cNvPr>
          <p:cNvSpPr>
            <a:spLocks noGrp="1"/>
          </p:cNvSpPr>
          <p:nvPr>
            <p:ph type="subTitle" idx="1"/>
          </p:nvPr>
        </p:nvSpPr>
        <p:spPr>
          <a:xfrm>
            <a:off x="1876424" y="4559301"/>
            <a:ext cx="8791575" cy="1655762"/>
          </a:xfrm>
        </p:spPr>
        <p:txBody>
          <a:bodyPr/>
          <a:lstStyle/>
          <a:p>
            <a:r>
              <a:rPr lang="en-US" dirty="0">
                <a:solidFill>
                  <a:schemeClr val="bg1"/>
                </a:solidFill>
              </a:rPr>
              <a:t>						</a:t>
            </a:r>
            <a:r>
              <a:rPr lang="en-US" sz="2400" dirty="0">
                <a:solidFill>
                  <a:schemeClr val="bg1"/>
                </a:solidFill>
                <a:latin typeface="Bauhaus 93" panose="04030905020B02020C02" pitchFamily="82" charset="0"/>
              </a:rPr>
              <a:t>BY:</a:t>
            </a:r>
          </a:p>
          <a:p>
            <a:r>
              <a:rPr lang="en-US" sz="2400" dirty="0">
                <a:solidFill>
                  <a:schemeClr val="bg1"/>
                </a:solidFill>
                <a:latin typeface="Bauhaus 93" panose="04030905020B02020C02" pitchFamily="82" charset="0"/>
              </a:rPr>
              <a:t>							ROSHNI PATOA</a:t>
            </a:r>
          </a:p>
        </p:txBody>
      </p:sp>
      <p:sp>
        <p:nvSpPr>
          <p:cNvPr id="4" name="TextBox 3">
            <a:extLst>
              <a:ext uri="{FF2B5EF4-FFF2-40B4-BE49-F238E27FC236}">
                <a16:creationId xmlns:a16="http://schemas.microsoft.com/office/drawing/2014/main" id="{8470E54E-C719-33CA-B55E-D4EDFD272918}"/>
              </a:ext>
            </a:extLst>
          </p:cNvPr>
          <p:cNvSpPr txBox="1"/>
          <p:nvPr/>
        </p:nvSpPr>
        <p:spPr>
          <a:xfrm>
            <a:off x="7329489" y="342900"/>
            <a:ext cx="4457700" cy="369332"/>
          </a:xfrm>
          <a:prstGeom prst="rect">
            <a:avLst/>
          </a:prstGeom>
          <a:noFill/>
        </p:spPr>
        <p:txBody>
          <a:bodyPr wrap="square" rtlCol="0">
            <a:spAutoFit/>
          </a:bodyPr>
          <a:lstStyle/>
          <a:p>
            <a:r>
              <a:rPr lang="en-US" dirty="0">
                <a:solidFill>
                  <a:schemeClr val="bg1"/>
                </a:solidFill>
                <a:latin typeface="Bradley Hand ITC" panose="03070402050302030203" pitchFamily="66" charset="0"/>
              </a:rPr>
              <a:t>COMPUTER SYSTEM ARCHITECTURE</a:t>
            </a:r>
          </a:p>
        </p:txBody>
      </p:sp>
    </p:spTree>
    <p:extLst>
      <p:ext uri="{BB962C8B-B14F-4D97-AF65-F5344CB8AC3E}">
        <p14:creationId xmlns:p14="http://schemas.microsoft.com/office/powerpoint/2010/main" val="1208789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D3B0F-E2FD-E156-7022-8EFCED276285}"/>
              </a:ext>
            </a:extLst>
          </p:cNvPr>
          <p:cNvSpPr>
            <a:spLocks noGrp="1"/>
          </p:cNvSpPr>
          <p:nvPr>
            <p:ph type="title"/>
          </p:nvPr>
        </p:nvSpPr>
        <p:spPr>
          <a:xfrm>
            <a:off x="1141413" y="0"/>
            <a:ext cx="9905998" cy="1478570"/>
          </a:xfrm>
        </p:spPr>
        <p:txBody>
          <a:bodyPr>
            <a:normAutofit/>
          </a:bodyPr>
          <a:lstStyle/>
          <a:p>
            <a:pPr algn="ctr"/>
            <a:r>
              <a:rPr lang="en-US" sz="4800" dirty="0">
                <a:solidFill>
                  <a:schemeClr val="bg1"/>
                </a:solidFill>
                <a:latin typeface="Bodoni MT Black" panose="02070A03080606020203" pitchFamily="18" charset="0"/>
              </a:rPr>
              <a:t>DECODER</a:t>
            </a:r>
          </a:p>
        </p:txBody>
      </p:sp>
      <p:sp>
        <p:nvSpPr>
          <p:cNvPr id="6" name="TextBox 5">
            <a:extLst>
              <a:ext uri="{FF2B5EF4-FFF2-40B4-BE49-F238E27FC236}">
                <a16:creationId xmlns:a16="http://schemas.microsoft.com/office/drawing/2014/main" id="{81215BE8-C00B-501B-19CB-1470DE5308A5}"/>
              </a:ext>
            </a:extLst>
          </p:cNvPr>
          <p:cNvSpPr txBox="1"/>
          <p:nvPr/>
        </p:nvSpPr>
        <p:spPr>
          <a:xfrm>
            <a:off x="871538" y="1343025"/>
            <a:ext cx="10758487" cy="2308324"/>
          </a:xfrm>
          <a:prstGeom prst="rect">
            <a:avLst/>
          </a:prstGeom>
          <a:noFill/>
        </p:spPr>
        <p:txBody>
          <a:bodyPr wrap="square" rtlCol="0">
            <a:spAutoFit/>
          </a:bodyPr>
          <a:lstStyle/>
          <a:p>
            <a:pPr algn="just" rtl="0" fontAlgn="base"/>
            <a:r>
              <a:rPr lang="en-US" sz="2400" b="0" i="0" dirty="0">
                <a:solidFill>
                  <a:schemeClr val="bg1"/>
                </a:solidFill>
                <a:effectLst/>
                <a:latin typeface="Bahnschrift" panose="020B0502040204020203" pitchFamily="34" charset="0"/>
              </a:rPr>
              <a:t>The combinational circuit that change the binary information into 2</a:t>
            </a:r>
            <a:r>
              <a:rPr lang="en-US" sz="2400" b="0" i="0" baseline="30000" dirty="0">
                <a:solidFill>
                  <a:schemeClr val="bg1"/>
                </a:solidFill>
                <a:effectLst/>
                <a:latin typeface="Bahnschrift" panose="020B0502040204020203" pitchFamily="34" charset="0"/>
              </a:rPr>
              <a:t>N</a:t>
            </a:r>
            <a:r>
              <a:rPr lang="en-US" sz="2400" b="0" i="0" dirty="0">
                <a:solidFill>
                  <a:schemeClr val="bg1"/>
                </a:solidFill>
                <a:effectLst/>
                <a:latin typeface="Bahnschrift" panose="020B0502040204020203" pitchFamily="34" charset="0"/>
              </a:rPr>
              <a:t> output lines is known as </a:t>
            </a:r>
            <a:r>
              <a:rPr lang="en-US" sz="2400" b="1" i="0" dirty="0">
                <a:solidFill>
                  <a:schemeClr val="bg1"/>
                </a:solidFill>
                <a:effectLst/>
                <a:latin typeface="Bahnschrift" panose="020B0502040204020203" pitchFamily="34" charset="0"/>
              </a:rPr>
              <a:t>Decoders.</a:t>
            </a:r>
            <a:r>
              <a:rPr lang="en-US" sz="2400" b="0" i="0" dirty="0">
                <a:solidFill>
                  <a:schemeClr val="bg1"/>
                </a:solidFill>
                <a:effectLst/>
                <a:latin typeface="Bahnschrift" panose="020B0502040204020203" pitchFamily="34" charset="0"/>
              </a:rPr>
              <a:t> The binary information is passed in the form of N input lines. The output lines define the 2</a:t>
            </a:r>
            <a:r>
              <a:rPr lang="en-US" sz="2400" b="0" i="0" baseline="30000" dirty="0">
                <a:solidFill>
                  <a:schemeClr val="bg1"/>
                </a:solidFill>
                <a:effectLst/>
                <a:latin typeface="Bahnschrift" panose="020B0502040204020203" pitchFamily="34" charset="0"/>
              </a:rPr>
              <a:t>N</a:t>
            </a:r>
            <a:r>
              <a:rPr lang="en-US" sz="2400" b="0" i="0" dirty="0">
                <a:solidFill>
                  <a:schemeClr val="bg1"/>
                </a:solidFill>
                <a:effectLst/>
                <a:latin typeface="Bahnschrift" panose="020B0502040204020203" pitchFamily="34" charset="0"/>
              </a:rPr>
              <a:t>-bit code for the binary information. In simple words, the </a:t>
            </a:r>
            <a:r>
              <a:rPr lang="en-US" sz="2400" b="1" i="0" dirty="0">
                <a:solidFill>
                  <a:schemeClr val="bg1"/>
                </a:solidFill>
                <a:effectLst/>
                <a:latin typeface="Bahnschrift" panose="020B0502040204020203" pitchFamily="34" charset="0"/>
              </a:rPr>
              <a:t>Decoder</a:t>
            </a:r>
            <a:r>
              <a:rPr lang="en-US" sz="2400" b="0" i="0" dirty="0">
                <a:solidFill>
                  <a:schemeClr val="bg1"/>
                </a:solidFill>
                <a:effectLst/>
                <a:latin typeface="Bahnschrift" panose="020B0502040204020203" pitchFamily="34" charset="0"/>
              </a:rPr>
              <a:t> performs the reverse operation of the </a:t>
            </a:r>
            <a:r>
              <a:rPr lang="en-US" sz="2400" b="1" i="0" dirty="0">
                <a:solidFill>
                  <a:schemeClr val="bg1"/>
                </a:solidFill>
                <a:effectLst/>
                <a:latin typeface="Bahnschrift" panose="020B0502040204020203" pitchFamily="34" charset="0"/>
              </a:rPr>
              <a:t>Encoder</a:t>
            </a:r>
            <a:r>
              <a:rPr lang="en-US" sz="2400" b="0" i="0" dirty="0">
                <a:solidFill>
                  <a:schemeClr val="bg1"/>
                </a:solidFill>
                <a:effectLst/>
                <a:latin typeface="Bahnschrift" panose="020B0502040204020203" pitchFamily="34" charset="0"/>
              </a:rPr>
              <a:t>. At a time, only one input line is activated for simplicity. The produced 2</a:t>
            </a:r>
            <a:r>
              <a:rPr lang="en-US" sz="2400" b="0" i="0" baseline="30000" dirty="0">
                <a:solidFill>
                  <a:schemeClr val="bg1"/>
                </a:solidFill>
                <a:effectLst/>
                <a:latin typeface="Bahnschrift" panose="020B0502040204020203" pitchFamily="34" charset="0"/>
              </a:rPr>
              <a:t>N</a:t>
            </a:r>
            <a:r>
              <a:rPr lang="en-US" sz="2400" b="0" i="0" dirty="0">
                <a:solidFill>
                  <a:schemeClr val="bg1"/>
                </a:solidFill>
                <a:effectLst/>
                <a:latin typeface="Bahnschrift" panose="020B0502040204020203" pitchFamily="34" charset="0"/>
              </a:rPr>
              <a:t>-bit output code is equivalent to the binary information.</a:t>
            </a:r>
            <a:endParaRPr lang="en-US" sz="2400" dirty="0">
              <a:solidFill>
                <a:schemeClr val="bg1"/>
              </a:solidFill>
              <a:latin typeface="Bahnschrift" panose="020B0502040204020203" pitchFamily="34" charset="0"/>
            </a:endParaRPr>
          </a:p>
        </p:txBody>
      </p:sp>
      <p:pic>
        <p:nvPicPr>
          <p:cNvPr id="4" name="Picture 3">
            <a:extLst>
              <a:ext uri="{FF2B5EF4-FFF2-40B4-BE49-F238E27FC236}">
                <a16:creationId xmlns:a16="http://schemas.microsoft.com/office/drawing/2014/main" id="{33AAF6DE-617B-36E3-54A0-E06A0674F90E}"/>
              </a:ext>
            </a:extLst>
          </p:cNvPr>
          <p:cNvPicPr>
            <a:picLocks noChangeAspect="1"/>
          </p:cNvPicPr>
          <p:nvPr/>
        </p:nvPicPr>
        <p:blipFill>
          <a:blip r:embed="rId2"/>
          <a:stretch>
            <a:fillRect/>
          </a:stretch>
        </p:blipFill>
        <p:spPr>
          <a:xfrm>
            <a:off x="3264209" y="4039435"/>
            <a:ext cx="5660405" cy="2195628"/>
          </a:xfrm>
          <a:prstGeom prst="rect">
            <a:avLst/>
          </a:prstGeom>
        </p:spPr>
      </p:pic>
    </p:spTree>
    <p:extLst>
      <p:ext uri="{BB962C8B-B14F-4D97-AF65-F5344CB8AC3E}">
        <p14:creationId xmlns:p14="http://schemas.microsoft.com/office/powerpoint/2010/main" val="1901894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90CF3-8E2F-EF9D-A4D0-C3D518F4F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2B62F-1825-48F8-ACD8-1D13E72FFBD1}"/>
              </a:ext>
            </a:extLst>
          </p:cNvPr>
          <p:cNvSpPr>
            <a:spLocks noGrp="1"/>
          </p:cNvSpPr>
          <p:nvPr>
            <p:ph type="title"/>
          </p:nvPr>
        </p:nvSpPr>
        <p:spPr>
          <a:xfrm>
            <a:off x="1143001" y="198127"/>
            <a:ext cx="9905998" cy="1478570"/>
          </a:xfrm>
        </p:spPr>
        <p:txBody>
          <a:bodyPr>
            <a:normAutofit/>
          </a:bodyPr>
          <a:lstStyle/>
          <a:p>
            <a:pPr algn="ctr"/>
            <a:r>
              <a:rPr lang="en-US" sz="4800" dirty="0">
                <a:solidFill>
                  <a:schemeClr val="bg1"/>
                </a:solidFill>
                <a:latin typeface="Bodoni MT Black" panose="02070A03080606020203" pitchFamily="18" charset="0"/>
              </a:rPr>
              <a:t>2X4 </a:t>
            </a:r>
            <a:r>
              <a:rPr lang="en-US" sz="4800" dirty="0" err="1">
                <a:solidFill>
                  <a:schemeClr val="bg1"/>
                </a:solidFill>
                <a:latin typeface="Bodoni MT Black" panose="02070A03080606020203" pitchFamily="18" charset="0"/>
              </a:rPr>
              <a:t>DEcoder</a:t>
            </a:r>
            <a:br>
              <a:rPr lang="en-US" sz="2800" b="0" i="0" dirty="0">
                <a:effectLst/>
                <a:latin typeface="Montserrat" panose="00000500000000000000" pitchFamily="2" charset="0"/>
              </a:rPr>
            </a:br>
            <a:endParaRPr lang="en-US" sz="4800" dirty="0">
              <a:solidFill>
                <a:schemeClr val="bg1"/>
              </a:solidFill>
              <a:latin typeface="Bodoni MT Black" panose="02070A03080606020203" pitchFamily="18" charset="0"/>
            </a:endParaRPr>
          </a:p>
        </p:txBody>
      </p:sp>
      <p:sp>
        <p:nvSpPr>
          <p:cNvPr id="3" name="TextBox 2">
            <a:extLst>
              <a:ext uri="{FF2B5EF4-FFF2-40B4-BE49-F238E27FC236}">
                <a16:creationId xmlns:a16="http://schemas.microsoft.com/office/drawing/2014/main" id="{23B4050D-84AE-4AAF-101B-5574016D603D}"/>
              </a:ext>
            </a:extLst>
          </p:cNvPr>
          <p:cNvSpPr txBox="1"/>
          <p:nvPr/>
        </p:nvSpPr>
        <p:spPr>
          <a:xfrm>
            <a:off x="1071794" y="1149958"/>
            <a:ext cx="10472737" cy="2246769"/>
          </a:xfrm>
          <a:prstGeom prst="rect">
            <a:avLst/>
          </a:prstGeom>
          <a:noFill/>
        </p:spPr>
        <p:txBody>
          <a:bodyPr wrap="square">
            <a:spAutoFit/>
          </a:bodyPr>
          <a:lstStyle/>
          <a:p>
            <a:r>
              <a:rPr lang="en-US" sz="2800" b="0" i="0" dirty="0">
                <a:solidFill>
                  <a:schemeClr val="bg1"/>
                </a:solidFill>
                <a:effectLst/>
                <a:latin typeface="Bahnschrift" panose="020B0502040204020203" pitchFamily="34" charset="0"/>
              </a:rPr>
              <a:t>In 2x4 </a:t>
            </a:r>
            <a:r>
              <a:rPr lang="en-US" sz="2800" dirty="0">
                <a:solidFill>
                  <a:schemeClr val="bg1"/>
                </a:solidFill>
                <a:latin typeface="Bahnschrift" panose="020B0502040204020203" pitchFamily="34" charset="0"/>
              </a:rPr>
              <a:t>de</a:t>
            </a:r>
            <a:r>
              <a:rPr lang="en-US" sz="2800" b="0" i="0" dirty="0">
                <a:solidFill>
                  <a:schemeClr val="bg1"/>
                </a:solidFill>
                <a:effectLst/>
                <a:latin typeface="Bahnschrift" panose="020B0502040204020203" pitchFamily="34" charset="0"/>
              </a:rPr>
              <a:t>coder, </a:t>
            </a:r>
            <a:r>
              <a:rPr lang="en-US" sz="2800" dirty="0">
                <a:solidFill>
                  <a:schemeClr val="bg1"/>
                </a:solidFill>
                <a:latin typeface="Bahnschrift" panose="020B0502040204020203" pitchFamily="34" charset="0"/>
              </a:rPr>
              <a:t>there is a total of three inputs, i.e., A0, and A1 and E and four outputs, i.e., Y0, Y1, Y2, and Y3. For each combination of inputs, when the enable 'E' is set to 1, one of these four outputs will be 1. The block diagram and the truth table of the 2 to 4 line decoder are given below</a:t>
            </a:r>
            <a:r>
              <a:rPr lang="en-US" sz="2800" b="0" i="0" dirty="0">
                <a:solidFill>
                  <a:srgbClr val="333333"/>
                </a:solidFill>
                <a:effectLst/>
                <a:latin typeface="Montserrat" panose="00000500000000000000" pitchFamily="2" charset="0"/>
              </a:rPr>
              <a:t>.</a:t>
            </a:r>
            <a:endParaRPr lang="en-US" sz="2800" dirty="0">
              <a:solidFill>
                <a:schemeClr val="bg1"/>
              </a:solidFill>
              <a:latin typeface="Bahnschrift" panose="020B0502040204020203" pitchFamily="34" charset="0"/>
            </a:endParaRPr>
          </a:p>
        </p:txBody>
      </p:sp>
      <p:pic>
        <p:nvPicPr>
          <p:cNvPr id="6" name="Picture 5">
            <a:extLst>
              <a:ext uri="{FF2B5EF4-FFF2-40B4-BE49-F238E27FC236}">
                <a16:creationId xmlns:a16="http://schemas.microsoft.com/office/drawing/2014/main" id="{750EA022-F880-EE84-34DB-74A60B684F08}"/>
              </a:ext>
            </a:extLst>
          </p:cNvPr>
          <p:cNvPicPr>
            <a:picLocks noChangeAspect="1"/>
          </p:cNvPicPr>
          <p:nvPr/>
        </p:nvPicPr>
        <p:blipFill>
          <a:blip r:embed="rId2"/>
          <a:stretch>
            <a:fillRect/>
          </a:stretch>
        </p:blipFill>
        <p:spPr>
          <a:xfrm>
            <a:off x="4209787" y="3662178"/>
            <a:ext cx="3772426" cy="2648320"/>
          </a:xfrm>
          <a:prstGeom prst="rect">
            <a:avLst/>
          </a:prstGeom>
        </p:spPr>
      </p:pic>
    </p:spTree>
    <p:extLst>
      <p:ext uri="{BB962C8B-B14F-4D97-AF65-F5344CB8AC3E}">
        <p14:creationId xmlns:p14="http://schemas.microsoft.com/office/powerpoint/2010/main" val="17632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5331B-6F5C-1422-C2BF-9782A6176D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94ED3-8F15-9CA4-EDDC-6F2140EAC265}"/>
              </a:ext>
            </a:extLst>
          </p:cNvPr>
          <p:cNvSpPr>
            <a:spLocks noGrp="1"/>
          </p:cNvSpPr>
          <p:nvPr>
            <p:ph type="title"/>
          </p:nvPr>
        </p:nvSpPr>
        <p:spPr>
          <a:xfrm>
            <a:off x="0" y="185738"/>
            <a:ext cx="12192000" cy="1478570"/>
          </a:xfrm>
        </p:spPr>
        <p:txBody>
          <a:bodyPr>
            <a:normAutofit/>
          </a:bodyPr>
          <a:lstStyle/>
          <a:p>
            <a:pPr algn="ctr"/>
            <a:r>
              <a:rPr lang="en-US" sz="4800" dirty="0">
                <a:solidFill>
                  <a:schemeClr val="bg1"/>
                </a:solidFill>
                <a:latin typeface="Bodoni MT Black" panose="02070A03080606020203" pitchFamily="18" charset="0"/>
              </a:rPr>
              <a:t>Truth Table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2x4 decoder</a:t>
            </a:r>
          </a:p>
        </p:txBody>
      </p:sp>
      <p:sp>
        <p:nvSpPr>
          <p:cNvPr id="12" name="Rectangle 6">
            <a:extLst>
              <a:ext uri="{FF2B5EF4-FFF2-40B4-BE49-F238E27FC236}">
                <a16:creationId xmlns:a16="http://schemas.microsoft.com/office/drawing/2014/main" id="{2A75EC56-C3A2-7B4F-CB9D-F89BE6C49D53}"/>
              </a:ext>
            </a:extLst>
          </p:cNvPr>
          <p:cNvSpPr>
            <a:spLocks noChangeArrowheads="1"/>
          </p:cNvSpPr>
          <p:nvPr/>
        </p:nvSpPr>
        <p:spPr bwMode="auto">
          <a:xfrm>
            <a:off x="0" y="0"/>
            <a:ext cx="4775200" cy="0"/>
          </a:xfrm>
          <a:prstGeom prst="rect">
            <a:avLst/>
          </a:prstGeom>
          <a:solidFill>
            <a:srgbClr val="A0AFC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333333"/>
                </a:solidFill>
                <a:effectLst/>
                <a:latin typeface="Montserrat" panose="00000500000000000000" pitchFamily="2"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2ED7EF19-1678-CAE2-C056-FE09A9225377}"/>
              </a:ext>
            </a:extLst>
          </p:cNvPr>
          <p:cNvSpPr txBox="1"/>
          <p:nvPr/>
        </p:nvSpPr>
        <p:spPr>
          <a:xfrm>
            <a:off x="8591549" y="2173839"/>
            <a:ext cx="3600451" cy="304698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400" b="0" i="0" dirty="0">
                <a:solidFill>
                  <a:schemeClr val="bg1"/>
                </a:solidFill>
                <a:effectLst/>
                <a:latin typeface="Bahnschrift" panose="020B0502040204020203" pitchFamily="34" charset="0"/>
              </a:rPr>
              <a:t>The logical expression of the term Y0, Y0, Y2, and Y3 is as follows:</a:t>
            </a:r>
          </a:p>
          <a:p>
            <a:pPr marL="0" marR="0" lvl="0" indent="0" algn="l" defTabSz="914400" rtl="0" eaLnBrk="0" fontAlgn="base" latinLnBrk="0" hangingPunct="0">
              <a:lnSpc>
                <a:spcPct val="100000"/>
              </a:lnSpc>
              <a:spcBef>
                <a:spcPct val="0"/>
              </a:spcBef>
              <a:spcAft>
                <a:spcPct val="0"/>
              </a:spcAft>
              <a:buClrTx/>
              <a:buSzTx/>
              <a:buFontTx/>
              <a:buNone/>
              <a:tabLst/>
            </a:pPr>
            <a:endParaRPr lang="en-US" sz="2400" b="0" i="0" dirty="0">
              <a:solidFill>
                <a:schemeClr val="bg1"/>
              </a:solidFill>
              <a:effectLst/>
              <a:latin typeface="Bahnschrift"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ES" sz="2400" b="0" i="0" dirty="0">
                <a:solidFill>
                  <a:schemeClr val="bg1"/>
                </a:solidFill>
                <a:effectLst/>
                <a:latin typeface="Bahnschrift" panose="020B0502040204020203" pitchFamily="34" charset="0"/>
              </a:rPr>
              <a:t>Y</a:t>
            </a:r>
            <a:r>
              <a:rPr lang="es-ES" sz="2400" b="0" i="0" baseline="-25000" dirty="0">
                <a:solidFill>
                  <a:schemeClr val="bg1"/>
                </a:solidFill>
                <a:effectLst/>
                <a:latin typeface="Bahnschrift" panose="020B0502040204020203" pitchFamily="34" charset="0"/>
              </a:rPr>
              <a:t>3</a:t>
            </a:r>
            <a:r>
              <a:rPr lang="es-ES" sz="2400" b="0" i="0" dirty="0">
                <a:solidFill>
                  <a:schemeClr val="bg1"/>
                </a:solidFill>
                <a:effectLst/>
                <a:latin typeface="Bahnschrift" panose="020B0502040204020203" pitchFamily="34" charset="0"/>
              </a:rPr>
              <a:t>=E.A</a:t>
            </a:r>
            <a:r>
              <a:rPr lang="es-ES" sz="2400" b="0" i="0" baseline="-25000" dirty="0">
                <a:solidFill>
                  <a:schemeClr val="bg1"/>
                </a:solidFill>
                <a:effectLst/>
                <a:latin typeface="Bahnschrift" panose="020B0502040204020203" pitchFamily="34" charset="0"/>
              </a:rPr>
              <a:t>1</a:t>
            </a:r>
            <a:r>
              <a:rPr lang="es-ES" sz="2400" b="0" i="0" dirty="0">
                <a:solidFill>
                  <a:schemeClr val="bg1"/>
                </a:solidFill>
                <a:effectLst/>
                <a:latin typeface="Bahnschrift" panose="020B0502040204020203" pitchFamily="34" charset="0"/>
              </a:rPr>
              <a:t>.A</a:t>
            </a:r>
            <a:r>
              <a:rPr lang="es-ES" sz="2400" b="0" i="0" baseline="-25000" dirty="0">
                <a:solidFill>
                  <a:schemeClr val="bg1"/>
                </a:solidFill>
                <a:effectLst/>
                <a:latin typeface="Bahnschrift" panose="020B0502040204020203" pitchFamily="34" charset="0"/>
              </a:rPr>
              <a:t>0</a:t>
            </a:r>
            <a:br>
              <a:rPr lang="es-ES" sz="2400" dirty="0">
                <a:solidFill>
                  <a:schemeClr val="bg1"/>
                </a:solidFill>
                <a:latin typeface="Bahnschrift" panose="020B0502040204020203" pitchFamily="34" charset="0"/>
              </a:rPr>
            </a:br>
            <a:r>
              <a:rPr lang="es-ES" sz="2400" b="0" i="0" dirty="0">
                <a:solidFill>
                  <a:schemeClr val="bg1"/>
                </a:solidFill>
                <a:effectLst/>
                <a:latin typeface="Bahnschrift" panose="020B0502040204020203" pitchFamily="34" charset="0"/>
              </a:rPr>
              <a:t>Y</a:t>
            </a:r>
            <a:r>
              <a:rPr lang="es-ES" sz="2400" b="0" i="0" baseline="-25000" dirty="0">
                <a:solidFill>
                  <a:schemeClr val="bg1"/>
                </a:solidFill>
                <a:effectLst/>
                <a:latin typeface="Bahnschrift" panose="020B0502040204020203" pitchFamily="34" charset="0"/>
              </a:rPr>
              <a:t>2</a:t>
            </a:r>
            <a:r>
              <a:rPr lang="es-ES" sz="2400" b="0" i="0" dirty="0">
                <a:solidFill>
                  <a:schemeClr val="bg1"/>
                </a:solidFill>
                <a:effectLst/>
                <a:latin typeface="Bahnschrift" panose="020B0502040204020203" pitchFamily="34" charset="0"/>
              </a:rPr>
              <a:t>=E.A</a:t>
            </a:r>
            <a:r>
              <a:rPr lang="es-ES" sz="2400" b="0" i="0" baseline="-25000" dirty="0">
                <a:solidFill>
                  <a:schemeClr val="bg1"/>
                </a:solidFill>
                <a:effectLst/>
                <a:latin typeface="Bahnschrift" panose="020B0502040204020203" pitchFamily="34" charset="0"/>
              </a:rPr>
              <a:t>1</a:t>
            </a:r>
            <a:r>
              <a:rPr lang="es-ES" sz="2400" b="0" i="0" dirty="0">
                <a:solidFill>
                  <a:schemeClr val="bg1"/>
                </a:solidFill>
                <a:effectLst/>
                <a:latin typeface="Bahnschrift" panose="020B0502040204020203" pitchFamily="34" charset="0"/>
              </a:rPr>
              <a:t>.A</a:t>
            </a:r>
            <a:r>
              <a:rPr lang="es-ES" sz="2400" b="0" i="0" baseline="-25000" dirty="0">
                <a:solidFill>
                  <a:schemeClr val="bg1"/>
                </a:solidFill>
                <a:effectLst/>
                <a:latin typeface="Bahnschrift" panose="020B0502040204020203" pitchFamily="34" charset="0"/>
              </a:rPr>
              <a:t>0</a:t>
            </a:r>
            <a:r>
              <a:rPr lang="es-ES" sz="2400" b="0" i="0" dirty="0">
                <a:solidFill>
                  <a:schemeClr val="bg1"/>
                </a:solidFill>
                <a:effectLst/>
                <a:latin typeface="Bahnschrift" panose="020B0502040204020203" pitchFamily="34" charset="0"/>
              </a:rPr>
              <a:t>'</a:t>
            </a:r>
            <a:br>
              <a:rPr lang="es-ES" sz="2400" dirty="0">
                <a:solidFill>
                  <a:schemeClr val="bg1"/>
                </a:solidFill>
                <a:latin typeface="Bahnschrift" panose="020B0502040204020203" pitchFamily="34" charset="0"/>
              </a:rPr>
            </a:br>
            <a:r>
              <a:rPr lang="es-ES" sz="2400" b="0" i="0" dirty="0">
                <a:solidFill>
                  <a:schemeClr val="bg1"/>
                </a:solidFill>
                <a:effectLst/>
                <a:latin typeface="Bahnschrift" panose="020B0502040204020203" pitchFamily="34" charset="0"/>
              </a:rPr>
              <a:t>Y</a:t>
            </a:r>
            <a:r>
              <a:rPr lang="es-ES" sz="2400" b="0" i="0" baseline="-25000" dirty="0">
                <a:solidFill>
                  <a:schemeClr val="bg1"/>
                </a:solidFill>
                <a:effectLst/>
                <a:latin typeface="Bahnschrift" panose="020B0502040204020203" pitchFamily="34" charset="0"/>
              </a:rPr>
              <a:t>1</a:t>
            </a:r>
            <a:r>
              <a:rPr lang="es-ES" sz="2400" b="0" i="0" dirty="0">
                <a:solidFill>
                  <a:schemeClr val="bg1"/>
                </a:solidFill>
                <a:effectLst/>
                <a:latin typeface="Bahnschrift" panose="020B0502040204020203" pitchFamily="34" charset="0"/>
              </a:rPr>
              <a:t>=E.A</a:t>
            </a:r>
            <a:r>
              <a:rPr lang="es-ES" sz="2400" b="0" i="0" baseline="-25000" dirty="0">
                <a:solidFill>
                  <a:schemeClr val="bg1"/>
                </a:solidFill>
                <a:effectLst/>
                <a:latin typeface="Bahnschrift" panose="020B0502040204020203" pitchFamily="34" charset="0"/>
              </a:rPr>
              <a:t>1</a:t>
            </a:r>
            <a:r>
              <a:rPr lang="es-ES" sz="2400" b="0" i="0" dirty="0">
                <a:solidFill>
                  <a:schemeClr val="bg1"/>
                </a:solidFill>
                <a:effectLst/>
                <a:latin typeface="Bahnschrift" panose="020B0502040204020203" pitchFamily="34" charset="0"/>
              </a:rPr>
              <a:t>'.A</a:t>
            </a:r>
            <a:r>
              <a:rPr lang="es-ES" sz="2400" b="0" i="0" baseline="-25000" dirty="0">
                <a:solidFill>
                  <a:schemeClr val="bg1"/>
                </a:solidFill>
                <a:effectLst/>
                <a:latin typeface="Bahnschrift" panose="020B0502040204020203" pitchFamily="34" charset="0"/>
              </a:rPr>
              <a:t>0</a:t>
            </a:r>
            <a:br>
              <a:rPr lang="es-ES" sz="2400" dirty="0">
                <a:solidFill>
                  <a:schemeClr val="bg1"/>
                </a:solidFill>
                <a:latin typeface="Bahnschrift" panose="020B0502040204020203" pitchFamily="34" charset="0"/>
              </a:rPr>
            </a:br>
            <a:r>
              <a:rPr lang="es-ES" sz="2400" b="0" i="0" dirty="0">
                <a:solidFill>
                  <a:schemeClr val="bg1"/>
                </a:solidFill>
                <a:effectLst/>
                <a:latin typeface="Bahnschrift" panose="020B0502040204020203" pitchFamily="34" charset="0"/>
              </a:rPr>
              <a:t>Y0=E.A</a:t>
            </a:r>
            <a:r>
              <a:rPr lang="es-ES" sz="2400" b="0" i="0" baseline="-25000" dirty="0">
                <a:solidFill>
                  <a:schemeClr val="bg1"/>
                </a:solidFill>
                <a:effectLst/>
                <a:latin typeface="Bahnschrift" panose="020B0502040204020203" pitchFamily="34" charset="0"/>
              </a:rPr>
              <a:t>1</a:t>
            </a:r>
            <a:r>
              <a:rPr lang="es-ES" sz="2400" b="0" i="0" dirty="0">
                <a:solidFill>
                  <a:schemeClr val="bg1"/>
                </a:solidFill>
                <a:effectLst/>
                <a:latin typeface="Bahnschrift" panose="020B0502040204020203" pitchFamily="34" charset="0"/>
              </a:rPr>
              <a:t>'.A</a:t>
            </a:r>
            <a:r>
              <a:rPr lang="es-ES" sz="2400" b="0" i="0" baseline="-25000" dirty="0">
                <a:solidFill>
                  <a:schemeClr val="bg1"/>
                </a:solidFill>
                <a:effectLst/>
                <a:latin typeface="Bahnschrift" panose="020B0502040204020203" pitchFamily="34" charset="0"/>
              </a:rPr>
              <a:t>0</a:t>
            </a:r>
            <a:r>
              <a:rPr lang="es-ES" sz="2400" b="0" i="0" dirty="0">
                <a:solidFill>
                  <a:schemeClr val="bg1"/>
                </a:solidFill>
                <a:effectLst/>
                <a:latin typeface="Bahnschrift" panose="020B0502040204020203" pitchFamily="34" charset="0"/>
              </a:rPr>
              <a:t>'</a:t>
            </a:r>
            <a:endParaRPr lang="en-US" altLang="en-US" sz="2400" dirty="0">
              <a:solidFill>
                <a:schemeClr val="bg1"/>
              </a:solidFill>
              <a:latin typeface="Bahnschrift" panose="020B0502040204020203" pitchFamily="34" charset="0"/>
            </a:endParaRPr>
          </a:p>
        </p:txBody>
      </p:sp>
      <p:pic>
        <p:nvPicPr>
          <p:cNvPr id="5" name="Picture 4">
            <a:extLst>
              <a:ext uri="{FF2B5EF4-FFF2-40B4-BE49-F238E27FC236}">
                <a16:creationId xmlns:a16="http://schemas.microsoft.com/office/drawing/2014/main" id="{4B8DC6D3-8E95-9944-0941-1D18EB774B91}"/>
              </a:ext>
            </a:extLst>
          </p:cNvPr>
          <p:cNvPicPr>
            <a:picLocks noChangeAspect="1"/>
          </p:cNvPicPr>
          <p:nvPr/>
        </p:nvPicPr>
        <p:blipFill>
          <a:blip r:embed="rId2"/>
          <a:stretch>
            <a:fillRect/>
          </a:stretch>
        </p:blipFill>
        <p:spPr>
          <a:xfrm>
            <a:off x="1666705" y="2120149"/>
            <a:ext cx="6801189" cy="3154368"/>
          </a:xfrm>
          <a:prstGeom prst="rect">
            <a:avLst/>
          </a:prstGeom>
        </p:spPr>
      </p:pic>
    </p:spTree>
    <p:extLst>
      <p:ext uri="{BB962C8B-B14F-4D97-AF65-F5344CB8AC3E}">
        <p14:creationId xmlns:p14="http://schemas.microsoft.com/office/powerpoint/2010/main" val="3205358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904CF-CB0D-F3FF-AF34-531DD1CAB39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9564D1-72B9-E4AF-7DC2-B6B04871847A}"/>
              </a:ext>
            </a:extLst>
          </p:cNvPr>
          <p:cNvSpPr txBox="1"/>
          <p:nvPr/>
        </p:nvSpPr>
        <p:spPr>
          <a:xfrm>
            <a:off x="985838" y="1478570"/>
            <a:ext cx="10472737" cy="646331"/>
          </a:xfrm>
          <a:prstGeom prst="rect">
            <a:avLst/>
          </a:prstGeom>
          <a:noFill/>
        </p:spPr>
        <p:txBody>
          <a:bodyPr wrap="square">
            <a:spAutoFit/>
          </a:bodyPr>
          <a:lstStyle/>
          <a:p>
            <a:br>
              <a:rPr lang="en-US" b="0" i="0" dirty="0">
                <a:solidFill>
                  <a:srgbClr val="333333"/>
                </a:solidFill>
                <a:effectLst/>
                <a:latin typeface="Bahnschrift" panose="020B0502040204020203" pitchFamily="34" charset="0"/>
              </a:rPr>
            </a:br>
            <a:endParaRPr lang="en-US" dirty="0">
              <a:latin typeface="Bahnschrift" panose="020B0502040204020203" pitchFamily="34" charset="0"/>
            </a:endParaRPr>
          </a:p>
        </p:txBody>
      </p:sp>
      <p:sp>
        <p:nvSpPr>
          <p:cNvPr id="8" name="Title 1">
            <a:extLst>
              <a:ext uri="{FF2B5EF4-FFF2-40B4-BE49-F238E27FC236}">
                <a16:creationId xmlns:a16="http://schemas.microsoft.com/office/drawing/2014/main" id="{7237722D-03F0-B8F9-4938-C2F97B6C582E}"/>
              </a:ext>
            </a:extLst>
          </p:cNvPr>
          <p:cNvSpPr txBox="1">
            <a:spLocks/>
          </p:cNvSpPr>
          <p:nvPr/>
        </p:nvSpPr>
        <p:spPr>
          <a:xfrm>
            <a:off x="0" y="185738"/>
            <a:ext cx="12192000"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800" dirty="0">
                <a:solidFill>
                  <a:schemeClr val="bg1"/>
                </a:solidFill>
                <a:latin typeface="Bodoni MT Black" panose="02070A03080606020203" pitchFamily="18" charset="0"/>
              </a:rPr>
              <a:t>LOGIC DIAGRAM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2x4 </a:t>
            </a:r>
            <a:r>
              <a:rPr lang="en-US" sz="4800" dirty="0" err="1">
                <a:solidFill>
                  <a:schemeClr val="bg1"/>
                </a:solidFill>
                <a:latin typeface="Bodoni MT Black" panose="02070A03080606020203" pitchFamily="18" charset="0"/>
              </a:rPr>
              <a:t>DEcoder</a:t>
            </a:r>
            <a:endParaRPr lang="en-US" sz="4800" dirty="0">
              <a:solidFill>
                <a:schemeClr val="bg1"/>
              </a:solidFill>
              <a:latin typeface="Bodoni MT Black" panose="02070A03080606020203" pitchFamily="18" charset="0"/>
            </a:endParaRPr>
          </a:p>
        </p:txBody>
      </p:sp>
      <p:pic>
        <p:nvPicPr>
          <p:cNvPr id="5" name="Picture 4">
            <a:extLst>
              <a:ext uri="{FF2B5EF4-FFF2-40B4-BE49-F238E27FC236}">
                <a16:creationId xmlns:a16="http://schemas.microsoft.com/office/drawing/2014/main" id="{B7B02F3F-C004-1EED-784B-EB47DDF0FEED}"/>
              </a:ext>
            </a:extLst>
          </p:cNvPr>
          <p:cNvPicPr>
            <a:picLocks noChangeAspect="1"/>
          </p:cNvPicPr>
          <p:nvPr/>
        </p:nvPicPr>
        <p:blipFill>
          <a:blip r:embed="rId2"/>
          <a:stretch>
            <a:fillRect/>
          </a:stretch>
        </p:blipFill>
        <p:spPr>
          <a:xfrm>
            <a:off x="3453308" y="1801735"/>
            <a:ext cx="5285384" cy="4391283"/>
          </a:xfrm>
          <a:prstGeom prst="rect">
            <a:avLst/>
          </a:prstGeom>
        </p:spPr>
      </p:pic>
    </p:spTree>
    <p:extLst>
      <p:ext uri="{BB962C8B-B14F-4D97-AF65-F5344CB8AC3E}">
        <p14:creationId xmlns:p14="http://schemas.microsoft.com/office/powerpoint/2010/main" val="3115615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AC0A0-9729-3ED5-59B2-F4C7FAC05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4DD1F-9F26-BC2D-75D7-D72C50256ACA}"/>
              </a:ext>
            </a:extLst>
          </p:cNvPr>
          <p:cNvSpPr>
            <a:spLocks noGrp="1"/>
          </p:cNvSpPr>
          <p:nvPr>
            <p:ph type="title"/>
          </p:nvPr>
        </p:nvSpPr>
        <p:spPr>
          <a:xfrm>
            <a:off x="1141413" y="0"/>
            <a:ext cx="9905998" cy="1478570"/>
          </a:xfrm>
        </p:spPr>
        <p:txBody>
          <a:bodyPr>
            <a:normAutofit/>
          </a:bodyPr>
          <a:lstStyle/>
          <a:p>
            <a:pPr algn="ctr"/>
            <a:r>
              <a:rPr lang="en-US" sz="4800" dirty="0">
                <a:solidFill>
                  <a:schemeClr val="bg1"/>
                </a:solidFill>
                <a:latin typeface="Bodoni MT Black" panose="02070A03080606020203" pitchFamily="18" charset="0"/>
              </a:rPr>
              <a:t>3X8 DECODER</a:t>
            </a:r>
          </a:p>
        </p:txBody>
      </p:sp>
      <p:sp>
        <p:nvSpPr>
          <p:cNvPr id="3" name="TextBox 2">
            <a:extLst>
              <a:ext uri="{FF2B5EF4-FFF2-40B4-BE49-F238E27FC236}">
                <a16:creationId xmlns:a16="http://schemas.microsoft.com/office/drawing/2014/main" id="{A614B207-1CFD-5BFA-888A-C6022094B5B1}"/>
              </a:ext>
            </a:extLst>
          </p:cNvPr>
          <p:cNvSpPr txBox="1"/>
          <p:nvPr/>
        </p:nvSpPr>
        <p:spPr>
          <a:xfrm>
            <a:off x="985838" y="1278545"/>
            <a:ext cx="10472737" cy="2677656"/>
          </a:xfrm>
          <a:prstGeom prst="rect">
            <a:avLst/>
          </a:prstGeom>
          <a:noFill/>
        </p:spPr>
        <p:txBody>
          <a:bodyPr wrap="square">
            <a:spAutoFit/>
          </a:bodyPr>
          <a:lstStyle/>
          <a:p>
            <a:r>
              <a:rPr lang="en-US" sz="2400" b="0" i="0" dirty="0">
                <a:solidFill>
                  <a:schemeClr val="bg1"/>
                </a:solidFill>
                <a:effectLst/>
                <a:latin typeface="Bahnschrift" panose="020B0502040204020203" pitchFamily="34" charset="0"/>
              </a:rPr>
              <a:t>The 3x8 decoder is also known as </a:t>
            </a:r>
            <a:r>
              <a:rPr lang="en-US" sz="2400" b="1" i="0" dirty="0">
                <a:solidFill>
                  <a:schemeClr val="bg1"/>
                </a:solidFill>
                <a:effectLst/>
                <a:latin typeface="Bahnschrift" panose="020B0502040204020203" pitchFamily="34" charset="0"/>
              </a:rPr>
              <a:t>Binary to Octal Decoder</a:t>
            </a:r>
            <a:r>
              <a:rPr lang="en-US" sz="2400" b="0" i="0" dirty="0">
                <a:solidFill>
                  <a:schemeClr val="bg1"/>
                </a:solidFill>
                <a:effectLst/>
                <a:latin typeface="Bahnschrift" panose="020B0502040204020203" pitchFamily="34" charset="0"/>
              </a:rPr>
              <a:t>. In a 3x8 decoder, there is a total of eight outputs, i.e., Y</a:t>
            </a:r>
            <a:r>
              <a:rPr lang="en-US" sz="2400" b="0" i="0" baseline="-25000" dirty="0">
                <a:solidFill>
                  <a:schemeClr val="bg1"/>
                </a:solidFill>
                <a:effectLst/>
                <a:latin typeface="Bahnschrift" panose="020B0502040204020203" pitchFamily="34" charset="0"/>
              </a:rPr>
              <a:t>0</a:t>
            </a:r>
            <a:r>
              <a:rPr lang="en-US" sz="2400" b="0" i="0" dirty="0">
                <a:solidFill>
                  <a:schemeClr val="bg1"/>
                </a:solidFill>
                <a:effectLst/>
                <a:latin typeface="Bahnschrift" panose="020B0502040204020203" pitchFamily="34" charset="0"/>
              </a:rPr>
              <a:t>, Y</a:t>
            </a:r>
            <a:r>
              <a:rPr lang="en-US" sz="2400" b="0" i="0" baseline="-25000" dirty="0">
                <a:solidFill>
                  <a:schemeClr val="bg1"/>
                </a:solidFill>
                <a:effectLst/>
                <a:latin typeface="Bahnschrift" panose="020B0502040204020203" pitchFamily="34" charset="0"/>
              </a:rPr>
              <a:t>1</a:t>
            </a:r>
            <a:r>
              <a:rPr lang="en-US" sz="2400" b="0" i="0" dirty="0">
                <a:solidFill>
                  <a:schemeClr val="bg1"/>
                </a:solidFill>
                <a:effectLst/>
                <a:latin typeface="Bahnschrift" panose="020B0502040204020203" pitchFamily="34" charset="0"/>
              </a:rPr>
              <a:t>, Y</a:t>
            </a:r>
            <a:r>
              <a:rPr lang="en-US" sz="2400" b="0" i="0" baseline="-25000" dirty="0">
                <a:solidFill>
                  <a:schemeClr val="bg1"/>
                </a:solidFill>
                <a:effectLst/>
                <a:latin typeface="Bahnschrift" panose="020B0502040204020203" pitchFamily="34" charset="0"/>
              </a:rPr>
              <a:t>2</a:t>
            </a:r>
            <a:r>
              <a:rPr lang="en-US" sz="2400" b="0" i="0" dirty="0">
                <a:solidFill>
                  <a:schemeClr val="bg1"/>
                </a:solidFill>
                <a:effectLst/>
                <a:latin typeface="Bahnschrift" panose="020B0502040204020203" pitchFamily="34" charset="0"/>
              </a:rPr>
              <a:t>, Y</a:t>
            </a:r>
            <a:r>
              <a:rPr lang="en-US" sz="2400" b="0" i="0" baseline="-25000" dirty="0">
                <a:solidFill>
                  <a:schemeClr val="bg1"/>
                </a:solidFill>
                <a:effectLst/>
                <a:latin typeface="Bahnschrift" panose="020B0502040204020203" pitchFamily="34" charset="0"/>
              </a:rPr>
              <a:t>3</a:t>
            </a:r>
            <a:r>
              <a:rPr lang="en-US" sz="2400" b="0" i="0" dirty="0">
                <a:solidFill>
                  <a:schemeClr val="bg1"/>
                </a:solidFill>
                <a:effectLst/>
                <a:latin typeface="Bahnschrift" panose="020B0502040204020203" pitchFamily="34" charset="0"/>
              </a:rPr>
              <a:t>, Y</a:t>
            </a:r>
            <a:r>
              <a:rPr lang="en-US" sz="2400" b="0" i="0" baseline="-25000" dirty="0">
                <a:solidFill>
                  <a:schemeClr val="bg1"/>
                </a:solidFill>
                <a:effectLst/>
                <a:latin typeface="Bahnschrift" panose="020B0502040204020203" pitchFamily="34" charset="0"/>
              </a:rPr>
              <a:t>4</a:t>
            </a:r>
            <a:r>
              <a:rPr lang="en-US" sz="2400" b="0" i="0" dirty="0">
                <a:solidFill>
                  <a:schemeClr val="bg1"/>
                </a:solidFill>
                <a:effectLst/>
                <a:latin typeface="Bahnschrift" panose="020B0502040204020203" pitchFamily="34" charset="0"/>
              </a:rPr>
              <a:t>, Y</a:t>
            </a:r>
            <a:r>
              <a:rPr lang="en-US" sz="2400" b="0" i="0" baseline="-25000" dirty="0">
                <a:solidFill>
                  <a:schemeClr val="bg1"/>
                </a:solidFill>
                <a:effectLst/>
                <a:latin typeface="Bahnschrift" panose="020B0502040204020203" pitchFamily="34" charset="0"/>
              </a:rPr>
              <a:t>5</a:t>
            </a:r>
            <a:r>
              <a:rPr lang="en-US" sz="2400" b="0" i="0" dirty="0">
                <a:solidFill>
                  <a:schemeClr val="bg1"/>
                </a:solidFill>
                <a:effectLst/>
                <a:latin typeface="Bahnschrift" panose="020B0502040204020203" pitchFamily="34" charset="0"/>
              </a:rPr>
              <a:t>, Y</a:t>
            </a:r>
            <a:r>
              <a:rPr lang="en-US" sz="2400" b="0" i="0" baseline="-25000" dirty="0">
                <a:solidFill>
                  <a:schemeClr val="bg1"/>
                </a:solidFill>
                <a:effectLst/>
                <a:latin typeface="Bahnschrift" panose="020B0502040204020203" pitchFamily="34" charset="0"/>
              </a:rPr>
              <a:t>6</a:t>
            </a:r>
            <a:r>
              <a:rPr lang="en-US" sz="2400" b="0" i="0" dirty="0">
                <a:solidFill>
                  <a:schemeClr val="bg1"/>
                </a:solidFill>
                <a:effectLst/>
                <a:latin typeface="Bahnschrift" panose="020B0502040204020203" pitchFamily="34" charset="0"/>
              </a:rPr>
              <a:t>, and Y</a:t>
            </a:r>
            <a:r>
              <a:rPr lang="en-US" sz="2400" b="0" i="0" baseline="-25000" dirty="0">
                <a:solidFill>
                  <a:schemeClr val="bg1"/>
                </a:solidFill>
                <a:effectLst/>
                <a:latin typeface="Bahnschrift" panose="020B0502040204020203" pitchFamily="34" charset="0"/>
              </a:rPr>
              <a:t>7</a:t>
            </a:r>
            <a:r>
              <a:rPr lang="en-US" sz="2400" b="0" i="0" dirty="0">
                <a:solidFill>
                  <a:schemeClr val="bg1"/>
                </a:solidFill>
                <a:effectLst/>
                <a:latin typeface="Bahnschrift" panose="020B0502040204020203" pitchFamily="34" charset="0"/>
              </a:rPr>
              <a:t> and three outputs, i.e., A</a:t>
            </a:r>
            <a:r>
              <a:rPr lang="en-US" sz="2400" b="0" i="0" baseline="-25000" dirty="0">
                <a:solidFill>
                  <a:schemeClr val="bg1"/>
                </a:solidFill>
                <a:effectLst/>
                <a:latin typeface="Bahnschrift" panose="020B0502040204020203" pitchFamily="34" charset="0"/>
              </a:rPr>
              <a:t>0</a:t>
            </a:r>
            <a:r>
              <a:rPr lang="en-US" sz="2400" b="0" i="0" dirty="0">
                <a:solidFill>
                  <a:schemeClr val="bg1"/>
                </a:solidFill>
                <a:effectLst/>
                <a:latin typeface="Bahnschrift" panose="020B0502040204020203" pitchFamily="34" charset="0"/>
              </a:rPr>
              <a:t>, A1, and A</a:t>
            </a:r>
            <a:r>
              <a:rPr lang="en-US" sz="2400" b="0" i="0" baseline="-25000" dirty="0">
                <a:solidFill>
                  <a:schemeClr val="bg1"/>
                </a:solidFill>
                <a:effectLst/>
                <a:latin typeface="Bahnschrift" panose="020B0502040204020203" pitchFamily="34" charset="0"/>
              </a:rPr>
              <a:t>2</a:t>
            </a:r>
            <a:r>
              <a:rPr lang="en-US" sz="2400" b="0" i="0" dirty="0">
                <a:solidFill>
                  <a:schemeClr val="bg1"/>
                </a:solidFill>
                <a:effectLst/>
                <a:latin typeface="Bahnschrift" panose="020B0502040204020203" pitchFamily="34" charset="0"/>
              </a:rPr>
              <a:t>. This circuit has an enable input 'E'. Just like 2x4 line decoder, when enable 'E' is set to 1, one of these four outputs will be 1. The block diagram and the truth table of the 3x8 encoder are given below.</a:t>
            </a:r>
            <a:br>
              <a:rPr lang="en-US" sz="2400" b="0" i="0" dirty="0">
                <a:solidFill>
                  <a:schemeClr val="bg1"/>
                </a:solidFill>
                <a:effectLst/>
                <a:latin typeface="Bahnschrift" panose="020B0502040204020203" pitchFamily="34" charset="0"/>
              </a:rPr>
            </a:br>
            <a:endParaRPr lang="en-US" sz="2400" dirty="0">
              <a:solidFill>
                <a:schemeClr val="bg1"/>
              </a:solidFill>
              <a:latin typeface="Bahnschrift" panose="020B0502040204020203" pitchFamily="34" charset="0"/>
            </a:endParaRPr>
          </a:p>
        </p:txBody>
      </p:sp>
      <p:pic>
        <p:nvPicPr>
          <p:cNvPr id="5" name="Picture 4">
            <a:extLst>
              <a:ext uri="{FF2B5EF4-FFF2-40B4-BE49-F238E27FC236}">
                <a16:creationId xmlns:a16="http://schemas.microsoft.com/office/drawing/2014/main" id="{D23D39BB-A0D0-C8E9-F72B-8AC3D08B4DA8}"/>
              </a:ext>
            </a:extLst>
          </p:cNvPr>
          <p:cNvPicPr>
            <a:picLocks noChangeAspect="1"/>
          </p:cNvPicPr>
          <p:nvPr/>
        </p:nvPicPr>
        <p:blipFill>
          <a:blip r:embed="rId2"/>
          <a:stretch>
            <a:fillRect/>
          </a:stretch>
        </p:blipFill>
        <p:spPr>
          <a:xfrm>
            <a:off x="3950988" y="3581190"/>
            <a:ext cx="4286848" cy="3010320"/>
          </a:xfrm>
          <a:prstGeom prst="rect">
            <a:avLst/>
          </a:prstGeom>
        </p:spPr>
      </p:pic>
    </p:spTree>
    <p:extLst>
      <p:ext uri="{BB962C8B-B14F-4D97-AF65-F5344CB8AC3E}">
        <p14:creationId xmlns:p14="http://schemas.microsoft.com/office/powerpoint/2010/main" val="1894973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DD599-C31F-881D-39D6-8C6E4394F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4FD1F-C343-0A03-3F4A-5B41D57648AD}"/>
              </a:ext>
            </a:extLst>
          </p:cNvPr>
          <p:cNvSpPr>
            <a:spLocks noGrp="1"/>
          </p:cNvSpPr>
          <p:nvPr>
            <p:ph type="title"/>
          </p:nvPr>
        </p:nvSpPr>
        <p:spPr>
          <a:xfrm>
            <a:off x="0" y="185738"/>
            <a:ext cx="12192000" cy="1478570"/>
          </a:xfrm>
        </p:spPr>
        <p:txBody>
          <a:bodyPr>
            <a:normAutofit/>
          </a:bodyPr>
          <a:lstStyle/>
          <a:p>
            <a:pPr algn="ctr"/>
            <a:r>
              <a:rPr lang="en-US" sz="4800" dirty="0">
                <a:solidFill>
                  <a:schemeClr val="bg1"/>
                </a:solidFill>
                <a:latin typeface="Bodoni MT Black" panose="02070A03080606020203" pitchFamily="18" charset="0"/>
              </a:rPr>
              <a:t>Truth Table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3x8 DECODER</a:t>
            </a:r>
          </a:p>
        </p:txBody>
      </p:sp>
      <p:sp>
        <p:nvSpPr>
          <p:cNvPr id="7" name="TextBox 6">
            <a:extLst>
              <a:ext uri="{FF2B5EF4-FFF2-40B4-BE49-F238E27FC236}">
                <a16:creationId xmlns:a16="http://schemas.microsoft.com/office/drawing/2014/main" id="{A223B513-76B5-B74D-AA3C-381DEDBA016D}"/>
              </a:ext>
            </a:extLst>
          </p:cNvPr>
          <p:cNvSpPr txBox="1"/>
          <p:nvPr/>
        </p:nvSpPr>
        <p:spPr>
          <a:xfrm>
            <a:off x="8879502" y="1664308"/>
            <a:ext cx="3414711" cy="4893647"/>
          </a:xfrm>
          <a:prstGeom prst="rect">
            <a:avLst/>
          </a:prstGeom>
          <a:noFill/>
        </p:spPr>
        <p:txBody>
          <a:bodyPr wrap="square">
            <a:spAutoFit/>
          </a:bodyPr>
          <a:lstStyle/>
          <a:p>
            <a:r>
              <a:rPr lang="en-US" sz="2400" b="0" i="0" dirty="0">
                <a:solidFill>
                  <a:schemeClr val="bg1"/>
                </a:solidFill>
                <a:effectLst/>
                <a:latin typeface="Bahnschrift" panose="020B0502040204020203" pitchFamily="34" charset="0"/>
              </a:rPr>
              <a:t>The logical expression of </a:t>
            </a:r>
            <a:r>
              <a:rPr lang="en-US" sz="2400" dirty="0">
                <a:solidFill>
                  <a:schemeClr val="bg1"/>
                </a:solidFill>
                <a:latin typeface="Bahnschrift" panose="020B0502040204020203" pitchFamily="34" charset="0"/>
              </a:rPr>
              <a:t>the term </a:t>
            </a:r>
            <a:r>
              <a:rPr lang="es-ES" sz="2400" dirty="0">
                <a:solidFill>
                  <a:schemeClr val="bg1"/>
                </a:solidFill>
                <a:latin typeface="Bahnschrift" panose="020B0502040204020203" pitchFamily="34" charset="0"/>
              </a:rPr>
              <a:t>Y0, Y1, Y2, Y3, Y4, Y5, Y6, and Y7</a:t>
            </a:r>
            <a:r>
              <a:rPr lang="en-US" sz="2400" dirty="0">
                <a:solidFill>
                  <a:schemeClr val="bg1"/>
                </a:solidFill>
                <a:latin typeface="Bahnschrift" panose="020B0502040204020203" pitchFamily="34" charset="0"/>
              </a:rPr>
              <a:t> are as </a:t>
            </a:r>
            <a:r>
              <a:rPr lang="en-US" sz="2400" b="0" i="0" dirty="0">
                <a:solidFill>
                  <a:schemeClr val="bg1"/>
                </a:solidFill>
                <a:effectLst/>
                <a:latin typeface="Bahnschrift" panose="020B0502040204020203" pitchFamily="34" charset="0"/>
              </a:rPr>
              <a:t>follows:</a:t>
            </a:r>
          </a:p>
          <a:p>
            <a:endParaRPr lang="en-US" sz="2400" dirty="0">
              <a:solidFill>
                <a:schemeClr val="bg1"/>
              </a:solidFill>
              <a:latin typeface="Bahnschrift" panose="020B0502040204020203" pitchFamily="34" charset="0"/>
            </a:endParaRPr>
          </a:p>
          <a:p>
            <a:r>
              <a:rPr lang="es-ES" sz="2400" dirty="0">
                <a:solidFill>
                  <a:schemeClr val="bg1"/>
                </a:solidFill>
                <a:latin typeface="Bahnschrift" panose="020B0502040204020203" pitchFamily="34" charset="0"/>
              </a:rPr>
              <a:t>Y0=A0'.A1'.A2'</a:t>
            </a:r>
            <a:br>
              <a:rPr lang="es-ES" sz="2400" dirty="0">
                <a:solidFill>
                  <a:schemeClr val="bg1"/>
                </a:solidFill>
                <a:latin typeface="Bahnschrift" panose="020B0502040204020203" pitchFamily="34" charset="0"/>
              </a:rPr>
            </a:br>
            <a:r>
              <a:rPr lang="es-ES" sz="2400" dirty="0">
                <a:solidFill>
                  <a:schemeClr val="bg1"/>
                </a:solidFill>
                <a:latin typeface="Bahnschrift" panose="020B0502040204020203" pitchFamily="34" charset="0"/>
              </a:rPr>
              <a:t>Y1=A0.A1'.A2'</a:t>
            </a:r>
            <a:br>
              <a:rPr lang="es-ES" sz="2400" dirty="0">
                <a:solidFill>
                  <a:schemeClr val="bg1"/>
                </a:solidFill>
                <a:latin typeface="Bahnschrift" panose="020B0502040204020203" pitchFamily="34" charset="0"/>
              </a:rPr>
            </a:br>
            <a:r>
              <a:rPr lang="es-ES" sz="2400" dirty="0">
                <a:solidFill>
                  <a:schemeClr val="bg1"/>
                </a:solidFill>
                <a:latin typeface="Bahnschrift" panose="020B0502040204020203" pitchFamily="34" charset="0"/>
              </a:rPr>
              <a:t>Y2=A0'.A1.A2'</a:t>
            </a:r>
            <a:br>
              <a:rPr lang="es-ES" sz="2400" dirty="0">
                <a:solidFill>
                  <a:schemeClr val="bg1"/>
                </a:solidFill>
                <a:latin typeface="Bahnschrift" panose="020B0502040204020203" pitchFamily="34" charset="0"/>
              </a:rPr>
            </a:br>
            <a:r>
              <a:rPr lang="es-ES" sz="2400" dirty="0">
                <a:solidFill>
                  <a:schemeClr val="bg1"/>
                </a:solidFill>
                <a:latin typeface="Bahnschrift" panose="020B0502040204020203" pitchFamily="34" charset="0"/>
              </a:rPr>
              <a:t>Y3=A0.A1.A2'</a:t>
            </a:r>
            <a:br>
              <a:rPr lang="es-ES" sz="2400" dirty="0">
                <a:solidFill>
                  <a:schemeClr val="bg1"/>
                </a:solidFill>
                <a:latin typeface="Bahnschrift" panose="020B0502040204020203" pitchFamily="34" charset="0"/>
              </a:rPr>
            </a:br>
            <a:r>
              <a:rPr lang="es-ES" sz="2400" dirty="0">
                <a:solidFill>
                  <a:schemeClr val="bg1"/>
                </a:solidFill>
                <a:latin typeface="Bahnschrift" panose="020B0502040204020203" pitchFamily="34" charset="0"/>
              </a:rPr>
              <a:t>Y4=A0'.A1'.A2</a:t>
            </a:r>
            <a:br>
              <a:rPr lang="es-ES" sz="2400" dirty="0">
                <a:solidFill>
                  <a:schemeClr val="bg1"/>
                </a:solidFill>
                <a:latin typeface="Bahnschrift" panose="020B0502040204020203" pitchFamily="34" charset="0"/>
              </a:rPr>
            </a:br>
            <a:r>
              <a:rPr lang="es-ES" sz="2400" dirty="0">
                <a:solidFill>
                  <a:schemeClr val="bg1"/>
                </a:solidFill>
                <a:latin typeface="Bahnschrift" panose="020B0502040204020203" pitchFamily="34" charset="0"/>
              </a:rPr>
              <a:t>Y5=A0.A1'.A2</a:t>
            </a:r>
            <a:br>
              <a:rPr lang="es-ES" sz="2400" dirty="0">
                <a:solidFill>
                  <a:schemeClr val="bg1"/>
                </a:solidFill>
                <a:latin typeface="Bahnschrift" panose="020B0502040204020203" pitchFamily="34" charset="0"/>
              </a:rPr>
            </a:br>
            <a:r>
              <a:rPr lang="es-ES" sz="2400" dirty="0">
                <a:solidFill>
                  <a:schemeClr val="bg1"/>
                </a:solidFill>
                <a:latin typeface="Bahnschrift" panose="020B0502040204020203" pitchFamily="34" charset="0"/>
              </a:rPr>
              <a:t>Y6=A0'.A1.A2</a:t>
            </a:r>
            <a:br>
              <a:rPr lang="es-ES" sz="2400" dirty="0">
                <a:solidFill>
                  <a:schemeClr val="bg1"/>
                </a:solidFill>
                <a:latin typeface="Bahnschrift" panose="020B0502040204020203" pitchFamily="34" charset="0"/>
              </a:rPr>
            </a:br>
            <a:r>
              <a:rPr lang="es-ES" sz="2400" dirty="0">
                <a:solidFill>
                  <a:schemeClr val="bg1"/>
                </a:solidFill>
                <a:latin typeface="Bahnschrift" panose="020B0502040204020203" pitchFamily="34" charset="0"/>
              </a:rPr>
              <a:t>Y7=A0.A1.A2</a:t>
            </a:r>
            <a:endParaRPr lang="en-US" sz="2400" dirty="0">
              <a:solidFill>
                <a:schemeClr val="bg1"/>
              </a:solidFill>
              <a:latin typeface="Bahnschrift" panose="020B0502040204020203" pitchFamily="34" charset="0"/>
            </a:endParaRPr>
          </a:p>
        </p:txBody>
      </p:sp>
      <p:pic>
        <p:nvPicPr>
          <p:cNvPr id="4" name="Picture 3">
            <a:extLst>
              <a:ext uri="{FF2B5EF4-FFF2-40B4-BE49-F238E27FC236}">
                <a16:creationId xmlns:a16="http://schemas.microsoft.com/office/drawing/2014/main" id="{D80FDDF4-9868-7BEF-CE0B-A11E8B426D62}"/>
              </a:ext>
            </a:extLst>
          </p:cNvPr>
          <p:cNvPicPr>
            <a:picLocks noChangeAspect="1"/>
          </p:cNvPicPr>
          <p:nvPr/>
        </p:nvPicPr>
        <p:blipFill>
          <a:blip r:embed="rId2"/>
          <a:stretch>
            <a:fillRect/>
          </a:stretch>
        </p:blipFill>
        <p:spPr>
          <a:xfrm>
            <a:off x="1414464" y="1664308"/>
            <a:ext cx="7158398" cy="4802969"/>
          </a:xfrm>
          <a:prstGeom prst="rect">
            <a:avLst/>
          </a:prstGeom>
        </p:spPr>
      </p:pic>
    </p:spTree>
    <p:extLst>
      <p:ext uri="{BB962C8B-B14F-4D97-AF65-F5344CB8AC3E}">
        <p14:creationId xmlns:p14="http://schemas.microsoft.com/office/powerpoint/2010/main" val="2300266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030B1-B471-7C54-F9BD-27B1C733E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778FB23-76F8-7333-CFD8-6E1581C7AE4E}"/>
              </a:ext>
            </a:extLst>
          </p:cNvPr>
          <p:cNvSpPr txBox="1"/>
          <p:nvPr/>
        </p:nvSpPr>
        <p:spPr>
          <a:xfrm>
            <a:off x="985838" y="1478570"/>
            <a:ext cx="10472737" cy="646331"/>
          </a:xfrm>
          <a:prstGeom prst="rect">
            <a:avLst/>
          </a:prstGeom>
          <a:noFill/>
        </p:spPr>
        <p:txBody>
          <a:bodyPr wrap="square">
            <a:spAutoFit/>
          </a:bodyPr>
          <a:lstStyle/>
          <a:p>
            <a:br>
              <a:rPr lang="en-US" b="0" i="0" dirty="0">
                <a:solidFill>
                  <a:srgbClr val="333333"/>
                </a:solidFill>
                <a:effectLst/>
                <a:latin typeface="Bahnschrift" panose="020B0502040204020203" pitchFamily="34" charset="0"/>
              </a:rPr>
            </a:br>
            <a:endParaRPr lang="en-US" dirty="0">
              <a:latin typeface="Bahnschrift" panose="020B0502040204020203" pitchFamily="34" charset="0"/>
            </a:endParaRPr>
          </a:p>
        </p:txBody>
      </p:sp>
      <p:sp>
        <p:nvSpPr>
          <p:cNvPr id="8" name="Title 1">
            <a:extLst>
              <a:ext uri="{FF2B5EF4-FFF2-40B4-BE49-F238E27FC236}">
                <a16:creationId xmlns:a16="http://schemas.microsoft.com/office/drawing/2014/main" id="{EAAC6A7A-480B-7CAE-644B-5221E1FC78D0}"/>
              </a:ext>
            </a:extLst>
          </p:cNvPr>
          <p:cNvSpPr txBox="1">
            <a:spLocks/>
          </p:cNvSpPr>
          <p:nvPr/>
        </p:nvSpPr>
        <p:spPr>
          <a:xfrm>
            <a:off x="0" y="185738"/>
            <a:ext cx="12192000"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800" dirty="0">
                <a:solidFill>
                  <a:schemeClr val="bg1"/>
                </a:solidFill>
                <a:latin typeface="Bodoni MT Black" panose="02070A03080606020203" pitchFamily="18" charset="0"/>
              </a:rPr>
              <a:t>LOGIC DIAGRAM for </a:t>
            </a:r>
            <a:br>
              <a:rPr lang="en-US" sz="4800" dirty="0">
                <a:solidFill>
                  <a:schemeClr val="bg1"/>
                </a:solidFill>
                <a:latin typeface="Bodoni MT Black" panose="02070A03080606020203" pitchFamily="18" charset="0"/>
              </a:rPr>
            </a:br>
            <a:r>
              <a:rPr lang="en-US" sz="4800" dirty="0">
                <a:solidFill>
                  <a:schemeClr val="bg1"/>
                </a:solidFill>
                <a:latin typeface="Bodoni MT Black" panose="02070A03080606020203" pitchFamily="18" charset="0"/>
              </a:rPr>
              <a:t>3x8 DECODER</a:t>
            </a:r>
          </a:p>
        </p:txBody>
      </p:sp>
      <p:pic>
        <p:nvPicPr>
          <p:cNvPr id="3" name="Picture 2">
            <a:extLst>
              <a:ext uri="{FF2B5EF4-FFF2-40B4-BE49-F238E27FC236}">
                <a16:creationId xmlns:a16="http://schemas.microsoft.com/office/drawing/2014/main" id="{35AAC1D4-4806-D43C-B7CA-FD4809E6D74F}"/>
              </a:ext>
            </a:extLst>
          </p:cNvPr>
          <p:cNvPicPr>
            <a:picLocks noChangeAspect="1"/>
          </p:cNvPicPr>
          <p:nvPr/>
        </p:nvPicPr>
        <p:blipFill>
          <a:blip r:embed="rId2"/>
          <a:stretch>
            <a:fillRect/>
          </a:stretch>
        </p:blipFill>
        <p:spPr>
          <a:xfrm>
            <a:off x="4493177" y="1801735"/>
            <a:ext cx="3458058" cy="4772691"/>
          </a:xfrm>
          <a:prstGeom prst="rect">
            <a:avLst/>
          </a:prstGeom>
        </p:spPr>
      </p:pic>
    </p:spTree>
    <p:extLst>
      <p:ext uri="{BB962C8B-B14F-4D97-AF65-F5344CB8AC3E}">
        <p14:creationId xmlns:p14="http://schemas.microsoft.com/office/powerpoint/2010/main" val="6643391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256</TotalTime>
  <Words>470</Words>
  <Application>Microsoft Office PowerPoint</Application>
  <PresentationFormat>Widescreen</PresentationFormat>
  <Paragraphs>23</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Arial</vt:lpstr>
      <vt:lpstr>Bahnschrift</vt:lpstr>
      <vt:lpstr>Bauhaus 93</vt:lpstr>
      <vt:lpstr>Berlin Sans FB Demi</vt:lpstr>
      <vt:lpstr>Bodoni MT Black</vt:lpstr>
      <vt:lpstr>Bradley Hand ITC</vt:lpstr>
      <vt:lpstr>Montserrat</vt:lpstr>
      <vt:lpstr>Tw Cen MT</vt:lpstr>
      <vt:lpstr>Circuit</vt:lpstr>
      <vt:lpstr>COMBINATIONAL CIRCUITS</vt:lpstr>
      <vt:lpstr>DECODER</vt:lpstr>
      <vt:lpstr>2X4 DEcoder </vt:lpstr>
      <vt:lpstr>Truth Table for  2x4 decoder</vt:lpstr>
      <vt:lpstr>PowerPoint Presentation</vt:lpstr>
      <vt:lpstr>3X8 DECODER</vt:lpstr>
      <vt:lpstr>Truth Table for  3x8 DECODER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Roshni Patoa</dc:creator>
  <cp:lastModifiedBy>Roshni Patoa</cp:lastModifiedBy>
  <cp:revision>3</cp:revision>
  <dcterms:created xsi:type="dcterms:W3CDTF">2025-01-16T06:31:18Z</dcterms:created>
  <dcterms:modified xsi:type="dcterms:W3CDTF">2025-02-10T05:16:50Z</dcterms:modified>
</cp:coreProperties>
</file>