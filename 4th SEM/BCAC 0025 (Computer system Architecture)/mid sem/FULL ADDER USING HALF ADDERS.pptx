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79" r:id="rId4"/>
    <p:sldId id="280" r:id="rId5"/>
    <p:sldId id="258" r:id="rId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CC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C72BBA8-B0BF-435C-8794-E53A97469A74}" v="4" dt="2025-02-10T05:28:38.72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7" d="100"/>
          <a:sy n="67" d="100"/>
        </p:scale>
        <p:origin x="78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shni Patoa" userId="fed91864c60e3dfe" providerId="LiveId" clId="{1C8F049D-CBD5-42D3-B0DB-D3B1D0918E68}"/>
    <pc:docChg chg="undo custSel addSld modSld">
      <pc:chgData name="Roshni Patoa" userId="fed91864c60e3dfe" providerId="LiveId" clId="{1C8F049D-CBD5-42D3-B0DB-D3B1D0918E68}" dt="2025-01-28T16:44:53.458" v="488" actId="20577"/>
      <pc:docMkLst>
        <pc:docMk/>
      </pc:docMkLst>
      <pc:sldChg chg="modSp mod">
        <pc:chgData name="Roshni Patoa" userId="fed91864c60e3dfe" providerId="LiveId" clId="{1C8F049D-CBD5-42D3-B0DB-D3B1D0918E68}" dt="2025-01-28T16:27:06.134" v="38" actId="14100"/>
        <pc:sldMkLst>
          <pc:docMk/>
          <pc:sldMk cId="1208789959" sldId="256"/>
        </pc:sldMkLst>
        <pc:spChg chg="mod">
          <ac:chgData name="Roshni Patoa" userId="fed91864c60e3dfe" providerId="LiveId" clId="{1C8F049D-CBD5-42D3-B0DB-D3B1D0918E68}" dt="2025-01-28T16:27:06.134" v="38" actId="14100"/>
          <ac:spMkLst>
            <pc:docMk/>
            <pc:sldMk cId="1208789959" sldId="256"/>
            <ac:spMk id="2" creationId="{2F6FA0C8-9BC6-0025-AA62-C48E1A10F66C}"/>
          </ac:spMkLst>
        </pc:spChg>
      </pc:sldChg>
      <pc:sldChg chg="addSp modSp mod">
        <pc:chgData name="Roshni Patoa" userId="fed91864c60e3dfe" providerId="LiveId" clId="{1C8F049D-CBD5-42D3-B0DB-D3B1D0918E68}" dt="2025-01-28T16:40:13.426" v="325" actId="1076"/>
        <pc:sldMkLst>
          <pc:docMk/>
          <pc:sldMk cId="1901894884" sldId="257"/>
        </pc:sldMkLst>
        <pc:spChg chg="mod">
          <ac:chgData name="Roshni Patoa" userId="fed91864c60e3dfe" providerId="LiveId" clId="{1C8F049D-CBD5-42D3-B0DB-D3B1D0918E68}" dt="2025-01-28T16:27:26.449" v="66" actId="20577"/>
          <ac:spMkLst>
            <pc:docMk/>
            <pc:sldMk cId="1901894884" sldId="257"/>
            <ac:spMk id="2" creationId="{C7FD3B0F-E2FD-E156-7022-8EFCED276285}"/>
          </ac:spMkLst>
        </pc:spChg>
        <pc:spChg chg="mod">
          <ac:chgData name="Roshni Patoa" userId="fed91864c60e3dfe" providerId="LiveId" clId="{1C8F049D-CBD5-42D3-B0DB-D3B1D0918E68}" dt="2025-01-28T16:28:19.464" v="141" actId="6549"/>
          <ac:spMkLst>
            <pc:docMk/>
            <pc:sldMk cId="1901894884" sldId="257"/>
            <ac:spMk id="6" creationId="{81215BE8-C00B-501B-19CB-1470DE5308A5}"/>
          </ac:spMkLst>
        </pc:spChg>
      </pc:sldChg>
      <pc:sldChg chg="addSp delSp modSp mod">
        <pc:chgData name="Roshni Patoa" userId="fed91864c60e3dfe" providerId="LiveId" clId="{1C8F049D-CBD5-42D3-B0DB-D3B1D0918E68}" dt="2025-01-28T16:30:47.156" v="191" actId="15"/>
        <pc:sldMkLst>
          <pc:docMk/>
          <pc:sldMk cId="1501955450" sldId="258"/>
        </pc:sldMkLst>
        <pc:spChg chg="add mod">
          <ac:chgData name="Roshni Patoa" userId="fed91864c60e3dfe" providerId="LiveId" clId="{1C8F049D-CBD5-42D3-B0DB-D3B1D0918E68}" dt="2025-01-28T16:30:47.156" v="191" actId="15"/>
          <ac:spMkLst>
            <pc:docMk/>
            <pc:sldMk cId="1501955450" sldId="258"/>
            <ac:spMk id="5" creationId="{2B93D012-D96E-0A21-2AAF-4C94D8B69749}"/>
          </ac:spMkLst>
        </pc:spChg>
      </pc:sldChg>
      <pc:sldChg chg="addSp delSp modSp mod">
        <pc:chgData name="Roshni Patoa" userId="fed91864c60e3dfe" providerId="LiveId" clId="{1C8F049D-CBD5-42D3-B0DB-D3B1D0918E68}" dt="2025-01-28T16:32:10.203" v="205" actId="1076"/>
        <pc:sldMkLst>
          <pc:docMk/>
          <pc:sldMk cId="538336606" sldId="259"/>
        </pc:sldMkLst>
        <pc:spChg chg="mod">
          <ac:chgData name="Roshni Patoa" userId="fed91864c60e3dfe" providerId="LiveId" clId="{1C8F049D-CBD5-42D3-B0DB-D3B1D0918E68}" dt="2025-01-28T16:31:50.382" v="201" actId="14100"/>
          <ac:spMkLst>
            <pc:docMk/>
            <pc:sldMk cId="538336606" sldId="259"/>
            <ac:spMk id="2" creationId="{33C9F07C-48DB-05F2-97B6-12AE64E3B764}"/>
          </ac:spMkLst>
        </pc:spChg>
      </pc:sldChg>
      <pc:sldChg chg="addSp delSp modSp mod">
        <pc:chgData name="Roshni Patoa" userId="fed91864c60e3dfe" providerId="LiveId" clId="{1C8F049D-CBD5-42D3-B0DB-D3B1D0918E68}" dt="2025-01-28T16:34:35.848" v="229" actId="1076"/>
        <pc:sldMkLst>
          <pc:docMk/>
          <pc:sldMk cId="131755128" sldId="260"/>
        </pc:sldMkLst>
        <pc:spChg chg="add mod">
          <ac:chgData name="Roshni Patoa" userId="fed91864c60e3dfe" providerId="LiveId" clId="{1C8F049D-CBD5-42D3-B0DB-D3B1D0918E68}" dt="2025-01-28T16:34:35.848" v="229" actId="1076"/>
          <ac:spMkLst>
            <pc:docMk/>
            <pc:sldMk cId="131755128" sldId="260"/>
            <ac:spMk id="3" creationId="{0BE0ED42-4A96-374C-BEF0-6AA93A6657EF}"/>
          </ac:spMkLst>
        </pc:spChg>
        <pc:spChg chg="mod">
          <ac:chgData name="Roshni Patoa" userId="fed91864c60e3dfe" providerId="LiveId" clId="{1C8F049D-CBD5-42D3-B0DB-D3B1D0918E68}" dt="2025-01-28T16:32:46.878" v="213" actId="1076"/>
          <ac:spMkLst>
            <pc:docMk/>
            <pc:sldMk cId="131755128" sldId="260"/>
            <ac:spMk id="4" creationId="{AF7415C8-700B-7E60-E768-DE5794CA4ADE}"/>
          </ac:spMkLst>
        </pc:spChg>
      </pc:sldChg>
      <pc:sldChg chg="addSp delSp modSp mod">
        <pc:chgData name="Roshni Patoa" userId="fed91864c60e3dfe" providerId="LiveId" clId="{1C8F049D-CBD5-42D3-B0DB-D3B1D0918E68}" dt="2025-01-28T16:36:31.351" v="254" actId="1076"/>
        <pc:sldMkLst>
          <pc:docMk/>
          <pc:sldMk cId="515961475" sldId="261"/>
        </pc:sldMkLst>
      </pc:sldChg>
      <pc:sldChg chg="addSp delSp modSp mod">
        <pc:chgData name="Roshni Patoa" userId="fed91864c60e3dfe" providerId="LiveId" clId="{1C8F049D-CBD5-42D3-B0DB-D3B1D0918E68}" dt="2025-01-28T16:37:56.198" v="288" actId="1076"/>
        <pc:sldMkLst>
          <pc:docMk/>
          <pc:sldMk cId="1795072283" sldId="262"/>
        </pc:sldMkLst>
      </pc:sldChg>
      <pc:sldChg chg="addSp delSp modSp mod">
        <pc:chgData name="Roshni Patoa" userId="fed91864c60e3dfe" providerId="LiveId" clId="{1C8F049D-CBD5-42D3-B0DB-D3B1D0918E68}" dt="2025-01-28T16:40:26.812" v="328" actId="1076"/>
        <pc:sldMkLst>
          <pc:docMk/>
          <pc:sldMk cId="561393703" sldId="263"/>
        </pc:sldMkLst>
        <pc:spChg chg="mod">
          <ac:chgData name="Roshni Patoa" userId="fed91864c60e3dfe" providerId="LiveId" clId="{1C8F049D-CBD5-42D3-B0DB-D3B1D0918E68}" dt="2025-01-28T16:39:22.287" v="319" actId="14100"/>
          <ac:spMkLst>
            <pc:docMk/>
            <pc:sldMk cId="561393703" sldId="263"/>
            <ac:spMk id="2" creationId="{282CCBB4-A3B1-BEBD-D602-724B4F99E4EA}"/>
          </ac:spMkLst>
        </pc:spChg>
        <pc:spChg chg="add mod">
          <ac:chgData name="Roshni Patoa" userId="fed91864c60e3dfe" providerId="LiveId" clId="{1C8F049D-CBD5-42D3-B0DB-D3B1D0918E68}" dt="2025-01-28T16:38:45.724" v="310" actId="1076"/>
          <ac:spMkLst>
            <pc:docMk/>
            <pc:sldMk cId="561393703" sldId="263"/>
            <ac:spMk id="6" creationId="{0EC243DA-DBFB-51DA-4A7A-DC94DC0D6788}"/>
          </ac:spMkLst>
        </pc:spChg>
      </pc:sldChg>
      <pc:sldChg chg="addSp delSp modSp mod">
        <pc:chgData name="Roshni Patoa" userId="fed91864c60e3dfe" providerId="LiveId" clId="{1C8F049D-CBD5-42D3-B0DB-D3B1D0918E68}" dt="2025-01-28T16:41:47.022" v="341" actId="14100"/>
        <pc:sldMkLst>
          <pc:docMk/>
          <pc:sldMk cId="2095114534" sldId="264"/>
        </pc:sldMkLst>
        <pc:spChg chg="mod">
          <ac:chgData name="Roshni Patoa" userId="fed91864c60e3dfe" providerId="LiveId" clId="{1C8F049D-CBD5-42D3-B0DB-D3B1D0918E68}" dt="2025-01-28T16:41:08.009" v="335" actId="20577"/>
          <ac:spMkLst>
            <pc:docMk/>
            <pc:sldMk cId="2095114534" sldId="264"/>
            <ac:spMk id="2" creationId="{52688C8C-6517-4BD7-CCF4-D29E70D41BF4}"/>
          </ac:spMkLst>
        </pc:spChg>
        <pc:spChg chg="add mod">
          <ac:chgData name="Roshni Patoa" userId="fed91864c60e3dfe" providerId="LiveId" clId="{1C8F049D-CBD5-42D3-B0DB-D3B1D0918E68}" dt="2025-01-28T16:41:47.022" v="341" actId="14100"/>
          <ac:spMkLst>
            <pc:docMk/>
            <pc:sldMk cId="2095114534" sldId="264"/>
            <ac:spMk id="6" creationId="{37D8AFC3-36FF-D657-328D-8E4BA9B16CB7}"/>
          </ac:spMkLst>
        </pc:spChg>
      </pc:sldChg>
      <pc:sldChg chg="addSp delSp modSp mod">
        <pc:chgData name="Roshni Patoa" userId="fed91864c60e3dfe" providerId="LiveId" clId="{1C8F049D-CBD5-42D3-B0DB-D3B1D0918E68}" dt="2025-01-28T16:44:53.458" v="488" actId="20577"/>
        <pc:sldMkLst>
          <pc:docMk/>
          <pc:sldMk cId="2618035276" sldId="265"/>
        </pc:sldMkLst>
      </pc:sldChg>
      <pc:sldChg chg="modSp add mod">
        <pc:chgData name="Roshni Patoa" userId="fed91864c60e3dfe" providerId="LiveId" clId="{1C8F049D-CBD5-42D3-B0DB-D3B1D0918E68}" dt="2025-01-28T16:42:36.455" v="356" actId="20577"/>
        <pc:sldMkLst>
          <pc:docMk/>
          <pc:sldMk cId="2284109313" sldId="275"/>
        </pc:sldMkLst>
        <pc:spChg chg="mod">
          <ac:chgData name="Roshni Patoa" userId="fed91864c60e3dfe" providerId="LiveId" clId="{1C8F049D-CBD5-42D3-B0DB-D3B1D0918E68}" dt="2025-01-28T16:42:21.472" v="346" actId="20577"/>
          <ac:spMkLst>
            <pc:docMk/>
            <pc:sldMk cId="2284109313" sldId="275"/>
            <ac:spMk id="2" creationId="{D99C53C8-E2A3-C0D8-4457-8B03B773CAE6}"/>
          </ac:spMkLst>
        </pc:spChg>
        <pc:spChg chg="mod">
          <ac:chgData name="Roshni Patoa" userId="fed91864c60e3dfe" providerId="LiveId" clId="{1C8F049D-CBD5-42D3-B0DB-D3B1D0918E68}" dt="2025-01-28T16:42:36.455" v="356" actId="20577"/>
          <ac:spMkLst>
            <pc:docMk/>
            <pc:sldMk cId="2284109313" sldId="275"/>
            <ac:spMk id="6" creationId="{0A318A66-99BE-5B17-3A12-86CC691D8CFC}"/>
          </ac:spMkLst>
        </pc:spChg>
      </pc:sldChg>
      <pc:sldChg chg="modSp add mod">
        <pc:chgData name="Roshni Patoa" userId="fed91864c60e3dfe" providerId="LiveId" clId="{1C8F049D-CBD5-42D3-B0DB-D3B1D0918E68}" dt="2025-01-28T16:43:03.270" v="366" actId="20577"/>
        <pc:sldMkLst>
          <pc:docMk/>
          <pc:sldMk cId="1723924596" sldId="276"/>
        </pc:sldMkLst>
      </pc:sldChg>
      <pc:sldChg chg="modSp add mod">
        <pc:chgData name="Roshni Patoa" userId="fed91864c60e3dfe" providerId="LiveId" clId="{1C8F049D-CBD5-42D3-B0DB-D3B1D0918E68}" dt="2025-01-28T16:43:30.393" v="386" actId="20577"/>
        <pc:sldMkLst>
          <pc:docMk/>
          <pc:sldMk cId="3476537138" sldId="277"/>
        </pc:sldMkLst>
      </pc:sldChg>
    </pc:docChg>
  </pc:docChgLst>
  <pc:docChgLst>
    <pc:chgData name="Roshni Patoa" userId="fed91864c60e3dfe" providerId="LiveId" clId="{A3B46C5F-90C5-48F1-9D5E-FFF17DC60175}"/>
    <pc:docChg chg="undo redo custSel addSld delSld modSld">
      <pc:chgData name="Roshni Patoa" userId="fed91864c60e3dfe" providerId="LiveId" clId="{A3B46C5F-90C5-48F1-9D5E-FFF17DC60175}" dt="2025-01-22T04:33:55.584" v="1085" actId="2696"/>
      <pc:docMkLst>
        <pc:docMk/>
      </pc:docMkLst>
      <pc:sldChg chg="modSp mod">
        <pc:chgData name="Roshni Patoa" userId="fed91864c60e3dfe" providerId="LiveId" clId="{A3B46C5F-90C5-48F1-9D5E-FFF17DC60175}" dt="2025-01-22T04:24:14.442" v="1060" actId="20577"/>
        <pc:sldMkLst>
          <pc:docMk/>
          <pc:sldMk cId="1501955450" sldId="258"/>
        </pc:sldMkLst>
      </pc:sldChg>
      <pc:sldChg chg="addSp modSp mod">
        <pc:chgData name="Roshni Patoa" userId="fed91864c60e3dfe" providerId="LiveId" clId="{A3B46C5F-90C5-48F1-9D5E-FFF17DC60175}" dt="2025-01-17T03:56:56.800" v="630" actId="1036"/>
        <pc:sldMkLst>
          <pc:docMk/>
          <pc:sldMk cId="561393703" sldId="263"/>
        </pc:sldMkLst>
      </pc:sldChg>
      <pc:sldChg chg="addSp modSp mod">
        <pc:chgData name="Roshni Patoa" userId="fed91864c60e3dfe" providerId="LiveId" clId="{A3B46C5F-90C5-48F1-9D5E-FFF17DC60175}" dt="2025-01-17T03:58:09.113" v="671" actId="313"/>
        <pc:sldMkLst>
          <pc:docMk/>
          <pc:sldMk cId="2095114534" sldId="264"/>
        </pc:sldMkLst>
      </pc:sldChg>
      <pc:sldChg chg="addSp delSp modSp new del mod">
        <pc:chgData name="Roshni Patoa" userId="fed91864c60e3dfe" providerId="LiveId" clId="{A3B46C5F-90C5-48F1-9D5E-FFF17DC60175}" dt="2025-01-16T08:47:36.123" v="58" actId="2696"/>
        <pc:sldMkLst>
          <pc:docMk/>
          <pc:sldMk cId="1820326849" sldId="266"/>
        </pc:sldMkLst>
      </pc:sldChg>
      <pc:sldChg chg="addSp modSp new del mod">
        <pc:chgData name="Roshni Patoa" userId="fed91864c60e3dfe" providerId="LiveId" clId="{A3B46C5F-90C5-48F1-9D5E-FFF17DC60175}" dt="2025-01-22T04:24:43.160" v="1061" actId="2696"/>
        <pc:sldMkLst>
          <pc:docMk/>
          <pc:sldMk cId="2530205699" sldId="266"/>
        </pc:sldMkLst>
      </pc:sldChg>
      <pc:sldChg chg="addSp delSp modSp new mod">
        <pc:chgData name="Roshni Patoa" userId="fed91864c60e3dfe" providerId="LiveId" clId="{A3B46C5F-90C5-48F1-9D5E-FFF17DC60175}" dt="2025-01-22T04:27:25.302" v="1064" actId="20577"/>
        <pc:sldMkLst>
          <pc:docMk/>
          <pc:sldMk cId="1908485448" sldId="267"/>
        </pc:sldMkLst>
      </pc:sldChg>
      <pc:sldChg chg="modSp add mod">
        <pc:chgData name="Roshni Patoa" userId="fed91864c60e3dfe" providerId="LiveId" clId="{A3B46C5F-90C5-48F1-9D5E-FFF17DC60175}" dt="2025-01-22T04:31:54.711" v="1076" actId="20577"/>
        <pc:sldMkLst>
          <pc:docMk/>
          <pc:sldMk cId="3252973548" sldId="268"/>
        </pc:sldMkLst>
      </pc:sldChg>
      <pc:sldChg chg="addSp modSp new mod">
        <pc:chgData name="Roshni Patoa" userId="fed91864c60e3dfe" providerId="LiveId" clId="{A3B46C5F-90C5-48F1-9D5E-FFF17DC60175}" dt="2025-01-17T05:30:25.162" v="909" actId="1036"/>
        <pc:sldMkLst>
          <pc:docMk/>
          <pc:sldMk cId="1697355594" sldId="269"/>
        </pc:sldMkLst>
      </pc:sldChg>
      <pc:sldChg chg="addSp delSp modSp new del mod">
        <pc:chgData name="Roshni Patoa" userId="fed91864c60e3dfe" providerId="LiveId" clId="{A3B46C5F-90C5-48F1-9D5E-FFF17DC60175}" dt="2025-01-22T04:33:53.683" v="1084" actId="2696"/>
        <pc:sldMkLst>
          <pc:docMk/>
          <pc:sldMk cId="763352656" sldId="270"/>
        </pc:sldMkLst>
      </pc:sldChg>
      <pc:sldChg chg="addSp delSp modSp new del mod">
        <pc:chgData name="Roshni Patoa" userId="fed91864c60e3dfe" providerId="LiveId" clId="{A3B46C5F-90C5-48F1-9D5E-FFF17DC60175}" dt="2025-01-22T04:33:55.584" v="1085" actId="2696"/>
        <pc:sldMkLst>
          <pc:docMk/>
          <pc:sldMk cId="1503805680" sldId="271"/>
        </pc:sldMkLst>
      </pc:sldChg>
      <pc:sldChg chg="addSp delSp modSp new del mod">
        <pc:chgData name="Roshni Patoa" userId="fed91864c60e3dfe" providerId="LiveId" clId="{A3B46C5F-90C5-48F1-9D5E-FFF17DC60175}" dt="2025-01-22T04:33:51.177" v="1083" actId="2696"/>
        <pc:sldMkLst>
          <pc:docMk/>
          <pc:sldMk cId="3195452999" sldId="272"/>
        </pc:sldMkLst>
      </pc:sldChg>
      <pc:sldChg chg="addSp modSp new mod">
        <pc:chgData name="Roshni Patoa" userId="fed91864c60e3dfe" providerId="LiveId" clId="{A3B46C5F-90C5-48F1-9D5E-FFF17DC60175}" dt="2025-01-17T05:31:03.347" v="925"/>
        <pc:sldMkLst>
          <pc:docMk/>
          <pc:sldMk cId="3650555201" sldId="273"/>
        </pc:sldMkLst>
      </pc:sldChg>
      <pc:sldChg chg="addSp modSp new mod">
        <pc:chgData name="Roshni Patoa" userId="fed91864c60e3dfe" providerId="LiveId" clId="{A3B46C5F-90C5-48F1-9D5E-FFF17DC60175}" dt="2025-01-17T05:32:51.987" v="1037" actId="1076"/>
        <pc:sldMkLst>
          <pc:docMk/>
          <pc:sldMk cId="1696112011" sldId="274"/>
        </pc:sldMkLst>
      </pc:sldChg>
    </pc:docChg>
  </pc:docChgLst>
  <pc:docChgLst>
    <pc:chgData name="Roshni Patoa" userId="fed91864c60e3dfe" providerId="LiveId" clId="{E22F1EDE-8828-4D8C-85D4-D56301EBE89E}"/>
    <pc:docChg chg="undo redo custSel addSld delSld modSld">
      <pc:chgData name="Roshni Patoa" userId="fed91864c60e3dfe" providerId="LiveId" clId="{E22F1EDE-8828-4D8C-85D4-D56301EBE89E}" dt="2025-01-31T05:10:35.044" v="328" actId="20577"/>
      <pc:docMkLst>
        <pc:docMk/>
      </pc:docMkLst>
      <pc:sldChg chg="addSp delSp modSp mod">
        <pc:chgData name="Roshni Patoa" userId="fed91864c60e3dfe" providerId="LiveId" clId="{E22F1EDE-8828-4D8C-85D4-D56301EBE89E}" dt="2025-01-31T05:09:07.910" v="272" actId="20577"/>
        <pc:sldMkLst>
          <pc:docMk/>
          <pc:sldMk cId="1901894884" sldId="257"/>
        </pc:sldMkLst>
        <pc:spChg chg="mod">
          <ac:chgData name="Roshni Patoa" userId="fed91864c60e3dfe" providerId="LiveId" clId="{E22F1EDE-8828-4D8C-85D4-D56301EBE89E}" dt="2025-01-28T16:50:03.893" v="3" actId="20577"/>
          <ac:spMkLst>
            <pc:docMk/>
            <pc:sldMk cId="1901894884" sldId="257"/>
            <ac:spMk id="2" creationId="{C7FD3B0F-E2FD-E156-7022-8EFCED276285}"/>
          </ac:spMkLst>
        </pc:spChg>
        <pc:spChg chg="mod">
          <ac:chgData name="Roshni Patoa" userId="fed91864c60e3dfe" providerId="LiveId" clId="{E22F1EDE-8828-4D8C-85D4-D56301EBE89E}" dt="2025-01-31T05:09:07.910" v="272" actId="20577"/>
          <ac:spMkLst>
            <pc:docMk/>
            <pc:sldMk cId="1901894884" sldId="257"/>
            <ac:spMk id="6" creationId="{81215BE8-C00B-501B-19CB-1470DE5308A5}"/>
          </ac:spMkLst>
        </pc:spChg>
      </pc:sldChg>
      <pc:sldChg chg="modSp mod">
        <pc:chgData name="Roshni Patoa" userId="fed91864c60e3dfe" providerId="LiveId" clId="{E22F1EDE-8828-4D8C-85D4-D56301EBE89E}" dt="2025-01-31T05:09:00.515" v="265" actId="20577"/>
        <pc:sldMkLst>
          <pc:docMk/>
          <pc:sldMk cId="1501955450" sldId="258"/>
        </pc:sldMkLst>
        <pc:spChg chg="mod">
          <ac:chgData name="Roshni Patoa" userId="fed91864c60e3dfe" providerId="LiveId" clId="{E22F1EDE-8828-4D8C-85D4-D56301EBE89E}" dt="2025-01-31T05:09:00.515" v="265" actId="20577"/>
          <ac:spMkLst>
            <pc:docMk/>
            <pc:sldMk cId="1501955450" sldId="258"/>
            <ac:spMk id="5" creationId="{2B93D012-D96E-0A21-2AAF-4C94D8B69749}"/>
          </ac:spMkLst>
        </pc:spChg>
      </pc:sldChg>
      <pc:sldChg chg="addSp delSp modSp mod">
        <pc:chgData name="Roshni Patoa" userId="fed91864c60e3dfe" providerId="LiveId" clId="{E22F1EDE-8828-4D8C-85D4-D56301EBE89E}" dt="2025-01-29T09:04:19.236" v="93" actId="20577"/>
        <pc:sldMkLst>
          <pc:docMk/>
          <pc:sldMk cId="538336606" sldId="259"/>
        </pc:sldMkLst>
        <pc:spChg chg="mod">
          <ac:chgData name="Roshni Patoa" userId="fed91864c60e3dfe" providerId="LiveId" clId="{E22F1EDE-8828-4D8C-85D4-D56301EBE89E}" dt="2025-01-29T09:04:19.236" v="93" actId="20577"/>
          <ac:spMkLst>
            <pc:docMk/>
            <pc:sldMk cId="538336606" sldId="259"/>
            <ac:spMk id="2" creationId="{33C9F07C-48DB-05F2-97B6-12AE64E3B764}"/>
          </ac:spMkLst>
        </pc:spChg>
        <pc:picChg chg="add mod">
          <ac:chgData name="Roshni Patoa" userId="fed91864c60e3dfe" providerId="LiveId" clId="{E22F1EDE-8828-4D8C-85D4-D56301EBE89E}" dt="2025-01-29T09:02:10.483" v="65" actId="14100"/>
          <ac:picMkLst>
            <pc:docMk/>
            <pc:sldMk cId="538336606" sldId="259"/>
            <ac:picMk id="1026" creationId="{F7669A9D-A445-176B-557D-5C37E998B3A2}"/>
          </ac:picMkLst>
        </pc:picChg>
      </pc:sldChg>
      <pc:sldChg chg="modSp mod">
        <pc:chgData name="Roshni Patoa" userId="fed91864c60e3dfe" providerId="LiveId" clId="{E22F1EDE-8828-4D8C-85D4-D56301EBE89E}" dt="2025-01-29T09:04:24.894" v="97" actId="20577"/>
        <pc:sldMkLst>
          <pc:docMk/>
          <pc:sldMk cId="131755128" sldId="260"/>
        </pc:sldMkLst>
        <pc:spChg chg="mod">
          <ac:chgData name="Roshni Patoa" userId="fed91864c60e3dfe" providerId="LiveId" clId="{E22F1EDE-8828-4D8C-85D4-D56301EBE89E}" dt="2025-01-29T09:02:58.533" v="70" actId="1076"/>
          <ac:spMkLst>
            <pc:docMk/>
            <pc:sldMk cId="131755128" sldId="260"/>
            <ac:spMk id="3" creationId="{0BE0ED42-4A96-374C-BEF0-6AA93A6657EF}"/>
          </ac:spMkLst>
        </pc:spChg>
        <pc:spChg chg="mod">
          <ac:chgData name="Roshni Patoa" userId="fed91864c60e3dfe" providerId="LiveId" clId="{E22F1EDE-8828-4D8C-85D4-D56301EBE89E}" dt="2025-01-29T09:04:24.894" v="97" actId="20577"/>
          <ac:spMkLst>
            <pc:docMk/>
            <pc:sldMk cId="131755128" sldId="260"/>
            <ac:spMk id="4" creationId="{AF7415C8-700B-7E60-E768-DE5794CA4ADE}"/>
          </ac:spMkLst>
        </pc:spChg>
      </pc:sldChg>
      <pc:sldChg chg="add del">
        <pc:chgData name="Roshni Patoa" userId="fed91864c60e3dfe" providerId="LiveId" clId="{E22F1EDE-8828-4D8C-85D4-D56301EBE89E}" dt="2025-01-29T09:04:04.412" v="85" actId="47"/>
        <pc:sldMkLst>
          <pc:docMk/>
          <pc:sldMk cId="515961475" sldId="261"/>
        </pc:sldMkLst>
      </pc:sldChg>
      <pc:sldChg chg="add del">
        <pc:chgData name="Roshni Patoa" userId="fed91864c60e3dfe" providerId="LiveId" clId="{E22F1EDE-8828-4D8C-85D4-D56301EBE89E}" dt="2025-01-29T09:04:02.825" v="84" actId="47"/>
        <pc:sldMkLst>
          <pc:docMk/>
          <pc:sldMk cId="1795072283" sldId="262"/>
        </pc:sldMkLst>
      </pc:sldChg>
      <pc:sldChg chg="addSp delSp modSp mod">
        <pc:chgData name="Roshni Patoa" userId="fed91864c60e3dfe" providerId="LiveId" clId="{E22F1EDE-8828-4D8C-85D4-D56301EBE89E}" dt="2025-01-29T09:05:13.906" v="106" actId="1076"/>
        <pc:sldMkLst>
          <pc:docMk/>
          <pc:sldMk cId="561393703" sldId="263"/>
        </pc:sldMkLst>
        <pc:spChg chg="mod">
          <ac:chgData name="Roshni Patoa" userId="fed91864c60e3dfe" providerId="LiveId" clId="{E22F1EDE-8828-4D8C-85D4-D56301EBE89E}" dt="2025-01-29T09:04:30.412" v="101" actId="20577"/>
          <ac:spMkLst>
            <pc:docMk/>
            <pc:sldMk cId="561393703" sldId="263"/>
            <ac:spMk id="2" creationId="{282CCBB4-A3B1-BEBD-D602-724B4F99E4EA}"/>
          </ac:spMkLst>
        </pc:spChg>
        <pc:picChg chg="add mod">
          <ac:chgData name="Roshni Patoa" userId="fed91864c60e3dfe" providerId="LiveId" clId="{E22F1EDE-8828-4D8C-85D4-D56301EBE89E}" dt="2025-01-29T09:05:13.906" v="106" actId="1076"/>
          <ac:picMkLst>
            <pc:docMk/>
            <pc:sldMk cId="561393703" sldId="263"/>
            <ac:picMk id="4" creationId="{929F3357-EF23-D665-EE0B-764903F093B3}"/>
          </ac:picMkLst>
        </pc:picChg>
      </pc:sldChg>
      <pc:sldChg chg="modSp mod">
        <pc:chgData name="Roshni Patoa" userId="fed91864c60e3dfe" providerId="LiveId" clId="{E22F1EDE-8828-4D8C-85D4-D56301EBE89E}" dt="2025-01-29T09:10:55.670" v="191" actId="20577"/>
        <pc:sldMkLst>
          <pc:docMk/>
          <pc:sldMk cId="2095114534" sldId="264"/>
        </pc:sldMkLst>
        <pc:spChg chg="mod">
          <ac:chgData name="Roshni Patoa" userId="fed91864c60e3dfe" providerId="LiveId" clId="{E22F1EDE-8828-4D8C-85D4-D56301EBE89E}" dt="2025-01-29T09:10:21.605" v="186" actId="20577"/>
          <ac:spMkLst>
            <pc:docMk/>
            <pc:sldMk cId="2095114534" sldId="264"/>
            <ac:spMk id="2" creationId="{52688C8C-6517-4BD7-CCF4-D29E70D41BF4}"/>
          </ac:spMkLst>
        </pc:spChg>
        <pc:spChg chg="mod">
          <ac:chgData name="Roshni Patoa" userId="fed91864c60e3dfe" providerId="LiveId" clId="{E22F1EDE-8828-4D8C-85D4-D56301EBE89E}" dt="2025-01-29T09:10:55.670" v="191" actId="20577"/>
          <ac:spMkLst>
            <pc:docMk/>
            <pc:sldMk cId="2095114534" sldId="264"/>
            <ac:spMk id="6" creationId="{37D8AFC3-36FF-D657-328D-8E4BA9B16CB7}"/>
          </ac:spMkLst>
        </pc:spChg>
      </pc:sldChg>
      <pc:sldChg chg="add del">
        <pc:chgData name="Roshni Patoa" userId="fed91864c60e3dfe" providerId="LiveId" clId="{E22F1EDE-8828-4D8C-85D4-D56301EBE89E}" dt="2025-01-29T09:12:04.710" v="215" actId="47"/>
        <pc:sldMkLst>
          <pc:docMk/>
          <pc:sldMk cId="2618035276" sldId="265"/>
        </pc:sldMkLst>
      </pc:sldChg>
      <pc:sldChg chg="add del">
        <pc:chgData name="Roshni Patoa" userId="fed91864c60e3dfe" providerId="LiveId" clId="{E22F1EDE-8828-4D8C-85D4-D56301EBE89E}" dt="2025-01-29T09:09:56.160" v="182" actId="47"/>
        <pc:sldMkLst>
          <pc:docMk/>
          <pc:sldMk cId="1908485448" sldId="267"/>
        </pc:sldMkLst>
      </pc:sldChg>
      <pc:sldChg chg="del">
        <pc:chgData name="Roshni Patoa" userId="fed91864c60e3dfe" providerId="LiveId" clId="{E22F1EDE-8828-4D8C-85D4-D56301EBE89E}" dt="2025-01-29T09:06:19.617" v="114" actId="47"/>
        <pc:sldMkLst>
          <pc:docMk/>
          <pc:sldMk cId="3252973548" sldId="268"/>
        </pc:sldMkLst>
      </pc:sldChg>
      <pc:sldChg chg="del">
        <pc:chgData name="Roshni Patoa" userId="fed91864c60e3dfe" providerId="LiveId" clId="{E22F1EDE-8828-4D8C-85D4-D56301EBE89E}" dt="2025-01-29T09:06:18.920" v="113" actId="47"/>
        <pc:sldMkLst>
          <pc:docMk/>
          <pc:sldMk cId="1697355594" sldId="269"/>
        </pc:sldMkLst>
      </pc:sldChg>
      <pc:sldChg chg="del">
        <pc:chgData name="Roshni Patoa" userId="fed91864c60e3dfe" providerId="LiveId" clId="{E22F1EDE-8828-4D8C-85D4-D56301EBE89E}" dt="2025-01-29T09:06:17.232" v="111" actId="47"/>
        <pc:sldMkLst>
          <pc:docMk/>
          <pc:sldMk cId="3650555201" sldId="273"/>
        </pc:sldMkLst>
      </pc:sldChg>
      <pc:sldChg chg="del">
        <pc:chgData name="Roshni Patoa" userId="fed91864c60e3dfe" providerId="LiveId" clId="{E22F1EDE-8828-4D8C-85D4-D56301EBE89E}" dt="2025-01-29T09:06:18.218" v="112" actId="47"/>
        <pc:sldMkLst>
          <pc:docMk/>
          <pc:sldMk cId="1696112011" sldId="274"/>
        </pc:sldMkLst>
      </pc:sldChg>
      <pc:sldChg chg="modSp add del mod">
        <pc:chgData name="Roshni Patoa" userId="fed91864c60e3dfe" providerId="LiveId" clId="{E22F1EDE-8828-4D8C-85D4-D56301EBE89E}" dt="2025-01-31T05:10:35.044" v="328" actId="20577"/>
        <pc:sldMkLst>
          <pc:docMk/>
          <pc:sldMk cId="2284109313" sldId="275"/>
        </pc:sldMkLst>
        <pc:spChg chg="mod">
          <ac:chgData name="Roshni Patoa" userId="fed91864c60e3dfe" providerId="LiveId" clId="{E22F1EDE-8828-4D8C-85D4-D56301EBE89E}" dt="2025-01-29T09:11:07.527" v="207" actId="20577"/>
          <ac:spMkLst>
            <pc:docMk/>
            <pc:sldMk cId="2284109313" sldId="275"/>
            <ac:spMk id="2" creationId="{D99C53C8-E2A3-C0D8-4457-8B03B773CAE6}"/>
          </ac:spMkLst>
        </pc:spChg>
        <pc:spChg chg="mod">
          <ac:chgData name="Roshni Patoa" userId="fed91864c60e3dfe" providerId="LiveId" clId="{E22F1EDE-8828-4D8C-85D4-D56301EBE89E}" dt="2025-01-31T05:10:35.044" v="328" actId="20577"/>
          <ac:spMkLst>
            <pc:docMk/>
            <pc:sldMk cId="2284109313" sldId="275"/>
            <ac:spMk id="6" creationId="{0A318A66-99BE-5B17-3A12-86CC691D8CFC}"/>
          </ac:spMkLst>
        </pc:spChg>
      </pc:sldChg>
      <pc:sldChg chg="add del">
        <pc:chgData name="Roshni Patoa" userId="fed91864c60e3dfe" providerId="LiveId" clId="{E22F1EDE-8828-4D8C-85D4-D56301EBE89E}" dt="2025-01-29T09:11:58.686" v="213" actId="47"/>
        <pc:sldMkLst>
          <pc:docMk/>
          <pc:sldMk cId="1723924596" sldId="276"/>
        </pc:sldMkLst>
      </pc:sldChg>
      <pc:sldChg chg="add del">
        <pc:chgData name="Roshni Patoa" userId="fed91864c60e3dfe" providerId="LiveId" clId="{E22F1EDE-8828-4D8C-85D4-D56301EBE89E}" dt="2025-01-29T09:12:00.153" v="214" actId="47"/>
        <pc:sldMkLst>
          <pc:docMk/>
          <pc:sldMk cId="3476537138" sldId="277"/>
        </pc:sldMkLst>
      </pc:sldChg>
      <pc:sldChg chg="modSp add del mod">
        <pc:chgData name="Roshni Patoa" userId="fed91864c60e3dfe" providerId="LiveId" clId="{E22F1EDE-8828-4D8C-85D4-D56301EBE89E}" dt="2025-01-29T09:04:00.279" v="83" actId="2696"/>
        <pc:sldMkLst>
          <pc:docMk/>
          <pc:sldMk cId="1119403295" sldId="278"/>
        </pc:sldMkLst>
      </pc:sldChg>
      <pc:sldChg chg="modSp add mod">
        <pc:chgData name="Roshni Patoa" userId="fed91864c60e3dfe" providerId="LiveId" clId="{E22F1EDE-8828-4D8C-85D4-D56301EBE89E}" dt="2025-01-31T05:10:25.021" v="327" actId="20577"/>
        <pc:sldMkLst>
          <pc:docMk/>
          <pc:sldMk cId="2532286422" sldId="278"/>
        </pc:sldMkLst>
        <pc:spChg chg="mod">
          <ac:chgData name="Roshni Patoa" userId="fed91864c60e3dfe" providerId="LiveId" clId="{E22F1EDE-8828-4D8C-85D4-D56301EBE89E}" dt="2025-01-31T05:10:25.021" v="327" actId="20577"/>
          <ac:spMkLst>
            <pc:docMk/>
            <pc:sldMk cId="2532286422" sldId="278"/>
            <ac:spMk id="6" creationId="{4EA9DA15-2F3D-9168-C954-50EF9EC6DBBD}"/>
          </ac:spMkLst>
        </pc:spChg>
      </pc:sldChg>
    </pc:docChg>
  </pc:docChgLst>
  <pc:docChgLst>
    <pc:chgData name="Roshni Patoa" userId="fed91864c60e3dfe" providerId="LiveId" clId="{4C72BBA8-B0BF-435C-8794-E53A97469A74}"/>
    <pc:docChg chg="custSel addSld delSld modSld">
      <pc:chgData name="Roshni Patoa" userId="fed91864c60e3dfe" providerId="LiveId" clId="{4C72BBA8-B0BF-435C-8794-E53A97469A74}" dt="2025-02-10T05:29:03.132" v="161" actId="47"/>
      <pc:docMkLst>
        <pc:docMk/>
      </pc:docMkLst>
      <pc:sldChg chg="addSp delSp modSp mod">
        <pc:chgData name="Roshni Patoa" userId="fed91864c60e3dfe" providerId="LiveId" clId="{4C72BBA8-B0BF-435C-8794-E53A97469A74}" dt="2025-02-10T05:24:23.961" v="124" actId="1076"/>
        <pc:sldMkLst>
          <pc:docMk/>
          <pc:sldMk cId="1901894884" sldId="257"/>
        </pc:sldMkLst>
        <pc:spChg chg="mod">
          <ac:chgData name="Roshni Patoa" userId="fed91864c60e3dfe" providerId="LiveId" clId="{4C72BBA8-B0BF-435C-8794-E53A97469A74}" dt="2025-02-10T05:21:09.359" v="38" actId="1076"/>
          <ac:spMkLst>
            <pc:docMk/>
            <pc:sldMk cId="1901894884" sldId="257"/>
            <ac:spMk id="2" creationId="{C7FD3B0F-E2FD-E156-7022-8EFCED276285}"/>
          </ac:spMkLst>
        </pc:spChg>
        <pc:spChg chg="mod">
          <ac:chgData name="Roshni Patoa" userId="fed91864c60e3dfe" providerId="LiveId" clId="{4C72BBA8-B0BF-435C-8794-E53A97469A74}" dt="2025-02-10T05:24:05.518" v="121" actId="20577"/>
          <ac:spMkLst>
            <pc:docMk/>
            <pc:sldMk cId="1901894884" sldId="257"/>
            <ac:spMk id="6" creationId="{81215BE8-C00B-501B-19CB-1470DE5308A5}"/>
          </ac:spMkLst>
        </pc:spChg>
        <pc:picChg chg="add mod">
          <ac:chgData name="Roshni Patoa" userId="fed91864c60e3dfe" providerId="LiveId" clId="{4C72BBA8-B0BF-435C-8794-E53A97469A74}" dt="2025-02-10T05:24:23.961" v="124" actId="1076"/>
          <ac:picMkLst>
            <pc:docMk/>
            <pc:sldMk cId="1901894884" sldId="257"/>
            <ac:picMk id="4" creationId="{94434DBA-5843-C15C-92FD-C67D04D0B509}"/>
          </ac:picMkLst>
        </pc:picChg>
        <pc:picChg chg="del">
          <ac:chgData name="Roshni Patoa" userId="fed91864c60e3dfe" providerId="LiveId" clId="{4C72BBA8-B0BF-435C-8794-E53A97469A74}" dt="2025-02-10T05:21:05.738" v="37" actId="478"/>
          <ac:picMkLst>
            <pc:docMk/>
            <pc:sldMk cId="1901894884" sldId="257"/>
            <ac:picMk id="8" creationId="{F45A3738-D1C3-A2F6-61E1-5FD04554651B}"/>
          </ac:picMkLst>
        </pc:picChg>
      </pc:sldChg>
      <pc:sldChg chg="addSp delSp modSp mod">
        <pc:chgData name="Roshni Patoa" userId="fed91864c60e3dfe" providerId="LiveId" clId="{4C72BBA8-B0BF-435C-8794-E53A97469A74}" dt="2025-02-10T05:28:06.069" v="148" actId="123"/>
        <pc:sldMkLst>
          <pc:docMk/>
          <pc:sldMk cId="1501955450" sldId="258"/>
        </pc:sldMkLst>
        <pc:spChg chg="del">
          <ac:chgData name="Roshni Patoa" userId="fed91864c60e3dfe" providerId="LiveId" clId="{4C72BBA8-B0BF-435C-8794-E53A97469A74}" dt="2025-02-10T05:25:56.422" v="143" actId="478"/>
          <ac:spMkLst>
            <pc:docMk/>
            <pc:sldMk cId="1501955450" sldId="258"/>
            <ac:spMk id="2" creationId="{F56B7D68-BA69-E924-71E0-AE71E7B154AC}"/>
          </ac:spMkLst>
        </pc:spChg>
        <pc:spChg chg="add del mod">
          <ac:chgData name="Roshni Patoa" userId="fed91864c60e3dfe" providerId="LiveId" clId="{4C72BBA8-B0BF-435C-8794-E53A97469A74}" dt="2025-02-10T05:26:04.258" v="145" actId="478"/>
          <ac:spMkLst>
            <pc:docMk/>
            <pc:sldMk cId="1501955450" sldId="258"/>
            <ac:spMk id="4" creationId="{A3C121AD-4779-F1C1-791D-864869858A01}"/>
          </ac:spMkLst>
        </pc:spChg>
        <pc:spChg chg="mod">
          <ac:chgData name="Roshni Patoa" userId="fed91864c60e3dfe" providerId="LiveId" clId="{4C72BBA8-B0BF-435C-8794-E53A97469A74}" dt="2025-02-10T05:28:06.069" v="148" actId="123"/>
          <ac:spMkLst>
            <pc:docMk/>
            <pc:sldMk cId="1501955450" sldId="258"/>
            <ac:spMk id="5" creationId="{2B93D012-D96E-0A21-2AAF-4C94D8B69749}"/>
          </ac:spMkLst>
        </pc:spChg>
        <pc:spChg chg="add mod">
          <ac:chgData name="Roshni Patoa" userId="fed91864c60e3dfe" providerId="LiveId" clId="{4C72BBA8-B0BF-435C-8794-E53A97469A74}" dt="2025-02-10T05:25:56.881" v="144"/>
          <ac:spMkLst>
            <pc:docMk/>
            <pc:sldMk cId="1501955450" sldId="258"/>
            <ac:spMk id="6" creationId="{ACE094F5-2438-A372-706C-B75750B4265A}"/>
          </ac:spMkLst>
        </pc:spChg>
      </pc:sldChg>
      <pc:sldChg chg="del">
        <pc:chgData name="Roshni Patoa" userId="fed91864c60e3dfe" providerId="LiveId" clId="{4C72BBA8-B0BF-435C-8794-E53A97469A74}" dt="2025-02-10T05:29:00.069" v="156" actId="47"/>
        <pc:sldMkLst>
          <pc:docMk/>
          <pc:sldMk cId="538336606" sldId="259"/>
        </pc:sldMkLst>
      </pc:sldChg>
      <pc:sldChg chg="del">
        <pc:chgData name="Roshni Patoa" userId="fed91864c60e3dfe" providerId="LiveId" clId="{4C72BBA8-B0BF-435C-8794-E53A97469A74}" dt="2025-02-10T05:29:00.857" v="157" actId="47"/>
        <pc:sldMkLst>
          <pc:docMk/>
          <pc:sldMk cId="131755128" sldId="260"/>
        </pc:sldMkLst>
      </pc:sldChg>
      <pc:sldChg chg="del">
        <pc:chgData name="Roshni Patoa" userId="fed91864c60e3dfe" providerId="LiveId" clId="{4C72BBA8-B0BF-435C-8794-E53A97469A74}" dt="2025-02-10T05:29:01.445" v="158" actId="47"/>
        <pc:sldMkLst>
          <pc:docMk/>
          <pc:sldMk cId="561393703" sldId="263"/>
        </pc:sldMkLst>
      </pc:sldChg>
      <pc:sldChg chg="del">
        <pc:chgData name="Roshni Patoa" userId="fed91864c60e3dfe" providerId="LiveId" clId="{4C72BBA8-B0BF-435C-8794-E53A97469A74}" dt="2025-02-10T05:29:02.542" v="160" actId="47"/>
        <pc:sldMkLst>
          <pc:docMk/>
          <pc:sldMk cId="2095114534" sldId="264"/>
        </pc:sldMkLst>
      </pc:sldChg>
      <pc:sldChg chg="del">
        <pc:chgData name="Roshni Patoa" userId="fed91864c60e3dfe" providerId="LiveId" clId="{4C72BBA8-B0BF-435C-8794-E53A97469A74}" dt="2025-02-10T05:29:03.132" v="161" actId="47"/>
        <pc:sldMkLst>
          <pc:docMk/>
          <pc:sldMk cId="2284109313" sldId="275"/>
        </pc:sldMkLst>
      </pc:sldChg>
      <pc:sldChg chg="del">
        <pc:chgData name="Roshni Patoa" userId="fed91864c60e3dfe" providerId="LiveId" clId="{4C72BBA8-B0BF-435C-8794-E53A97469A74}" dt="2025-02-10T05:29:02.003" v="159" actId="47"/>
        <pc:sldMkLst>
          <pc:docMk/>
          <pc:sldMk cId="2532286422" sldId="278"/>
        </pc:sldMkLst>
      </pc:sldChg>
      <pc:sldChg chg="addSp delSp modSp add mod">
        <pc:chgData name="Roshni Patoa" userId="fed91864c60e3dfe" providerId="LiveId" clId="{4C72BBA8-B0BF-435C-8794-E53A97469A74}" dt="2025-02-10T05:24:59.784" v="139" actId="1076"/>
        <pc:sldMkLst>
          <pc:docMk/>
          <pc:sldMk cId="2856888270" sldId="279"/>
        </pc:sldMkLst>
        <pc:spChg chg="mod">
          <ac:chgData name="Roshni Patoa" userId="fed91864c60e3dfe" providerId="LiveId" clId="{4C72BBA8-B0BF-435C-8794-E53A97469A74}" dt="2025-02-10T05:24:39.438" v="135" actId="20577"/>
          <ac:spMkLst>
            <pc:docMk/>
            <pc:sldMk cId="2856888270" sldId="279"/>
            <ac:spMk id="6" creationId="{CBC21EE1-9D4D-B7D2-8E5A-3CFABB669167}"/>
          </ac:spMkLst>
        </pc:spChg>
        <pc:picChg chg="del">
          <ac:chgData name="Roshni Patoa" userId="fed91864c60e3dfe" providerId="LiveId" clId="{4C72BBA8-B0BF-435C-8794-E53A97469A74}" dt="2025-02-10T05:24:42.594" v="136" actId="478"/>
          <ac:picMkLst>
            <pc:docMk/>
            <pc:sldMk cId="2856888270" sldId="279"/>
            <ac:picMk id="4" creationId="{26488C11-3F86-37AE-BBA9-9DDDDC58F236}"/>
          </ac:picMkLst>
        </pc:picChg>
        <pc:picChg chg="add mod">
          <ac:chgData name="Roshni Patoa" userId="fed91864c60e3dfe" providerId="LiveId" clId="{4C72BBA8-B0BF-435C-8794-E53A97469A74}" dt="2025-02-10T05:24:59.784" v="139" actId="1076"/>
          <ac:picMkLst>
            <pc:docMk/>
            <pc:sldMk cId="2856888270" sldId="279"/>
            <ac:picMk id="5" creationId="{6D2DB35B-A618-01FC-0B6D-0D54EF729075}"/>
          </ac:picMkLst>
        </pc:picChg>
      </pc:sldChg>
      <pc:sldChg chg="addSp delSp modSp add mod">
        <pc:chgData name="Roshni Patoa" userId="fed91864c60e3dfe" providerId="LiveId" clId="{4C72BBA8-B0BF-435C-8794-E53A97469A74}" dt="2025-02-10T05:28:54.815" v="155" actId="1076"/>
        <pc:sldMkLst>
          <pc:docMk/>
          <pc:sldMk cId="2965497018" sldId="280"/>
        </pc:sldMkLst>
        <pc:spChg chg="del">
          <ac:chgData name="Roshni Patoa" userId="fed91864c60e3dfe" providerId="LiveId" clId="{4C72BBA8-B0BF-435C-8794-E53A97469A74}" dt="2025-02-10T05:28:23.178" v="151" actId="478"/>
          <ac:spMkLst>
            <pc:docMk/>
            <pc:sldMk cId="2965497018" sldId="280"/>
            <ac:spMk id="6" creationId="{23B9D7C4-F733-83E2-6D88-71E09BA1709A}"/>
          </ac:spMkLst>
        </pc:spChg>
        <pc:picChg chg="add mod modCrop">
          <ac:chgData name="Roshni Patoa" userId="fed91864c60e3dfe" providerId="LiveId" clId="{4C72BBA8-B0BF-435C-8794-E53A97469A74}" dt="2025-02-10T05:28:54.815" v="155" actId="1076"/>
          <ac:picMkLst>
            <pc:docMk/>
            <pc:sldMk cId="2965497018" sldId="280"/>
            <ac:picMk id="4" creationId="{701E05DD-C72D-D66F-F7AF-9D376559FC66}"/>
          </ac:picMkLst>
        </pc:picChg>
        <pc:picChg chg="del">
          <ac:chgData name="Roshni Patoa" userId="fed91864c60e3dfe" providerId="LiveId" clId="{4C72BBA8-B0BF-435C-8794-E53A97469A74}" dt="2025-02-10T05:28:21.351" v="150" actId="478"/>
          <ac:picMkLst>
            <pc:docMk/>
            <pc:sldMk cId="2965497018" sldId="280"/>
            <ac:picMk id="5" creationId="{70C69440-0221-E81B-E3DE-DDAFF5581375}"/>
          </ac:picMkLst>
        </pc:pic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4A8FE671-5CEE-48E7-B021-0396717B0D66}" type="datetimeFigureOut">
              <a:rPr lang="en-US" smtClean="0"/>
              <a:t>2/10/2025</a:t>
            </a:fld>
            <a:endParaRPr lang="en-US"/>
          </a:p>
        </p:txBody>
      </p:sp>
      <p:sp>
        <p:nvSpPr>
          <p:cNvPr id="5" name="Footer Placeholder 4"/>
          <p:cNvSpPr>
            <a:spLocks noGrp="1"/>
          </p:cNvSpPr>
          <p:nvPr>
            <p:ph type="ftr" sz="quarter" idx="11"/>
          </p:nvPr>
        </p:nvSpPr>
        <p:spPr>
          <a:xfrm>
            <a:off x="1876424" y="5410201"/>
            <a:ext cx="5124886" cy="365125"/>
          </a:xfrm>
        </p:spPr>
        <p:txBody>
          <a:bodyPr/>
          <a:lstStyle/>
          <a:p>
            <a:endParaRPr lang="en-US"/>
          </a:p>
        </p:txBody>
      </p:sp>
      <p:sp>
        <p:nvSpPr>
          <p:cNvPr id="6" name="Slide Number Placeholder 5"/>
          <p:cNvSpPr>
            <a:spLocks noGrp="1"/>
          </p:cNvSpPr>
          <p:nvPr>
            <p:ph type="sldNum" sz="quarter" idx="12"/>
          </p:nvPr>
        </p:nvSpPr>
        <p:spPr>
          <a:xfrm>
            <a:off x="9896911" y="5410199"/>
            <a:ext cx="771089" cy="365125"/>
          </a:xfrm>
        </p:spPr>
        <p:txBody>
          <a:bodyPr/>
          <a:lstStyle/>
          <a:p>
            <a:fld id="{9A451033-5C79-45C1-A3A8-EE584247DE6E}" type="slidenum">
              <a:rPr lang="en-US" smtClean="0"/>
              <a:t>‹#›</a:t>
            </a:fld>
            <a:endParaRPr lang="en-US"/>
          </a:p>
        </p:txBody>
      </p:sp>
    </p:spTree>
    <p:extLst>
      <p:ext uri="{BB962C8B-B14F-4D97-AF65-F5344CB8AC3E}">
        <p14:creationId xmlns:p14="http://schemas.microsoft.com/office/powerpoint/2010/main" val="42865484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A8FE671-5CEE-48E7-B021-0396717B0D66}" type="datetimeFigureOut">
              <a:rPr lang="en-US" smtClean="0"/>
              <a:t>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451033-5C79-45C1-A3A8-EE584247DE6E}" type="slidenum">
              <a:rPr lang="en-US" smtClean="0"/>
              <a:t>‹#›</a:t>
            </a:fld>
            <a:endParaRPr lang="en-US"/>
          </a:p>
        </p:txBody>
      </p:sp>
    </p:spTree>
    <p:extLst>
      <p:ext uri="{BB962C8B-B14F-4D97-AF65-F5344CB8AC3E}">
        <p14:creationId xmlns:p14="http://schemas.microsoft.com/office/powerpoint/2010/main" val="4816451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A8FE671-5CEE-48E7-B021-0396717B0D66}" type="datetimeFigureOut">
              <a:rPr lang="en-US" smtClean="0"/>
              <a:t>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451033-5C79-45C1-A3A8-EE584247DE6E}" type="slidenum">
              <a:rPr lang="en-US" smtClean="0"/>
              <a:t>‹#›</a:t>
            </a:fld>
            <a:endParaRPr lang="en-US"/>
          </a:p>
        </p:txBody>
      </p:sp>
    </p:spTree>
    <p:extLst>
      <p:ext uri="{BB962C8B-B14F-4D97-AF65-F5344CB8AC3E}">
        <p14:creationId xmlns:p14="http://schemas.microsoft.com/office/powerpoint/2010/main" val="21252906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A8FE671-5CEE-48E7-B021-0396717B0D66}" type="datetimeFigureOut">
              <a:rPr lang="en-US" smtClean="0"/>
              <a:t>2/10/2025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451033-5C79-45C1-A3A8-EE584247DE6E}" type="slidenum">
              <a:rPr lang="en-US" smtClean="0"/>
              <a:t>‹#›</a:t>
            </a:fld>
            <a:endParaRPr lang="en-US"/>
          </a:p>
        </p:txBody>
      </p:sp>
    </p:spTree>
    <p:extLst>
      <p:ext uri="{BB962C8B-B14F-4D97-AF65-F5344CB8AC3E}">
        <p14:creationId xmlns:p14="http://schemas.microsoft.com/office/powerpoint/2010/main" val="30563846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A8FE671-5CEE-48E7-B021-0396717B0D66}" type="datetimeFigureOut">
              <a:rPr lang="en-US" smtClean="0"/>
              <a:t>2/10/2025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A451033-5C79-45C1-A3A8-EE584247DE6E}" type="slidenum">
              <a:rPr lang="en-US" smtClean="0"/>
              <a:t>‹#›</a:t>
            </a:fld>
            <a:endParaRPr lang="en-US"/>
          </a:p>
        </p:txBody>
      </p:sp>
    </p:spTree>
    <p:extLst>
      <p:ext uri="{BB962C8B-B14F-4D97-AF65-F5344CB8AC3E}">
        <p14:creationId xmlns:p14="http://schemas.microsoft.com/office/powerpoint/2010/main" val="19499593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A8FE671-5CEE-48E7-B021-0396717B0D66}" type="datetimeFigureOut">
              <a:rPr lang="en-US" smtClean="0"/>
              <a:t>2/10/2025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A451033-5C79-45C1-A3A8-EE584247DE6E}" type="slidenum">
              <a:rPr lang="en-US" smtClean="0"/>
              <a:t>‹#›</a:t>
            </a:fld>
            <a:endParaRPr lang="en-US"/>
          </a:p>
        </p:txBody>
      </p:sp>
    </p:spTree>
    <p:extLst>
      <p:ext uri="{BB962C8B-B14F-4D97-AF65-F5344CB8AC3E}">
        <p14:creationId xmlns:p14="http://schemas.microsoft.com/office/powerpoint/2010/main" val="745028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A8FE671-5CEE-48E7-B021-0396717B0D66}" type="datetimeFigureOut">
              <a:rPr lang="en-US" smtClean="0"/>
              <a:t>2/10/2025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A451033-5C79-45C1-A3A8-EE584247DE6E}" type="slidenum">
              <a:rPr lang="en-US" smtClean="0"/>
              <a:t>‹#›</a:t>
            </a:fld>
            <a:endParaRPr lang="en-US"/>
          </a:p>
        </p:txBody>
      </p:sp>
    </p:spTree>
    <p:extLst>
      <p:ext uri="{BB962C8B-B14F-4D97-AF65-F5344CB8AC3E}">
        <p14:creationId xmlns:p14="http://schemas.microsoft.com/office/powerpoint/2010/main" val="17172229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A8FE671-5CEE-48E7-B021-0396717B0D66}" type="datetimeFigureOut">
              <a:rPr lang="en-US" smtClean="0"/>
              <a:t>2/10/2025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451033-5C79-45C1-A3A8-EE584247DE6E}" type="slidenum">
              <a:rPr lang="en-US" smtClean="0"/>
              <a:t>‹#›</a:t>
            </a:fld>
            <a:endParaRPr lang="en-US"/>
          </a:p>
        </p:txBody>
      </p:sp>
    </p:spTree>
    <p:extLst>
      <p:ext uri="{BB962C8B-B14F-4D97-AF65-F5344CB8AC3E}">
        <p14:creationId xmlns:p14="http://schemas.microsoft.com/office/powerpoint/2010/main" val="26047631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A8FE671-5CEE-48E7-B021-0396717B0D66}" type="datetimeFigureOut">
              <a:rPr lang="en-US" smtClean="0"/>
              <a:t>2/10/2025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451033-5C79-45C1-A3A8-EE584247DE6E}" type="slidenum">
              <a:rPr lang="en-US" smtClean="0"/>
              <a:t>‹#›</a:t>
            </a:fld>
            <a:endParaRPr lang="en-US"/>
          </a:p>
        </p:txBody>
      </p:sp>
    </p:spTree>
    <p:extLst>
      <p:ext uri="{BB962C8B-B14F-4D97-AF65-F5344CB8AC3E}">
        <p14:creationId xmlns:p14="http://schemas.microsoft.com/office/powerpoint/2010/main" val="36840428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A8FE671-5CEE-48E7-B021-0396717B0D66}" type="datetimeFigureOut">
              <a:rPr lang="en-US" smtClean="0"/>
              <a:t>2/10/2025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451033-5C79-45C1-A3A8-EE584247DE6E}" type="slidenum">
              <a:rPr lang="en-US" smtClean="0"/>
              <a:t>‹#›</a:t>
            </a:fld>
            <a:endParaRPr lang="en-US"/>
          </a:p>
        </p:txBody>
      </p:sp>
    </p:spTree>
    <p:extLst>
      <p:ext uri="{BB962C8B-B14F-4D97-AF65-F5344CB8AC3E}">
        <p14:creationId xmlns:p14="http://schemas.microsoft.com/office/powerpoint/2010/main" val="30254523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A8FE671-5CEE-48E7-B021-0396717B0D66}" type="datetimeFigureOut">
              <a:rPr lang="en-US" smtClean="0"/>
              <a:t>2/10/2025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451033-5C79-45C1-A3A8-EE584247DE6E}" type="slidenum">
              <a:rPr lang="en-US" smtClean="0"/>
              <a:t>‹#›</a:t>
            </a:fld>
            <a:endParaRPr lang="en-US"/>
          </a:p>
        </p:txBody>
      </p:sp>
    </p:spTree>
    <p:extLst>
      <p:ext uri="{BB962C8B-B14F-4D97-AF65-F5344CB8AC3E}">
        <p14:creationId xmlns:p14="http://schemas.microsoft.com/office/powerpoint/2010/main" val="267723642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A8FE671-5CEE-48E7-B021-0396717B0D66}" type="datetimeFigureOut">
              <a:rPr lang="en-US" smtClean="0"/>
              <a:t>2/10/2025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451033-5C79-45C1-A3A8-EE584247DE6E}" type="slidenum">
              <a:rPr lang="en-US" smtClean="0"/>
              <a:t>‹#›</a:t>
            </a:fld>
            <a:endParaRPr lang="en-US"/>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4745108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A8FE671-5CEE-48E7-B021-0396717B0D66}" type="datetimeFigureOut">
              <a:rPr lang="en-US" smtClean="0"/>
              <a:t>2/10/2025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451033-5C79-45C1-A3A8-EE584247DE6E}" type="slidenum">
              <a:rPr lang="en-US" smtClean="0"/>
              <a:t>‹#›</a:t>
            </a:fld>
            <a:endParaRPr lang="en-US"/>
          </a:p>
        </p:txBody>
      </p:sp>
    </p:spTree>
    <p:extLst>
      <p:ext uri="{BB962C8B-B14F-4D97-AF65-F5344CB8AC3E}">
        <p14:creationId xmlns:p14="http://schemas.microsoft.com/office/powerpoint/2010/main" val="343191759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A8FE671-5CEE-48E7-B021-0396717B0D66}" type="datetimeFigureOut">
              <a:rPr lang="en-US" smtClean="0"/>
              <a:t>2/10/2025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A451033-5C79-45C1-A3A8-EE584247DE6E}" type="slidenum">
              <a:rPr lang="en-US" smtClean="0"/>
              <a:t>‹#›</a:t>
            </a:fld>
            <a:endParaRPr lang="en-US"/>
          </a:p>
        </p:txBody>
      </p:sp>
    </p:spTree>
    <p:extLst>
      <p:ext uri="{BB962C8B-B14F-4D97-AF65-F5344CB8AC3E}">
        <p14:creationId xmlns:p14="http://schemas.microsoft.com/office/powerpoint/2010/main" val="346610351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A8FE671-5CEE-48E7-B021-0396717B0D66}" type="datetimeFigureOut">
              <a:rPr lang="en-US" smtClean="0"/>
              <a:t>2/10/2025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A451033-5C79-45C1-A3A8-EE584247DE6E}" type="slidenum">
              <a:rPr lang="en-US" smtClean="0"/>
              <a:t>‹#›</a:t>
            </a:fld>
            <a:endParaRPr lang="en-US"/>
          </a:p>
        </p:txBody>
      </p:sp>
    </p:spTree>
    <p:extLst>
      <p:ext uri="{BB962C8B-B14F-4D97-AF65-F5344CB8AC3E}">
        <p14:creationId xmlns:p14="http://schemas.microsoft.com/office/powerpoint/2010/main" val="344019100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A8FE671-5CEE-48E7-B021-0396717B0D66}" type="datetimeFigureOut">
              <a:rPr lang="en-US" smtClean="0"/>
              <a:t>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451033-5C79-45C1-A3A8-EE584247DE6E}" type="slidenum">
              <a:rPr lang="en-US" smtClean="0"/>
              <a:t>‹#›</a:t>
            </a:fld>
            <a:endParaRPr lang="en-US"/>
          </a:p>
        </p:txBody>
      </p:sp>
    </p:spTree>
    <p:extLst>
      <p:ext uri="{BB962C8B-B14F-4D97-AF65-F5344CB8AC3E}">
        <p14:creationId xmlns:p14="http://schemas.microsoft.com/office/powerpoint/2010/main" val="268046429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A8FE671-5CEE-48E7-B021-0396717B0D66}" type="datetimeFigureOut">
              <a:rPr lang="en-US" smtClean="0"/>
              <a:t>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451033-5C79-45C1-A3A8-EE584247DE6E}" type="slidenum">
              <a:rPr lang="en-US" smtClean="0"/>
              <a:t>‹#›</a:t>
            </a:fld>
            <a:endParaRPr lang="en-US"/>
          </a:p>
        </p:txBody>
      </p:sp>
    </p:spTree>
    <p:extLst>
      <p:ext uri="{BB962C8B-B14F-4D97-AF65-F5344CB8AC3E}">
        <p14:creationId xmlns:p14="http://schemas.microsoft.com/office/powerpoint/2010/main" val="27160545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A8FE671-5CEE-48E7-B021-0396717B0D66}" type="datetimeFigureOut">
              <a:rPr lang="en-US" smtClean="0"/>
              <a:t>2/10/2025</a:t>
            </a:fld>
            <a:endParaRPr lang="en-US"/>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9A451033-5C79-45C1-A3A8-EE584247DE6E}" type="slidenum">
              <a:rPr lang="en-US" smtClean="0"/>
              <a:t>‹#›</a:t>
            </a:fld>
            <a:endParaRPr lang="en-US"/>
          </a:p>
        </p:txBody>
      </p:sp>
    </p:spTree>
    <p:extLst>
      <p:ext uri="{BB962C8B-B14F-4D97-AF65-F5344CB8AC3E}">
        <p14:creationId xmlns:p14="http://schemas.microsoft.com/office/powerpoint/2010/main" val="2916071658"/>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6FA0C8-9BC6-0025-AA62-C48E1A10F66C}"/>
              </a:ext>
            </a:extLst>
          </p:cNvPr>
          <p:cNvSpPr>
            <a:spLocks noGrp="1"/>
          </p:cNvSpPr>
          <p:nvPr>
            <p:ph type="ctrTitle"/>
          </p:nvPr>
        </p:nvSpPr>
        <p:spPr>
          <a:xfrm>
            <a:off x="1743074" y="2171701"/>
            <a:ext cx="10215563" cy="2387600"/>
          </a:xfrm>
        </p:spPr>
        <p:txBody>
          <a:bodyPr>
            <a:noAutofit/>
          </a:bodyPr>
          <a:lstStyle/>
          <a:p>
            <a:r>
              <a:rPr lang="en-US" sz="9600" dirty="0">
                <a:solidFill>
                  <a:schemeClr val="bg1"/>
                </a:solidFill>
                <a:latin typeface="Berlin Sans FB Demi" panose="020E0802020502020306" pitchFamily="34" charset="0"/>
              </a:rPr>
              <a:t>COMBINATIONAL CIRCUITS</a:t>
            </a:r>
          </a:p>
        </p:txBody>
      </p:sp>
      <p:sp>
        <p:nvSpPr>
          <p:cNvPr id="3" name="Subtitle 2">
            <a:extLst>
              <a:ext uri="{FF2B5EF4-FFF2-40B4-BE49-F238E27FC236}">
                <a16:creationId xmlns:a16="http://schemas.microsoft.com/office/drawing/2014/main" id="{207B7ACE-5125-9078-DAFF-C7F13DAC6D17}"/>
              </a:ext>
            </a:extLst>
          </p:cNvPr>
          <p:cNvSpPr>
            <a:spLocks noGrp="1"/>
          </p:cNvSpPr>
          <p:nvPr>
            <p:ph type="subTitle" idx="1"/>
          </p:nvPr>
        </p:nvSpPr>
        <p:spPr>
          <a:xfrm>
            <a:off x="1876424" y="4559301"/>
            <a:ext cx="8791575" cy="1655762"/>
          </a:xfrm>
        </p:spPr>
        <p:txBody>
          <a:bodyPr/>
          <a:lstStyle/>
          <a:p>
            <a:r>
              <a:rPr lang="en-US" dirty="0">
                <a:solidFill>
                  <a:schemeClr val="bg1"/>
                </a:solidFill>
              </a:rPr>
              <a:t>						</a:t>
            </a:r>
            <a:r>
              <a:rPr lang="en-US" sz="2400" dirty="0">
                <a:solidFill>
                  <a:schemeClr val="bg1"/>
                </a:solidFill>
                <a:latin typeface="Bauhaus 93" panose="04030905020B02020C02" pitchFamily="82" charset="0"/>
              </a:rPr>
              <a:t>BY:</a:t>
            </a:r>
          </a:p>
          <a:p>
            <a:r>
              <a:rPr lang="en-US" sz="2400" dirty="0">
                <a:solidFill>
                  <a:schemeClr val="bg1"/>
                </a:solidFill>
                <a:latin typeface="Bauhaus 93" panose="04030905020B02020C02" pitchFamily="82" charset="0"/>
              </a:rPr>
              <a:t>							ROSHNI PATOA</a:t>
            </a:r>
          </a:p>
        </p:txBody>
      </p:sp>
      <p:sp>
        <p:nvSpPr>
          <p:cNvPr id="4" name="TextBox 3">
            <a:extLst>
              <a:ext uri="{FF2B5EF4-FFF2-40B4-BE49-F238E27FC236}">
                <a16:creationId xmlns:a16="http://schemas.microsoft.com/office/drawing/2014/main" id="{8470E54E-C719-33CA-B55E-D4EDFD272918}"/>
              </a:ext>
            </a:extLst>
          </p:cNvPr>
          <p:cNvSpPr txBox="1"/>
          <p:nvPr/>
        </p:nvSpPr>
        <p:spPr>
          <a:xfrm>
            <a:off x="7329489" y="342900"/>
            <a:ext cx="4457700" cy="369332"/>
          </a:xfrm>
          <a:prstGeom prst="rect">
            <a:avLst/>
          </a:prstGeom>
          <a:noFill/>
        </p:spPr>
        <p:txBody>
          <a:bodyPr wrap="square" rtlCol="0">
            <a:spAutoFit/>
          </a:bodyPr>
          <a:lstStyle/>
          <a:p>
            <a:r>
              <a:rPr lang="en-US" dirty="0">
                <a:solidFill>
                  <a:schemeClr val="bg1"/>
                </a:solidFill>
                <a:latin typeface="Bradley Hand ITC" panose="03070402050302030203" pitchFamily="66" charset="0"/>
              </a:rPr>
              <a:t>COMPUTER SYSTEM ARCHITECTURE</a:t>
            </a:r>
          </a:p>
        </p:txBody>
      </p:sp>
    </p:spTree>
    <p:extLst>
      <p:ext uri="{BB962C8B-B14F-4D97-AF65-F5344CB8AC3E}">
        <p14:creationId xmlns:p14="http://schemas.microsoft.com/office/powerpoint/2010/main" val="12087899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FD3B0F-E2FD-E156-7022-8EFCED276285}"/>
              </a:ext>
            </a:extLst>
          </p:cNvPr>
          <p:cNvSpPr>
            <a:spLocks noGrp="1"/>
          </p:cNvSpPr>
          <p:nvPr>
            <p:ph type="title"/>
          </p:nvPr>
        </p:nvSpPr>
        <p:spPr>
          <a:xfrm>
            <a:off x="1143001" y="185738"/>
            <a:ext cx="9905998" cy="1478570"/>
          </a:xfrm>
        </p:spPr>
        <p:txBody>
          <a:bodyPr>
            <a:normAutofit fontScale="90000"/>
          </a:bodyPr>
          <a:lstStyle/>
          <a:p>
            <a:pPr algn="ctr"/>
            <a:r>
              <a:rPr lang="en-US" sz="4800" dirty="0">
                <a:solidFill>
                  <a:schemeClr val="bg1"/>
                </a:solidFill>
                <a:latin typeface="Bodoni MT Black" panose="02070A03080606020203" pitchFamily="18" charset="0"/>
              </a:rPr>
              <a:t>IMPLEMENTATION OF FULL ADDER USING HALF ADDERS</a:t>
            </a:r>
          </a:p>
        </p:txBody>
      </p:sp>
      <p:sp>
        <p:nvSpPr>
          <p:cNvPr id="6" name="TextBox 5">
            <a:extLst>
              <a:ext uri="{FF2B5EF4-FFF2-40B4-BE49-F238E27FC236}">
                <a16:creationId xmlns:a16="http://schemas.microsoft.com/office/drawing/2014/main" id="{81215BE8-C00B-501B-19CB-1470DE5308A5}"/>
              </a:ext>
            </a:extLst>
          </p:cNvPr>
          <p:cNvSpPr txBox="1"/>
          <p:nvPr/>
        </p:nvSpPr>
        <p:spPr>
          <a:xfrm>
            <a:off x="1141413" y="1785938"/>
            <a:ext cx="10017125" cy="954107"/>
          </a:xfrm>
          <a:prstGeom prst="rect">
            <a:avLst/>
          </a:prstGeom>
          <a:noFill/>
        </p:spPr>
        <p:txBody>
          <a:bodyPr wrap="square" rtlCol="0">
            <a:spAutoFit/>
          </a:bodyPr>
          <a:lstStyle/>
          <a:p>
            <a:pPr rtl="0" fontAlgn="base"/>
            <a:r>
              <a:rPr lang="en-US" sz="2800" dirty="0">
                <a:solidFill>
                  <a:schemeClr val="bg1"/>
                </a:solidFill>
                <a:latin typeface="Bahnschrift" panose="020B0502040204020203" pitchFamily="34" charset="0"/>
              </a:rPr>
              <a:t>The logic diagram of the full adder using two half adders is shown below:</a:t>
            </a:r>
          </a:p>
        </p:txBody>
      </p:sp>
      <p:pic>
        <p:nvPicPr>
          <p:cNvPr id="4" name="Picture 3">
            <a:extLst>
              <a:ext uri="{FF2B5EF4-FFF2-40B4-BE49-F238E27FC236}">
                <a16:creationId xmlns:a16="http://schemas.microsoft.com/office/drawing/2014/main" id="{94434DBA-5843-C15C-92FD-C67D04D0B509}"/>
              </a:ext>
            </a:extLst>
          </p:cNvPr>
          <p:cNvPicPr>
            <a:picLocks noChangeAspect="1"/>
          </p:cNvPicPr>
          <p:nvPr/>
        </p:nvPicPr>
        <p:blipFill>
          <a:blip r:embed="rId2"/>
          <a:stretch>
            <a:fillRect/>
          </a:stretch>
        </p:blipFill>
        <p:spPr>
          <a:xfrm>
            <a:off x="2394888" y="2861675"/>
            <a:ext cx="7402223" cy="3110060"/>
          </a:xfrm>
          <a:prstGeom prst="rect">
            <a:avLst/>
          </a:prstGeom>
        </p:spPr>
      </p:pic>
    </p:spTree>
    <p:extLst>
      <p:ext uri="{BB962C8B-B14F-4D97-AF65-F5344CB8AC3E}">
        <p14:creationId xmlns:p14="http://schemas.microsoft.com/office/powerpoint/2010/main" val="19018948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531AD6-69F4-A88A-6DA2-818EC4AAFD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FEF139-9BDA-DED8-42F0-CDDCF6695004}"/>
              </a:ext>
            </a:extLst>
          </p:cNvPr>
          <p:cNvSpPr>
            <a:spLocks noGrp="1"/>
          </p:cNvSpPr>
          <p:nvPr>
            <p:ph type="title"/>
          </p:nvPr>
        </p:nvSpPr>
        <p:spPr>
          <a:xfrm>
            <a:off x="1143001" y="185738"/>
            <a:ext cx="9905998" cy="1478570"/>
          </a:xfrm>
        </p:spPr>
        <p:txBody>
          <a:bodyPr>
            <a:normAutofit fontScale="90000"/>
          </a:bodyPr>
          <a:lstStyle/>
          <a:p>
            <a:pPr algn="ctr"/>
            <a:r>
              <a:rPr lang="en-US" sz="4800" dirty="0">
                <a:solidFill>
                  <a:schemeClr val="bg1"/>
                </a:solidFill>
                <a:latin typeface="Bodoni MT Black" panose="02070A03080606020203" pitchFamily="18" charset="0"/>
              </a:rPr>
              <a:t>IMPLEMENTATION OF FULL ADDER USING HALF ADDERS</a:t>
            </a:r>
          </a:p>
        </p:txBody>
      </p:sp>
      <p:sp>
        <p:nvSpPr>
          <p:cNvPr id="6" name="TextBox 5">
            <a:extLst>
              <a:ext uri="{FF2B5EF4-FFF2-40B4-BE49-F238E27FC236}">
                <a16:creationId xmlns:a16="http://schemas.microsoft.com/office/drawing/2014/main" id="{CBC21EE1-9D4D-B7D2-8E5A-3CFABB669167}"/>
              </a:ext>
            </a:extLst>
          </p:cNvPr>
          <p:cNvSpPr txBox="1"/>
          <p:nvPr/>
        </p:nvSpPr>
        <p:spPr>
          <a:xfrm>
            <a:off x="1141413" y="1785938"/>
            <a:ext cx="10017125" cy="954107"/>
          </a:xfrm>
          <a:prstGeom prst="rect">
            <a:avLst/>
          </a:prstGeom>
          <a:noFill/>
        </p:spPr>
        <p:txBody>
          <a:bodyPr wrap="square" rtlCol="0">
            <a:spAutoFit/>
          </a:bodyPr>
          <a:lstStyle/>
          <a:p>
            <a:pPr rtl="0" fontAlgn="base"/>
            <a:r>
              <a:rPr lang="en-US" sz="2800" dirty="0">
                <a:solidFill>
                  <a:schemeClr val="bg1"/>
                </a:solidFill>
                <a:latin typeface="Bahnschrift" panose="020B0502040204020203" pitchFamily="34" charset="0"/>
              </a:rPr>
              <a:t>The block diagram of the full adder using two half adders is shown below:</a:t>
            </a:r>
          </a:p>
        </p:txBody>
      </p:sp>
      <p:pic>
        <p:nvPicPr>
          <p:cNvPr id="5" name="Picture 4">
            <a:extLst>
              <a:ext uri="{FF2B5EF4-FFF2-40B4-BE49-F238E27FC236}">
                <a16:creationId xmlns:a16="http://schemas.microsoft.com/office/drawing/2014/main" id="{6D2DB35B-A618-01FC-0B6D-0D54EF729075}"/>
              </a:ext>
            </a:extLst>
          </p:cNvPr>
          <p:cNvPicPr>
            <a:picLocks noChangeAspect="1"/>
          </p:cNvPicPr>
          <p:nvPr/>
        </p:nvPicPr>
        <p:blipFill>
          <a:blip r:embed="rId2"/>
          <a:stretch>
            <a:fillRect/>
          </a:stretch>
        </p:blipFill>
        <p:spPr>
          <a:xfrm>
            <a:off x="1548748" y="3157442"/>
            <a:ext cx="9094503" cy="2157509"/>
          </a:xfrm>
          <a:prstGeom prst="rect">
            <a:avLst/>
          </a:prstGeom>
        </p:spPr>
      </p:pic>
    </p:spTree>
    <p:extLst>
      <p:ext uri="{BB962C8B-B14F-4D97-AF65-F5344CB8AC3E}">
        <p14:creationId xmlns:p14="http://schemas.microsoft.com/office/powerpoint/2010/main" val="28568882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743D7F-0EE7-B2CC-9ADA-5FFB0ED3F3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047850-5169-0D9B-48A5-AF7B11702EEE}"/>
              </a:ext>
            </a:extLst>
          </p:cNvPr>
          <p:cNvSpPr>
            <a:spLocks noGrp="1"/>
          </p:cNvSpPr>
          <p:nvPr>
            <p:ph type="title"/>
          </p:nvPr>
        </p:nvSpPr>
        <p:spPr>
          <a:xfrm>
            <a:off x="1143001" y="185738"/>
            <a:ext cx="9905998" cy="1478570"/>
          </a:xfrm>
        </p:spPr>
        <p:txBody>
          <a:bodyPr>
            <a:normAutofit fontScale="90000"/>
          </a:bodyPr>
          <a:lstStyle/>
          <a:p>
            <a:pPr algn="ctr"/>
            <a:r>
              <a:rPr lang="en-US" sz="4800" dirty="0">
                <a:solidFill>
                  <a:schemeClr val="bg1"/>
                </a:solidFill>
                <a:latin typeface="Bodoni MT Black" panose="02070A03080606020203" pitchFamily="18" charset="0"/>
              </a:rPr>
              <a:t>IMPLEMENTATION OF FULL ADDER USING HALF ADDERS</a:t>
            </a:r>
          </a:p>
        </p:txBody>
      </p:sp>
      <p:pic>
        <p:nvPicPr>
          <p:cNvPr id="4" name="Picture 3">
            <a:extLst>
              <a:ext uri="{FF2B5EF4-FFF2-40B4-BE49-F238E27FC236}">
                <a16:creationId xmlns:a16="http://schemas.microsoft.com/office/drawing/2014/main" id="{701E05DD-C72D-D66F-F7AF-9D376559FC66}"/>
              </a:ext>
            </a:extLst>
          </p:cNvPr>
          <p:cNvPicPr>
            <a:picLocks noChangeAspect="1"/>
          </p:cNvPicPr>
          <p:nvPr/>
        </p:nvPicPr>
        <p:blipFill>
          <a:blip r:embed="rId2">
            <a:extLst>
              <a:ext uri="{28A0092B-C50C-407E-A947-70E740481C1C}">
                <a14:useLocalDpi xmlns:a14="http://schemas.microsoft.com/office/drawing/2010/main" val="0"/>
              </a:ext>
            </a:extLst>
          </a:blip>
          <a:srcRect l="5039"/>
          <a:stretch/>
        </p:blipFill>
        <p:spPr>
          <a:xfrm>
            <a:off x="1743075" y="1810571"/>
            <a:ext cx="8943976" cy="4709292"/>
          </a:xfrm>
          <a:prstGeom prst="rect">
            <a:avLst/>
          </a:prstGeom>
        </p:spPr>
      </p:pic>
    </p:spTree>
    <p:extLst>
      <p:ext uri="{BB962C8B-B14F-4D97-AF65-F5344CB8AC3E}">
        <p14:creationId xmlns:p14="http://schemas.microsoft.com/office/powerpoint/2010/main" val="29654970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B93D012-D96E-0A21-2AAF-4C94D8B69749}"/>
              </a:ext>
            </a:extLst>
          </p:cNvPr>
          <p:cNvSpPr txBox="1"/>
          <p:nvPr/>
        </p:nvSpPr>
        <p:spPr>
          <a:xfrm>
            <a:off x="857250" y="2090172"/>
            <a:ext cx="10744200" cy="2677656"/>
          </a:xfrm>
          <a:prstGeom prst="rect">
            <a:avLst/>
          </a:prstGeom>
          <a:noFill/>
        </p:spPr>
        <p:txBody>
          <a:bodyPr wrap="square">
            <a:spAutoFit/>
          </a:bodyPr>
          <a:lstStyle/>
          <a:p>
            <a:pPr algn="just"/>
            <a:r>
              <a:rPr lang="en-US" sz="2400" b="0" i="0" dirty="0">
                <a:solidFill>
                  <a:srgbClr val="000000"/>
                </a:solidFill>
                <a:effectLst/>
                <a:latin typeface="Bahnschrift" panose="020B0502040204020203" pitchFamily="34" charset="0"/>
              </a:rPr>
              <a:t>From the logic diagram of the full adder using half adders, it is clear that we require two XOR gates, two AND gates and one OR gate for the implementation of a full adder circuit using half-adders.</a:t>
            </a:r>
          </a:p>
          <a:p>
            <a:pPr algn="just"/>
            <a:r>
              <a:rPr lang="en-US" sz="2400" b="0" i="0" dirty="0">
                <a:solidFill>
                  <a:srgbClr val="000000"/>
                </a:solidFill>
                <a:effectLst/>
                <a:latin typeface="Bahnschrift" panose="020B0502040204020203" pitchFamily="34" charset="0"/>
              </a:rPr>
              <a:t>However, the implementation of full adder using half adder has a major disadvantage that is the increased propagation delay. That means, the input bits must propagate through several gates in succession that increases the total propagation delay of the full adder circuit.</a:t>
            </a:r>
          </a:p>
        </p:txBody>
      </p:sp>
      <p:sp>
        <p:nvSpPr>
          <p:cNvPr id="6" name="Title 1">
            <a:extLst>
              <a:ext uri="{FF2B5EF4-FFF2-40B4-BE49-F238E27FC236}">
                <a16:creationId xmlns:a16="http://schemas.microsoft.com/office/drawing/2014/main" id="{ACE094F5-2438-A372-706C-B75750B4265A}"/>
              </a:ext>
            </a:extLst>
          </p:cNvPr>
          <p:cNvSpPr txBox="1">
            <a:spLocks/>
          </p:cNvSpPr>
          <p:nvPr/>
        </p:nvSpPr>
        <p:spPr>
          <a:xfrm>
            <a:off x="1143001" y="185738"/>
            <a:ext cx="9905998" cy="1478570"/>
          </a:xfrm>
          <a:prstGeom prst="rect">
            <a:avLst/>
          </a:prstGeom>
        </p:spPr>
        <p:txBody>
          <a:bodyPr vert="horz" lIns="91440" tIns="45720" rIns="91440" bIns="45720" rtlCol="0" anchor="ctr">
            <a:normAutofit fontScale="90000"/>
          </a:bodyPr>
          <a:lst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a:lstStyle>
          <a:p>
            <a:pPr algn="ctr"/>
            <a:r>
              <a:rPr lang="en-US" sz="4800">
                <a:solidFill>
                  <a:schemeClr val="bg1"/>
                </a:solidFill>
                <a:latin typeface="Bodoni MT Black" panose="02070A03080606020203" pitchFamily="18" charset="0"/>
              </a:rPr>
              <a:t>IMPLEMENTATION OF FULL ADDER USING HALF ADDERS</a:t>
            </a:r>
            <a:endParaRPr lang="en-US" sz="4800" dirty="0">
              <a:solidFill>
                <a:schemeClr val="bg1"/>
              </a:solidFill>
              <a:latin typeface="Bodoni MT Black" panose="02070A03080606020203" pitchFamily="18" charset="0"/>
            </a:endParaRPr>
          </a:p>
        </p:txBody>
      </p:sp>
    </p:spTree>
    <p:extLst>
      <p:ext uri="{BB962C8B-B14F-4D97-AF65-F5344CB8AC3E}">
        <p14:creationId xmlns:p14="http://schemas.microsoft.com/office/powerpoint/2010/main" val="150195545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docProps/app.xml><?xml version="1.0" encoding="utf-8"?>
<Properties xmlns="http://schemas.openxmlformats.org/officeDocument/2006/extended-properties" xmlns:vt="http://schemas.openxmlformats.org/officeDocument/2006/docPropsVTypes">
  <Template>Circuit</Template>
  <TotalTime>200</TotalTime>
  <Words>166</Words>
  <Application>Microsoft Office PowerPoint</Application>
  <PresentationFormat>Widescreen</PresentationFormat>
  <Paragraphs>12</Paragraphs>
  <Slides>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vt:i4>
      </vt:variant>
    </vt:vector>
  </HeadingPairs>
  <TitlesOfParts>
    <vt:vector size="13" baseType="lpstr">
      <vt:lpstr>Arial</vt:lpstr>
      <vt:lpstr>Bahnschrift</vt:lpstr>
      <vt:lpstr>Bauhaus 93</vt:lpstr>
      <vt:lpstr>Berlin Sans FB Demi</vt:lpstr>
      <vt:lpstr>Bodoni MT Black</vt:lpstr>
      <vt:lpstr>Bradley Hand ITC</vt:lpstr>
      <vt:lpstr>Tw Cen MT</vt:lpstr>
      <vt:lpstr>Circuit</vt:lpstr>
      <vt:lpstr>COMBINATIONAL CIRCUITS</vt:lpstr>
      <vt:lpstr>IMPLEMENTATION OF FULL ADDER USING HALF ADDERS</vt:lpstr>
      <vt:lpstr>IMPLEMENTATION OF FULL ADDER USING HALF ADDERS</vt:lpstr>
      <vt:lpstr>IMPLEMENTATION OF FULL ADDER USING HALF ADDERS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Roshni Patoa</dc:creator>
  <cp:lastModifiedBy>Roshni Patoa</cp:lastModifiedBy>
  <cp:revision>1</cp:revision>
  <dcterms:created xsi:type="dcterms:W3CDTF">2025-01-16T06:31:18Z</dcterms:created>
  <dcterms:modified xsi:type="dcterms:W3CDTF">2025-02-10T05:29:07Z</dcterms:modified>
</cp:coreProperties>
</file>