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79" r:id="rId4"/>
    <p:sldId id="281" r:id="rId5"/>
    <p:sldId id="280" r:id="rId6"/>
    <p:sldId id="282" r:id="rId7"/>
    <p:sldId id="283" r:id="rId8"/>
    <p:sldId id="284" r:id="rId9"/>
    <p:sldId id="285" r:id="rId10"/>
    <p:sldId id="286" r:id="rId11"/>
    <p:sldId id="287"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394A28-DD18-4A38-BBFD-19969CC59632}" v="1" dt="2025-02-07T07:12:28.61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7" d="100"/>
          <a:sy n="67" d="100"/>
        </p:scale>
        <p:origin x="78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shni Patoa" userId="fed91864c60e3dfe" providerId="LiveId" clId="{C81E4981-5F32-4E84-9BDD-D63D3222DBE3}"/>
    <pc:docChg chg="custSel delSld modSld">
      <pc:chgData name="Roshni Patoa" userId="fed91864c60e3dfe" providerId="LiveId" clId="{C81E4981-5F32-4E84-9BDD-D63D3222DBE3}" dt="2025-01-31T05:07:35.975" v="288" actId="2696"/>
      <pc:docMkLst>
        <pc:docMk/>
      </pc:docMkLst>
      <pc:sldChg chg="addSp delSp modSp mod">
        <pc:chgData name="Roshni Patoa" userId="fed91864c60e3dfe" providerId="LiveId" clId="{C81E4981-5F32-4E84-9BDD-D63D3222DBE3}" dt="2025-01-31T05:00:41.008" v="54" actId="1076"/>
        <pc:sldMkLst>
          <pc:docMk/>
          <pc:sldMk cId="1901894884" sldId="257"/>
        </pc:sldMkLst>
        <pc:spChg chg="mod">
          <ac:chgData name="Roshni Patoa" userId="fed91864c60e3dfe" providerId="LiveId" clId="{C81E4981-5F32-4E84-9BDD-D63D3222DBE3}" dt="2025-01-31T04:55:50.569" v="9" actId="20577"/>
          <ac:spMkLst>
            <pc:docMk/>
            <pc:sldMk cId="1901894884" sldId="257"/>
            <ac:spMk id="2" creationId="{C7FD3B0F-E2FD-E156-7022-8EFCED276285}"/>
          </ac:spMkLst>
        </pc:spChg>
        <pc:spChg chg="mod">
          <ac:chgData name="Roshni Patoa" userId="fed91864c60e3dfe" providerId="LiveId" clId="{C81E4981-5F32-4E84-9BDD-D63D3222DBE3}" dt="2025-01-31T04:57:05.958" v="49" actId="1076"/>
          <ac:spMkLst>
            <pc:docMk/>
            <pc:sldMk cId="1901894884" sldId="257"/>
            <ac:spMk id="6" creationId="{81215BE8-C00B-501B-19CB-1470DE5308A5}"/>
          </ac:spMkLst>
        </pc:spChg>
      </pc:sldChg>
      <pc:sldChg chg="modSp mod">
        <pc:chgData name="Roshni Patoa" userId="fed91864c60e3dfe" providerId="LiveId" clId="{C81E4981-5F32-4E84-9BDD-D63D3222DBE3}" dt="2025-01-31T05:01:29.009" v="109" actId="20577"/>
        <pc:sldMkLst>
          <pc:docMk/>
          <pc:sldMk cId="1501955450" sldId="258"/>
        </pc:sldMkLst>
      </pc:sldChg>
      <pc:sldChg chg="addSp delSp modSp mod">
        <pc:chgData name="Roshni Patoa" userId="fed91864c60e3dfe" providerId="LiveId" clId="{C81E4981-5F32-4E84-9BDD-D63D3222DBE3}" dt="2025-01-31T05:02:18.021" v="116" actId="1076"/>
        <pc:sldMkLst>
          <pc:docMk/>
          <pc:sldMk cId="538336606" sldId="259"/>
        </pc:sldMkLst>
        <pc:spChg chg="mod">
          <ac:chgData name="Roshni Patoa" userId="fed91864c60e3dfe" providerId="LiveId" clId="{C81E4981-5F32-4E84-9BDD-D63D3222DBE3}" dt="2025-01-31T05:02:18.021" v="116" actId="1076"/>
          <ac:spMkLst>
            <pc:docMk/>
            <pc:sldMk cId="538336606" sldId="259"/>
            <ac:spMk id="2" creationId="{33C9F07C-48DB-05F2-97B6-12AE64E3B764}"/>
          </ac:spMkLst>
        </pc:spChg>
        <pc:picChg chg="add mod">
          <ac:chgData name="Roshni Patoa" userId="fed91864c60e3dfe" providerId="LiveId" clId="{C81E4981-5F32-4E84-9BDD-D63D3222DBE3}" dt="2025-01-31T05:02:14.848" v="115" actId="1076"/>
          <ac:picMkLst>
            <pc:docMk/>
            <pc:sldMk cId="538336606" sldId="259"/>
            <ac:picMk id="4" creationId="{E767ECB4-2BA6-7ED3-A57C-C70908ED2567}"/>
          </ac:picMkLst>
        </pc:picChg>
      </pc:sldChg>
      <pc:sldChg chg="modSp mod">
        <pc:chgData name="Roshni Patoa" userId="fed91864c60e3dfe" providerId="LiveId" clId="{C81E4981-5F32-4E84-9BDD-D63D3222DBE3}" dt="2025-01-31T05:03:04.674" v="161" actId="1076"/>
        <pc:sldMkLst>
          <pc:docMk/>
          <pc:sldMk cId="131755128" sldId="260"/>
        </pc:sldMkLst>
        <pc:spChg chg="mod">
          <ac:chgData name="Roshni Patoa" userId="fed91864c60e3dfe" providerId="LiveId" clId="{C81E4981-5F32-4E84-9BDD-D63D3222DBE3}" dt="2025-01-31T05:02:58.040" v="159" actId="20577"/>
          <ac:spMkLst>
            <pc:docMk/>
            <pc:sldMk cId="131755128" sldId="260"/>
            <ac:spMk id="3" creationId="{0BE0ED42-4A96-374C-BEF0-6AA93A6657EF}"/>
          </ac:spMkLst>
        </pc:spChg>
        <pc:spChg chg="mod">
          <ac:chgData name="Roshni Patoa" userId="fed91864c60e3dfe" providerId="LiveId" clId="{C81E4981-5F32-4E84-9BDD-D63D3222DBE3}" dt="2025-01-31T05:03:04.674" v="161" actId="1076"/>
          <ac:spMkLst>
            <pc:docMk/>
            <pc:sldMk cId="131755128" sldId="260"/>
            <ac:spMk id="4" creationId="{AF7415C8-700B-7E60-E768-DE5794CA4ADE}"/>
          </ac:spMkLst>
        </pc:spChg>
      </pc:sldChg>
      <pc:sldChg chg="addSp delSp modSp mod">
        <pc:chgData name="Roshni Patoa" userId="fed91864c60e3dfe" providerId="LiveId" clId="{C81E4981-5F32-4E84-9BDD-D63D3222DBE3}" dt="2025-01-31T05:04:51.293" v="178" actId="1076"/>
        <pc:sldMkLst>
          <pc:docMk/>
          <pc:sldMk cId="561393703" sldId="263"/>
        </pc:sldMkLst>
        <pc:spChg chg="mod">
          <ac:chgData name="Roshni Patoa" userId="fed91864c60e3dfe" providerId="LiveId" clId="{C81E4981-5F32-4E84-9BDD-D63D3222DBE3}" dt="2025-01-31T05:03:36.842" v="172"/>
          <ac:spMkLst>
            <pc:docMk/>
            <pc:sldMk cId="561393703" sldId="263"/>
            <ac:spMk id="2" creationId="{282CCBB4-A3B1-BEBD-D602-724B4F99E4EA}"/>
          </ac:spMkLst>
        </pc:spChg>
        <pc:picChg chg="add mod">
          <ac:chgData name="Roshni Patoa" userId="fed91864c60e3dfe" providerId="LiveId" clId="{C81E4981-5F32-4E84-9BDD-D63D3222DBE3}" dt="2025-01-31T05:04:51.293" v="178" actId="1076"/>
          <ac:picMkLst>
            <pc:docMk/>
            <pc:sldMk cId="561393703" sldId="263"/>
            <ac:picMk id="8" creationId="{1A2030F1-275E-11D7-6F50-6468679AB3D3}"/>
          </ac:picMkLst>
        </pc:picChg>
      </pc:sldChg>
      <pc:sldChg chg="modSp mod">
        <pc:chgData name="Roshni Patoa" userId="fed91864c60e3dfe" providerId="LiveId" clId="{C81E4981-5F32-4E84-9BDD-D63D3222DBE3}" dt="2025-01-31T05:07:25.464" v="287" actId="20577"/>
        <pc:sldMkLst>
          <pc:docMk/>
          <pc:sldMk cId="2095114534" sldId="264"/>
        </pc:sldMkLst>
        <pc:spChg chg="mod">
          <ac:chgData name="Roshni Patoa" userId="fed91864c60e3dfe" providerId="LiveId" clId="{C81E4981-5F32-4E84-9BDD-D63D3222DBE3}" dt="2025-01-31T05:07:25.464" v="287" actId="20577"/>
          <ac:spMkLst>
            <pc:docMk/>
            <pc:sldMk cId="2095114534" sldId="264"/>
            <ac:spMk id="6" creationId="{37D8AFC3-36FF-D657-328D-8E4BA9B16CB7}"/>
          </ac:spMkLst>
        </pc:spChg>
      </pc:sldChg>
      <pc:sldChg chg="del">
        <pc:chgData name="Roshni Patoa" userId="fed91864c60e3dfe" providerId="LiveId" clId="{C81E4981-5F32-4E84-9BDD-D63D3222DBE3}" dt="2025-01-31T05:07:35.975" v="288" actId="2696"/>
        <pc:sldMkLst>
          <pc:docMk/>
          <pc:sldMk cId="2284109313" sldId="275"/>
        </pc:sldMkLst>
      </pc:sldChg>
      <pc:sldChg chg="modSp mod">
        <pc:chgData name="Roshni Patoa" userId="fed91864c60e3dfe" providerId="LiveId" clId="{C81E4981-5F32-4E84-9BDD-D63D3222DBE3}" dt="2025-01-31T05:05:58.594" v="244" actId="20577"/>
        <pc:sldMkLst>
          <pc:docMk/>
          <pc:sldMk cId="2532286422" sldId="278"/>
        </pc:sldMkLst>
        <pc:spChg chg="mod">
          <ac:chgData name="Roshni Patoa" userId="fed91864c60e3dfe" providerId="LiveId" clId="{C81E4981-5F32-4E84-9BDD-D63D3222DBE3}" dt="2025-01-31T05:05:03.357" v="179"/>
          <ac:spMkLst>
            <pc:docMk/>
            <pc:sldMk cId="2532286422" sldId="278"/>
            <ac:spMk id="2" creationId="{6FD604BB-1FBD-890D-8F8A-42BE9487E626}"/>
          </ac:spMkLst>
        </pc:spChg>
        <pc:spChg chg="mod">
          <ac:chgData name="Roshni Patoa" userId="fed91864c60e3dfe" providerId="LiveId" clId="{C81E4981-5F32-4E84-9BDD-D63D3222DBE3}" dt="2025-01-31T05:05:58.594" v="244" actId="20577"/>
          <ac:spMkLst>
            <pc:docMk/>
            <pc:sldMk cId="2532286422" sldId="278"/>
            <ac:spMk id="6" creationId="{4EA9DA15-2F3D-9168-C954-50EF9EC6DBBD}"/>
          </ac:spMkLst>
        </pc:spChg>
      </pc:sldChg>
    </pc:docChg>
  </pc:docChgLst>
  <pc:docChgLst>
    <pc:chgData name="Roshni Patoa" userId="fed91864c60e3dfe" providerId="LiveId" clId="{1C8F049D-CBD5-42D3-B0DB-D3B1D0918E68}"/>
    <pc:docChg chg="undo custSel addSld modSld">
      <pc:chgData name="Roshni Patoa" userId="fed91864c60e3dfe" providerId="LiveId" clId="{1C8F049D-CBD5-42D3-B0DB-D3B1D0918E68}" dt="2025-01-28T16:44:53.458" v="488" actId="20577"/>
      <pc:docMkLst>
        <pc:docMk/>
      </pc:docMkLst>
      <pc:sldChg chg="modSp mod">
        <pc:chgData name="Roshni Patoa" userId="fed91864c60e3dfe" providerId="LiveId" clId="{1C8F049D-CBD5-42D3-B0DB-D3B1D0918E68}" dt="2025-01-28T16:27:06.134" v="38" actId="14100"/>
        <pc:sldMkLst>
          <pc:docMk/>
          <pc:sldMk cId="1208789959" sldId="256"/>
        </pc:sldMkLst>
        <pc:spChg chg="mod">
          <ac:chgData name="Roshni Patoa" userId="fed91864c60e3dfe" providerId="LiveId" clId="{1C8F049D-CBD5-42D3-B0DB-D3B1D0918E68}" dt="2025-01-28T16:27:06.134" v="38" actId="14100"/>
          <ac:spMkLst>
            <pc:docMk/>
            <pc:sldMk cId="1208789959" sldId="256"/>
            <ac:spMk id="2" creationId="{2F6FA0C8-9BC6-0025-AA62-C48E1A10F66C}"/>
          </ac:spMkLst>
        </pc:spChg>
      </pc:sldChg>
      <pc:sldChg chg="addSp modSp mod">
        <pc:chgData name="Roshni Patoa" userId="fed91864c60e3dfe" providerId="LiveId" clId="{1C8F049D-CBD5-42D3-B0DB-D3B1D0918E68}" dt="2025-01-28T16:40:13.426" v="325" actId="1076"/>
        <pc:sldMkLst>
          <pc:docMk/>
          <pc:sldMk cId="1901894884" sldId="257"/>
        </pc:sldMkLst>
        <pc:spChg chg="mod">
          <ac:chgData name="Roshni Patoa" userId="fed91864c60e3dfe" providerId="LiveId" clId="{1C8F049D-CBD5-42D3-B0DB-D3B1D0918E68}" dt="2025-01-28T16:27:26.449" v="66" actId="20577"/>
          <ac:spMkLst>
            <pc:docMk/>
            <pc:sldMk cId="1901894884" sldId="257"/>
            <ac:spMk id="2" creationId="{C7FD3B0F-E2FD-E156-7022-8EFCED276285}"/>
          </ac:spMkLst>
        </pc:spChg>
        <pc:spChg chg="mod">
          <ac:chgData name="Roshni Patoa" userId="fed91864c60e3dfe" providerId="LiveId" clId="{1C8F049D-CBD5-42D3-B0DB-D3B1D0918E68}" dt="2025-01-28T16:28:19.464" v="141" actId="6549"/>
          <ac:spMkLst>
            <pc:docMk/>
            <pc:sldMk cId="1901894884" sldId="257"/>
            <ac:spMk id="6" creationId="{81215BE8-C00B-501B-19CB-1470DE5308A5}"/>
          </ac:spMkLst>
        </pc:spChg>
      </pc:sldChg>
      <pc:sldChg chg="addSp delSp modSp mod">
        <pc:chgData name="Roshni Patoa" userId="fed91864c60e3dfe" providerId="LiveId" clId="{1C8F049D-CBD5-42D3-B0DB-D3B1D0918E68}" dt="2025-01-28T16:30:47.156" v="191" actId="15"/>
        <pc:sldMkLst>
          <pc:docMk/>
          <pc:sldMk cId="1501955450" sldId="258"/>
        </pc:sldMkLst>
        <pc:spChg chg="mod">
          <ac:chgData name="Roshni Patoa" userId="fed91864c60e3dfe" providerId="LiveId" clId="{1C8F049D-CBD5-42D3-B0DB-D3B1D0918E68}" dt="2025-01-28T16:29:27.620" v="151" actId="20577"/>
          <ac:spMkLst>
            <pc:docMk/>
            <pc:sldMk cId="1501955450" sldId="258"/>
            <ac:spMk id="2" creationId="{F56B7D68-BA69-E924-71E0-AE71E7B154AC}"/>
          </ac:spMkLst>
        </pc:spChg>
      </pc:sldChg>
      <pc:sldChg chg="addSp delSp modSp mod">
        <pc:chgData name="Roshni Patoa" userId="fed91864c60e3dfe" providerId="LiveId" clId="{1C8F049D-CBD5-42D3-B0DB-D3B1D0918E68}" dt="2025-01-28T16:32:10.203" v="205" actId="1076"/>
        <pc:sldMkLst>
          <pc:docMk/>
          <pc:sldMk cId="538336606" sldId="259"/>
        </pc:sldMkLst>
        <pc:spChg chg="mod">
          <ac:chgData name="Roshni Patoa" userId="fed91864c60e3dfe" providerId="LiveId" clId="{1C8F049D-CBD5-42D3-B0DB-D3B1D0918E68}" dt="2025-01-28T16:31:50.382" v="201" actId="14100"/>
          <ac:spMkLst>
            <pc:docMk/>
            <pc:sldMk cId="538336606" sldId="259"/>
            <ac:spMk id="2" creationId="{33C9F07C-48DB-05F2-97B6-12AE64E3B764}"/>
          </ac:spMkLst>
        </pc:spChg>
      </pc:sldChg>
      <pc:sldChg chg="addSp delSp modSp mod">
        <pc:chgData name="Roshni Patoa" userId="fed91864c60e3dfe" providerId="LiveId" clId="{1C8F049D-CBD5-42D3-B0DB-D3B1D0918E68}" dt="2025-01-28T16:34:35.848" v="229" actId="1076"/>
        <pc:sldMkLst>
          <pc:docMk/>
          <pc:sldMk cId="131755128" sldId="260"/>
        </pc:sldMkLst>
        <pc:spChg chg="add mod">
          <ac:chgData name="Roshni Patoa" userId="fed91864c60e3dfe" providerId="LiveId" clId="{1C8F049D-CBD5-42D3-B0DB-D3B1D0918E68}" dt="2025-01-28T16:34:35.848" v="229" actId="1076"/>
          <ac:spMkLst>
            <pc:docMk/>
            <pc:sldMk cId="131755128" sldId="260"/>
            <ac:spMk id="3" creationId="{0BE0ED42-4A96-374C-BEF0-6AA93A6657EF}"/>
          </ac:spMkLst>
        </pc:spChg>
        <pc:spChg chg="mod">
          <ac:chgData name="Roshni Patoa" userId="fed91864c60e3dfe" providerId="LiveId" clId="{1C8F049D-CBD5-42D3-B0DB-D3B1D0918E68}" dt="2025-01-28T16:32:46.878" v="213" actId="1076"/>
          <ac:spMkLst>
            <pc:docMk/>
            <pc:sldMk cId="131755128" sldId="260"/>
            <ac:spMk id="4" creationId="{AF7415C8-700B-7E60-E768-DE5794CA4ADE}"/>
          </ac:spMkLst>
        </pc:spChg>
      </pc:sldChg>
      <pc:sldChg chg="addSp delSp modSp mod">
        <pc:chgData name="Roshni Patoa" userId="fed91864c60e3dfe" providerId="LiveId" clId="{1C8F049D-CBD5-42D3-B0DB-D3B1D0918E68}" dt="2025-01-28T16:36:31.351" v="254" actId="1076"/>
        <pc:sldMkLst>
          <pc:docMk/>
          <pc:sldMk cId="515961475" sldId="261"/>
        </pc:sldMkLst>
      </pc:sldChg>
      <pc:sldChg chg="addSp delSp modSp mod">
        <pc:chgData name="Roshni Patoa" userId="fed91864c60e3dfe" providerId="LiveId" clId="{1C8F049D-CBD5-42D3-B0DB-D3B1D0918E68}" dt="2025-01-28T16:37:56.198" v="288" actId="1076"/>
        <pc:sldMkLst>
          <pc:docMk/>
          <pc:sldMk cId="1795072283" sldId="262"/>
        </pc:sldMkLst>
      </pc:sldChg>
      <pc:sldChg chg="addSp delSp modSp mod">
        <pc:chgData name="Roshni Patoa" userId="fed91864c60e3dfe" providerId="LiveId" clId="{1C8F049D-CBD5-42D3-B0DB-D3B1D0918E68}" dt="2025-01-28T16:40:26.812" v="328" actId="1076"/>
        <pc:sldMkLst>
          <pc:docMk/>
          <pc:sldMk cId="561393703" sldId="263"/>
        </pc:sldMkLst>
        <pc:spChg chg="mod">
          <ac:chgData name="Roshni Patoa" userId="fed91864c60e3dfe" providerId="LiveId" clId="{1C8F049D-CBD5-42D3-B0DB-D3B1D0918E68}" dt="2025-01-28T16:39:22.287" v="319" actId="14100"/>
          <ac:spMkLst>
            <pc:docMk/>
            <pc:sldMk cId="561393703" sldId="263"/>
            <ac:spMk id="2" creationId="{282CCBB4-A3B1-BEBD-D602-724B4F99E4EA}"/>
          </ac:spMkLst>
        </pc:spChg>
      </pc:sldChg>
      <pc:sldChg chg="addSp delSp modSp mod">
        <pc:chgData name="Roshni Patoa" userId="fed91864c60e3dfe" providerId="LiveId" clId="{1C8F049D-CBD5-42D3-B0DB-D3B1D0918E68}" dt="2025-01-28T16:41:47.022" v="341" actId="14100"/>
        <pc:sldMkLst>
          <pc:docMk/>
          <pc:sldMk cId="2095114534" sldId="264"/>
        </pc:sldMkLst>
        <pc:spChg chg="mod">
          <ac:chgData name="Roshni Patoa" userId="fed91864c60e3dfe" providerId="LiveId" clId="{1C8F049D-CBD5-42D3-B0DB-D3B1D0918E68}" dt="2025-01-28T16:41:08.009" v="335" actId="20577"/>
          <ac:spMkLst>
            <pc:docMk/>
            <pc:sldMk cId="2095114534" sldId="264"/>
            <ac:spMk id="2" creationId="{52688C8C-6517-4BD7-CCF4-D29E70D41BF4}"/>
          </ac:spMkLst>
        </pc:spChg>
        <pc:spChg chg="add mod">
          <ac:chgData name="Roshni Patoa" userId="fed91864c60e3dfe" providerId="LiveId" clId="{1C8F049D-CBD5-42D3-B0DB-D3B1D0918E68}" dt="2025-01-28T16:41:47.022" v="341" actId="14100"/>
          <ac:spMkLst>
            <pc:docMk/>
            <pc:sldMk cId="2095114534" sldId="264"/>
            <ac:spMk id="6" creationId="{37D8AFC3-36FF-D657-328D-8E4BA9B16CB7}"/>
          </ac:spMkLst>
        </pc:spChg>
      </pc:sldChg>
      <pc:sldChg chg="addSp delSp modSp mod">
        <pc:chgData name="Roshni Patoa" userId="fed91864c60e3dfe" providerId="LiveId" clId="{1C8F049D-CBD5-42D3-B0DB-D3B1D0918E68}" dt="2025-01-28T16:44:53.458" v="488" actId="20577"/>
        <pc:sldMkLst>
          <pc:docMk/>
          <pc:sldMk cId="2618035276" sldId="265"/>
        </pc:sldMkLst>
      </pc:sldChg>
      <pc:sldChg chg="modSp add mod">
        <pc:chgData name="Roshni Patoa" userId="fed91864c60e3dfe" providerId="LiveId" clId="{1C8F049D-CBD5-42D3-B0DB-D3B1D0918E68}" dt="2025-01-28T16:42:36.455" v="356" actId="20577"/>
        <pc:sldMkLst>
          <pc:docMk/>
          <pc:sldMk cId="2284109313" sldId="275"/>
        </pc:sldMkLst>
      </pc:sldChg>
      <pc:sldChg chg="modSp add mod">
        <pc:chgData name="Roshni Patoa" userId="fed91864c60e3dfe" providerId="LiveId" clId="{1C8F049D-CBD5-42D3-B0DB-D3B1D0918E68}" dt="2025-01-28T16:43:03.270" v="366" actId="20577"/>
        <pc:sldMkLst>
          <pc:docMk/>
          <pc:sldMk cId="1723924596" sldId="276"/>
        </pc:sldMkLst>
      </pc:sldChg>
      <pc:sldChg chg="modSp add mod">
        <pc:chgData name="Roshni Patoa" userId="fed91864c60e3dfe" providerId="LiveId" clId="{1C8F049D-CBD5-42D3-B0DB-D3B1D0918E68}" dt="2025-01-28T16:43:30.393" v="386" actId="20577"/>
        <pc:sldMkLst>
          <pc:docMk/>
          <pc:sldMk cId="3476537138" sldId="277"/>
        </pc:sldMkLst>
      </pc:sldChg>
    </pc:docChg>
  </pc:docChgLst>
  <pc:docChgLst>
    <pc:chgData name="Roshni Patoa" userId="fed91864c60e3dfe" providerId="LiveId" clId="{A3B46C5F-90C5-48F1-9D5E-FFF17DC60175}"/>
    <pc:docChg chg="undo redo custSel addSld delSld modSld">
      <pc:chgData name="Roshni Patoa" userId="fed91864c60e3dfe" providerId="LiveId" clId="{A3B46C5F-90C5-48F1-9D5E-FFF17DC60175}" dt="2025-01-22T04:33:55.584" v="1085" actId="2696"/>
      <pc:docMkLst>
        <pc:docMk/>
      </pc:docMkLst>
      <pc:sldChg chg="modSp mod">
        <pc:chgData name="Roshni Patoa" userId="fed91864c60e3dfe" providerId="LiveId" clId="{A3B46C5F-90C5-48F1-9D5E-FFF17DC60175}" dt="2025-01-22T04:24:14.442" v="1060" actId="20577"/>
        <pc:sldMkLst>
          <pc:docMk/>
          <pc:sldMk cId="1501955450" sldId="258"/>
        </pc:sldMkLst>
      </pc:sldChg>
      <pc:sldChg chg="addSp modSp mod">
        <pc:chgData name="Roshni Patoa" userId="fed91864c60e3dfe" providerId="LiveId" clId="{A3B46C5F-90C5-48F1-9D5E-FFF17DC60175}" dt="2025-01-17T03:56:56.800" v="630" actId="1036"/>
        <pc:sldMkLst>
          <pc:docMk/>
          <pc:sldMk cId="561393703" sldId="263"/>
        </pc:sldMkLst>
      </pc:sldChg>
      <pc:sldChg chg="addSp modSp mod">
        <pc:chgData name="Roshni Patoa" userId="fed91864c60e3dfe" providerId="LiveId" clId="{A3B46C5F-90C5-48F1-9D5E-FFF17DC60175}" dt="2025-01-17T03:58:09.113" v="671" actId="313"/>
        <pc:sldMkLst>
          <pc:docMk/>
          <pc:sldMk cId="2095114534" sldId="264"/>
        </pc:sldMkLst>
      </pc:sldChg>
      <pc:sldChg chg="addSp delSp modSp new del mod">
        <pc:chgData name="Roshni Patoa" userId="fed91864c60e3dfe" providerId="LiveId" clId="{A3B46C5F-90C5-48F1-9D5E-FFF17DC60175}" dt="2025-01-16T08:47:36.123" v="58" actId="2696"/>
        <pc:sldMkLst>
          <pc:docMk/>
          <pc:sldMk cId="1820326849" sldId="266"/>
        </pc:sldMkLst>
      </pc:sldChg>
      <pc:sldChg chg="addSp modSp new del mod">
        <pc:chgData name="Roshni Patoa" userId="fed91864c60e3dfe" providerId="LiveId" clId="{A3B46C5F-90C5-48F1-9D5E-FFF17DC60175}" dt="2025-01-22T04:24:43.160" v="1061" actId="2696"/>
        <pc:sldMkLst>
          <pc:docMk/>
          <pc:sldMk cId="2530205699" sldId="266"/>
        </pc:sldMkLst>
      </pc:sldChg>
      <pc:sldChg chg="addSp delSp modSp new mod">
        <pc:chgData name="Roshni Patoa" userId="fed91864c60e3dfe" providerId="LiveId" clId="{A3B46C5F-90C5-48F1-9D5E-FFF17DC60175}" dt="2025-01-22T04:27:25.302" v="1064" actId="20577"/>
        <pc:sldMkLst>
          <pc:docMk/>
          <pc:sldMk cId="1908485448" sldId="267"/>
        </pc:sldMkLst>
      </pc:sldChg>
      <pc:sldChg chg="modSp add mod">
        <pc:chgData name="Roshni Patoa" userId="fed91864c60e3dfe" providerId="LiveId" clId="{A3B46C5F-90C5-48F1-9D5E-FFF17DC60175}" dt="2025-01-22T04:31:54.711" v="1076" actId="20577"/>
        <pc:sldMkLst>
          <pc:docMk/>
          <pc:sldMk cId="3252973548" sldId="268"/>
        </pc:sldMkLst>
      </pc:sldChg>
      <pc:sldChg chg="addSp modSp new mod">
        <pc:chgData name="Roshni Patoa" userId="fed91864c60e3dfe" providerId="LiveId" clId="{A3B46C5F-90C5-48F1-9D5E-FFF17DC60175}" dt="2025-01-17T05:30:25.162" v="909" actId="1036"/>
        <pc:sldMkLst>
          <pc:docMk/>
          <pc:sldMk cId="1697355594" sldId="269"/>
        </pc:sldMkLst>
      </pc:sldChg>
      <pc:sldChg chg="addSp delSp modSp new del mod">
        <pc:chgData name="Roshni Patoa" userId="fed91864c60e3dfe" providerId="LiveId" clId="{A3B46C5F-90C5-48F1-9D5E-FFF17DC60175}" dt="2025-01-22T04:33:53.683" v="1084" actId="2696"/>
        <pc:sldMkLst>
          <pc:docMk/>
          <pc:sldMk cId="763352656" sldId="270"/>
        </pc:sldMkLst>
      </pc:sldChg>
      <pc:sldChg chg="addSp delSp modSp new del mod">
        <pc:chgData name="Roshni Patoa" userId="fed91864c60e3dfe" providerId="LiveId" clId="{A3B46C5F-90C5-48F1-9D5E-FFF17DC60175}" dt="2025-01-22T04:33:55.584" v="1085" actId="2696"/>
        <pc:sldMkLst>
          <pc:docMk/>
          <pc:sldMk cId="1503805680" sldId="271"/>
        </pc:sldMkLst>
      </pc:sldChg>
      <pc:sldChg chg="addSp delSp modSp new del mod">
        <pc:chgData name="Roshni Patoa" userId="fed91864c60e3dfe" providerId="LiveId" clId="{A3B46C5F-90C5-48F1-9D5E-FFF17DC60175}" dt="2025-01-22T04:33:51.177" v="1083" actId="2696"/>
        <pc:sldMkLst>
          <pc:docMk/>
          <pc:sldMk cId="3195452999" sldId="272"/>
        </pc:sldMkLst>
      </pc:sldChg>
      <pc:sldChg chg="addSp modSp new mod">
        <pc:chgData name="Roshni Patoa" userId="fed91864c60e3dfe" providerId="LiveId" clId="{A3B46C5F-90C5-48F1-9D5E-FFF17DC60175}" dt="2025-01-17T05:31:03.347" v="925"/>
        <pc:sldMkLst>
          <pc:docMk/>
          <pc:sldMk cId="3650555201" sldId="273"/>
        </pc:sldMkLst>
      </pc:sldChg>
      <pc:sldChg chg="addSp modSp new mod">
        <pc:chgData name="Roshni Patoa" userId="fed91864c60e3dfe" providerId="LiveId" clId="{A3B46C5F-90C5-48F1-9D5E-FFF17DC60175}" dt="2025-01-17T05:32:51.987" v="1037" actId="1076"/>
        <pc:sldMkLst>
          <pc:docMk/>
          <pc:sldMk cId="1696112011" sldId="274"/>
        </pc:sldMkLst>
      </pc:sldChg>
    </pc:docChg>
  </pc:docChgLst>
  <pc:docChgLst>
    <pc:chgData name="Roshni Patoa" userId="fed91864c60e3dfe" providerId="LiveId" clId="{E22F1EDE-8828-4D8C-85D4-D56301EBE89E}"/>
    <pc:docChg chg="undo redo custSel addSld delSld modSld">
      <pc:chgData name="Roshni Patoa" userId="fed91864c60e3dfe" providerId="LiveId" clId="{E22F1EDE-8828-4D8C-85D4-D56301EBE89E}" dt="2025-01-29T09:12:04.710" v="215" actId="47"/>
      <pc:docMkLst>
        <pc:docMk/>
      </pc:docMkLst>
      <pc:sldChg chg="addSp delSp modSp mod">
        <pc:chgData name="Roshni Patoa" userId="fed91864c60e3dfe" providerId="LiveId" clId="{E22F1EDE-8828-4D8C-85D4-D56301EBE89E}" dt="2025-01-29T09:05:35.324" v="110" actId="1076"/>
        <pc:sldMkLst>
          <pc:docMk/>
          <pc:sldMk cId="1901894884" sldId="257"/>
        </pc:sldMkLst>
        <pc:spChg chg="mod">
          <ac:chgData name="Roshni Patoa" userId="fed91864c60e3dfe" providerId="LiveId" clId="{E22F1EDE-8828-4D8C-85D4-D56301EBE89E}" dt="2025-01-28T16:50:03.893" v="3" actId="20577"/>
          <ac:spMkLst>
            <pc:docMk/>
            <pc:sldMk cId="1901894884" sldId="257"/>
            <ac:spMk id="2" creationId="{C7FD3B0F-E2FD-E156-7022-8EFCED276285}"/>
          </ac:spMkLst>
        </pc:spChg>
        <pc:spChg chg="mod">
          <ac:chgData name="Roshni Patoa" userId="fed91864c60e3dfe" providerId="LiveId" clId="{E22F1EDE-8828-4D8C-85D4-D56301EBE89E}" dt="2025-01-28T16:50:43.239" v="7" actId="108"/>
          <ac:spMkLst>
            <pc:docMk/>
            <pc:sldMk cId="1901894884" sldId="257"/>
            <ac:spMk id="6" creationId="{81215BE8-C00B-501B-19CB-1470DE5308A5}"/>
          </ac:spMkLst>
        </pc:spChg>
      </pc:sldChg>
      <pc:sldChg chg="modSp mod">
        <pc:chgData name="Roshni Patoa" userId="fed91864c60e3dfe" providerId="LiveId" clId="{E22F1EDE-8828-4D8C-85D4-D56301EBE89E}" dt="2025-01-29T09:01:20.681" v="60" actId="20577"/>
        <pc:sldMkLst>
          <pc:docMk/>
          <pc:sldMk cId="1501955450" sldId="258"/>
        </pc:sldMkLst>
      </pc:sldChg>
      <pc:sldChg chg="addSp delSp modSp mod">
        <pc:chgData name="Roshni Patoa" userId="fed91864c60e3dfe" providerId="LiveId" clId="{E22F1EDE-8828-4D8C-85D4-D56301EBE89E}" dt="2025-01-29T09:04:19.236" v="93" actId="20577"/>
        <pc:sldMkLst>
          <pc:docMk/>
          <pc:sldMk cId="538336606" sldId="259"/>
        </pc:sldMkLst>
        <pc:spChg chg="mod">
          <ac:chgData name="Roshni Patoa" userId="fed91864c60e3dfe" providerId="LiveId" clId="{E22F1EDE-8828-4D8C-85D4-D56301EBE89E}" dt="2025-01-29T09:04:19.236" v="93" actId="20577"/>
          <ac:spMkLst>
            <pc:docMk/>
            <pc:sldMk cId="538336606" sldId="259"/>
            <ac:spMk id="2" creationId="{33C9F07C-48DB-05F2-97B6-12AE64E3B764}"/>
          </ac:spMkLst>
        </pc:spChg>
      </pc:sldChg>
      <pc:sldChg chg="modSp mod">
        <pc:chgData name="Roshni Patoa" userId="fed91864c60e3dfe" providerId="LiveId" clId="{E22F1EDE-8828-4D8C-85D4-D56301EBE89E}" dt="2025-01-29T09:04:24.894" v="97" actId="20577"/>
        <pc:sldMkLst>
          <pc:docMk/>
          <pc:sldMk cId="131755128" sldId="260"/>
        </pc:sldMkLst>
        <pc:spChg chg="mod">
          <ac:chgData name="Roshni Patoa" userId="fed91864c60e3dfe" providerId="LiveId" clId="{E22F1EDE-8828-4D8C-85D4-D56301EBE89E}" dt="2025-01-29T09:02:58.533" v="70" actId="1076"/>
          <ac:spMkLst>
            <pc:docMk/>
            <pc:sldMk cId="131755128" sldId="260"/>
            <ac:spMk id="3" creationId="{0BE0ED42-4A96-374C-BEF0-6AA93A6657EF}"/>
          </ac:spMkLst>
        </pc:spChg>
        <pc:spChg chg="mod">
          <ac:chgData name="Roshni Patoa" userId="fed91864c60e3dfe" providerId="LiveId" clId="{E22F1EDE-8828-4D8C-85D4-D56301EBE89E}" dt="2025-01-29T09:04:24.894" v="97" actId="20577"/>
          <ac:spMkLst>
            <pc:docMk/>
            <pc:sldMk cId="131755128" sldId="260"/>
            <ac:spMk id="4" creationId="{AF7415C8-700B-7E60-E768-DE5794CA4ADE}"/>
          </ac:spMkLst>
        </pc:spChg>
      </pc:sldChg>
      <pc:sldChg chg="add del">
        <pc:chgData name="Roshni Patoa" userId="fed91864c60e3dfe" providerId="LiveId" clId="{E22F1EDE-8828-4D8C-85D4-D56301EBE89E}" dt="2025-01-29T09:04:04.412" v="85" actId="47"/>
        <pc:sldMkLst>
          <pc:docMk/>
          <pc:sldMk cId="515961475" sldId="261"/>
        </pc:sldMkLst>
      </pc:sldChg>
      <pc:sldChg chg="add del">
        <pc:chgData name="Roshni Patoa" userId="fed91864c60e3dfe" providerId="LiveId" clId="{E22F1EDE-8828-4D8C-85D4-D56301EBE89E}" dt="2025-01-29T09:04:02.825" v="84" actId="47"/>
        <pc:sldMkLst>
          <pc:docMk/>
          <pc:sldMk cId="1795072283" sldId="262"/>
        </pc:sldMkLst>
      </pc:sldChg>
      <pc:sldChg chg="addSp delSp modSp mod">
        <pc:chgData name="Roshni Patoa" userId="fed91864c60e3dfe" providerId="LiveId" clId="{E22F1EDE-8828-4D8C-85D4-D56301EBE89E}" dt="2025-01-29T09:05:13.906" v="106" actId="1076"/>
        <pc:sldMkLst>
          <pc:docMk/>
          <pc:sldMk cId="561393703" sldId="263"/>
        </pc:sldMkLst>
        <pc:spChg chg="mod">
          <ac:chgData name="Roshni Patoa" userId="fed91864c60e3dfe" providerId="LiveId" clId="{E22F1EDE-8828-4D8C-85D4-D56301EBE89E}" dt="2025-01-29T09:04:30.412" v="101" actId="20577"/>
          <ac:spMkLst>
            <pc:docMk/>
            <pc:sldMk cId="561393703" sldId="263"/>
            <ac:spMk id="2" creationId="{282CCBB4-A3B1-BEBD-D602-724B4F99E4EA}"/>
          </ac:spMkLst>
        </pc:spChg>
      </pc:sldChg>
      <pc:sldChg chg="modSp mod">
        <pc:chgData name="Roshni Patoa" userId="fed91864c60e3dfe" providerId="LiveId" clId="{E22F1EDE-8828-4D8C-85D4-D56301EBE89E}" dt="2025-01-29T09:10:55.670" v="191" actId="20577"/>
        <pc:sldMkLst>
          <pc:docMk/>
          <pc:sldMk cId="2095114534" sldId="264"/>
        </pc:sldMkLst>
        <pc:spChg chg="mod">
          <ac:chgData name="Roshni Patoa" userId="fed91864c60e3dfe" providerId="LiveId" clId="{E22F1EDE-8828-4D8C-85D4-D56301EBE89E}" dt="2025-01-29T09:10:21.605" v="186" actId="20577"/>
          <ac:spMkLst>
            <pc:docMk/>
            <pc:sldMk cId="2095114534" sldId="264"/>
            <ac:spMk id="2" creationId="{52688C8C-6517-4BD7-CCF4-D29E70D41BF4}"/>
          </ac:spMkLst>
        </pc:spChg>
        <pc:spChg chg="mod">
          <ac:chgData name="Roshni Patoa" userId="fed91864c60e3dfe" providerId="LiveId" clId="{E22F1EDE-8828-4D8C-85D4-D56301EBE89E}" dt="2025-01-29T09:10:55.670" v="191" actId="20577"/>
          <ac:spMkLst>
            <pc:docMk/>
            <pc:sldMk cId="2095114534" sldId="264"/>
            <ac:spMk id="6" creationId="{37D8AFC3-36FF-D657-328D-8E4BA9B16CB7}"/>
          </ac:spMkLst>
        </pc:spChg>
      </pc:sldChg>
      <pc:sldChg chg="add del">
        <pc:chgData name="Roshni Patoa" userId="fed91864c60e3dfe" providerId="LiveId" clId="{E22F1EDE-8828-4D8C-85D4-D56301EBE89E}" dt="2025-01-29T09:12:04.710" v="215" actId="47"/>
        <pc:sldMkLst>
          <pc:docMk/>
          <pc:sldMk cId="2618035276" sldId="265"/>
        </pc:sldMkLst>
      </pc:sldChg>
      <pc:sldChg chg="add del">
        <pc:chgData name="Roshni Patoa" userId="fed91864c60e3dfe" providerId="LiveId" clId="{E22F1EDE-8828-4D8C-85D4-D56301EBE89E}" dt="2025-01-29T09:09:56.160" v="182" actId="47"/>
        <pc:sldMkLst>
          <pc:docMk/>
          <pc:sldMk cId="1908485448" sldId="267"/>
        </pc:sldMkLst>
      </pc:sldChg>
      <pc:sldChg chg="del">
        <pc:chgData name="Roshni Patoa" userId="fed91864c60e3dfe" providerId="LiveId" clId="{E22F1EDE-8828-4D8C-85D4-D56301EBE89E}" dt="2025-01-29T09:06:19.617" v="114" actId="47"/>
        <pc:sldMkLst>
          <pc:docMk/>
          <pc:sldMk cId="3252973548" sldId="268"/>
        </pc:sldMkLst>
      </pc:sldChg>
      <pc:sldChg chg="del">
        <pc:chgData name="Roshni Patoa" userId="fed91864c60e3dfe" providerId="LiveId" clId="{E22F1EDE-8828-4D8C-85D4-D56301EBE89E}" dt="2025-01-29T09:06:18.920" v="113" actId="47"/>
        <pc:sldMkLst>
          <pc:docMk/>
          <pc:sldMk cId="1697355594" sldId="269"/>
        </pc:sldMkLst>
      </pc:sldChg>
      <pc:sldChg chg="del">
        <pc:chgData name="Roshni Patoa" userId="fed91864c60e3dfe" providerId="LiveId" clId="{E22F1EDE-8828-4D8C-85D4-D56301EBE89E}" dt="2025-01-29T09:06:17.232" v="111" actId="47"/>
        <pc:sldMkLst>
          <pc:docMk/>
          <pc:sldMk cId="3650555201" sldId="273"/>
        </pc:sldMkLst>
      </pc:sldChg>
      <pc:sldChg chg="del">
        <pc:chgData name="Roshni Patoa" userId="fed91864c60e3dfe" providerId="LiveId" clId="{E22F1EDE-8828-4D8C-85D4-D56301EBE89E}" dt="2025-01-29T09:06:18.218" v="112" actId="47"/>
        <pc:sldMkLst>
          <pc:docMk/>
          <pc:sldMk cId="1696112011" sldId="274"/>
        </pc:sldMkLst>
      </pc:sldChg>
      <pc:sldChg chg="modSp add del mod">
        <pc:chgData name="Roshni Patoa" userId="fed91864c60e3dfe" providerId="LiveId" clId="{E22F1EDE-8828-4D8C-85D4-D56301EBE89E}" dt="2025-01-29T09:11:52.361" v="212" actId="1076"/>
        <pc:sldMkLst>
          <pc:docMk/>
          <pc:sldMk cId="2284109313" sldId="275"/>
        </pc:sldMkLst>
      </pc:sldChg>
      <pc:sldChg chg="add del">
        <pc:chgData name="Roshni Patoa" userId="fed91864c60e3dfe" providerId="LiveId" clId="{E22F1EDE-8828-4D8C-85D4-D56301EBE89E}" dt="2025-01-29T09:11:58.686" v="213" actId="47"/>
        <pc:sldMkLst>
          <pc:docMk/>
          <pc:sldMk cId="1723924596" sldId="276"/>
        </pc:sldMkLst>
      </pc:sldChg>
      <pc:sldChg chg="add del">
        <pc:chgData name="Roshni Patoa" userId="fed91864c60e3dfe" providerId="LiveId" clId="{E22F1EDE-8828-4D8C-85D4-D56301EBE89E}" dt="2025-01-29T09:12:00.153" v="214" actId="47"/>
        <pc:sldMkLst>
          <pc:docMk/>
          <pc:sldMk cId="3476537138" sldId="277"/>
        </pc:sldMkLst>
      </pc:sldChg>
      <pc:sldChg chg="modSp add del mod">
        <pc:chgData name="Roshni Patoa" userId="fed91864c60e3dfe" providerId="LiveId" clId="{E22F1EDE-8828-4D8C-85D4-D56301EBE89E}" dt="2025-01-29T09:04:00.279" v="83" actId="2696"/>
        <pc:sldMkLst>
          <pc:docMk/>
          <pc:sldMk cId="1119403295" sldId="278"/>
        </pc:sldMkLst>
      </pc:sldChg>
      <pc:sldChg chg="add">
        <pc:chgData name="Roshni Patoa" userId="fed91864c60e3dfe" providerId="LiveId" clId="{E22F1EDE-8828-4D8C-85D4-D56301EBE89E}" dt="2025-01-29T09:10:04.685" v="183"/>
        <pc:sldMkLst>
          <pc:docMk/>
          <pc:sldMk cId="2532286422" sldId="278"/>
        </pc:sldMkLst>
      </pc:sldChg>
    </pc:docChg>
  </pc:docChgLst>
  <pc:docChgLst>
    <pc:chgData name="Roshni Patoa" userId="fed91864c60e3dfe" providerId="LiveId" clId="{1A394A28-DD18-4A38-BBFD-19969CC59632}"/>
    <pc:docChg chg="undo custSel addSld delSld modSld">
      <pc:chgData name="Roshni Patoa" userId="fed91864c60e3dfe" providerId="LiveId" clId="{1A394A28-DD18-4A38-BBFD-19969CC59632}" dt="2025-02-07T07:17:20.577" v="641" actId="47"/>
      <pc:docMkLst>
        <pc:docMk/>
      </pc:docMkLst>
      <pc:sldChg chg="addSp delSp modSp mod">
        <pc:chgData name="Roshni Patoa" userId="fed91864c60e3dfe" providerId="LiveId" clId="{1A394A28-DD18-4A38-BBFD-19969CC59632}" dt="2025-02-07T07:11:08.034" v="560" actId="14100"/>
        <pc:sldMkLst>
          <pc:docMk/>
          <pc:sldMk cId="1901894884" sldId="257"/>
        </pc:sldMkLst>
        <pc:spChg chg="mod">
          <ac:chgData name="Roshni Patoa" userId="fed91864c60e3dfe" providerId="LiveId" clId="{1A394A28-DD18-4A38-BBFD-19969CC59632}" dt="2025-02-07T07:01:21.680" v="15" actId="20577"/>
          <ac:spMkLst>
            <pc:docMk/>
            <pc:sldMk cId="1901894884" sldId="257"/>
            <ac:spMk id="2" creationId="{C7FD3B0F-E2FD-E156-7022-8EFCED276285}"/>
          </ac:spMkLst>
        </pc:spChg>
        <pc:spChg chg="mod">
          <ac:chgData name="Roshni Patoa" userId="fed91864c60e3dfe" providerId="LiveId" clId="{1A394A28-DD18-4A38-BBFD-19969CC59632}" dt="2025-02-07T07:05:47.553" v="553" actId="20577"/>
          <ac:spMkLst>
            <pc:docMk/>
            <pc:sldMk cId="1901894884" sldId="257"/>
            <ac:spMk id="6" creationId="{81215BE8-C00B-501B-19CB-1470DE5308A5}"/>
          </ac:spMkLst>
        </pc:spChg>
        <pc:picChg chg="del">
          <ac:chgData name="Roshni Patoa" userId="fed91864c60e3dfe" providerId="LiveId" clId="{1A394A28-DD18-4A38-BBFD-19969CC59632}" dt="2025-02-07T07:05:49.750" v="554" actId="478"/>
          <ac:picMkLst>
            <pc:docMk/>
            <pc:sldMk cId="1901894884" sldId="257"/>
            <ac:picMk id="4" creationId="{A72FCFE6-54B1-27C7-3803-FD96141AA221}"/>
          </ac:picMkLst>
        </pc:picChg>
        <pc:picChg chg="add del">
          <ac:chgData name="Roshni Patoa" userId="fed91864c60e3dfe" providerId="LiveId" clId="{1A394A28-DD18-4A38-BBFD-19969CC59632}" dt="2025-02-07T07:10:26.875" v="556" actId="478"/>
          <ac:picMkLst>
            <pc:docMk/>
            <pc:sldMk cId="1901894884" sldId="257"/>
            <ac:picMk id="5" creationId="{75BF9E92-0613-2E12-499A-84F7FA648091}"/>
          </ac:picMkLst>
        </pc:picChg>
        <pc:picChg chg="add mod">
          <ac:chgData name="Roshni Patoa" userId="fed91864c60e3dfe" providerId="LiveId" clId="{1A394A28-DD18-4A38-BBFD-19969CC59632}" dt="2025-02-07T07:11:08.034" v="560" actId="14100"/>
          <ac:picMkLst>
            <pc:docMk/>
            <pc:sldMk cId="1901894884" sldId="257"/>
            <ac:picMk id="8" creationId="{21992149-C6C7-7535-0ECE-A2F6208849FB}"/>
          </ac:picMkLst>
        </pc:picChg>
      </pc:sldChg>
      <pc:sldChg chg="addSp delSp modSp mod">
        <pc:chgData name="Roshni Patoa" userId="fed91864c60e3dfe" providerId="LiveId" clId="{1A394A28-DD18-4A38-BBFD-19969CC59632}" dt="2025-02-07T07:12:18.463" v="636" actId="1076"/>
        <pc:sldMkLst>
          <pc:docMk/>
          <pc:sldMk cId="1501955450" sldId="258"/>
        </pc:sldMkLst>
        <pc:spChg chg="add del mod">
          <ac:chgData name="Roshni Patoa" userId="fed91864c60e3dfe" providerId="LiveId" clId="{1A394A28-DD18-4A38-BBFD-19969CC59632}" dt="2025-02-07T07:11:47.440" v="632" actId="20577"/>
          <ac:spMkLst>
            <pc:docMk/>
            <pc:sldMk cId="1501955450" sldId="258"/>
            <ac:spMk id="2" creationId="{F56B7D68-BA69-E924-71E0-AE71E7B154AC}"/>
          </ac:spMkLst>
        </pc:spChg>
        <pc:spChg chg="add del mod">
          <ac:chgData name="Roshni Patoa" userId="fed91864c60e3dfe" providerId="LiveId" clId="{1A394A28-DD18-4A38-BBFD-19969CC59632}" dt="2025-02-07T07:11:34.471" v="599" actId="478"/>
          <ac:spMkLst>
            <pc:docMk/>
            <pc:sldMk cId="1501955450" sldId="258"/>
            <ac:spMk id="4" creationId="{84FD8E0F-482F-3EAF-7524-03B5633167D2}"/>
          </ac:spMkLst>
        </pc:spChg>
        <pc:spChg chg="del mod">
          <ac:chgData name="Roshni Patoa" userId="fed91864c60e3dfe" providerId="LiveId" clId="{1A394A28-DD18-4A38-BBFD-19969CC59632}" dt="2025-02-07T07:11:50.348" v="633" actId="478"/>
          <ac:spMkLst>
            <pc:docMk/>
            <pc:sldMk cId="1501955450" sldId="258"/>
            <ac:spMk id="5" creationId="{2B93D012-D96E-0A21-2AAF-4C94D8B69749}"/>
          </ac:spMkLst>
        </pc:spChg>
        <pc:picChg chg="add mod">
          <ac:chgData name="Roshni Patoa" userId="fed91864c60e3dfe" providerId="LiveId" clId="{1A394A28-DD18-4A38-BBFD-19969CC59632}" dt="2025-02-07T07:12:18.463" v="636" actId="1076"/>
          <ac:picMkLst>
            <pc:docMk/>
            <pc:sldMk cId="1501955450" sldId="258"/>
            <ac:picMk id="7" creationId="{47C7B435-4547-AAB0-EEEA-9CD7556F5DB7}"/>
          </ac:picMkLst>
        </pc:picChg>
      </pc:sldChg>
      <pc:sldChg chg="delSp modSp add del mod">
        <pc:chgData name="Roshni Patoa" userId="fed91864c60e3dfe" providerId="LiveId" clId="{1A394A28-DD18-4A38-BBFD-19969CC59632}" dt="2025-02-07T07:17:20.577" v="641" actId="47"/>
        <pc:sldMkLst>
          <pc:docMk/>
          <pc:sldMk cId="4108831896" sldId="279"/>
        </pc:sldMkLst>
        <pc:spChg chg="mod">
          <ac:chgData name="Roshni Patoa" userId="fed91864c60e3dfe" providerId="LiveId" clId="{1A394A28-DD18-4A38-BBFD-19969CC59632}" dt="2025-02-07T07:12:31.080" v="639" actId="20577"/>
          <ac:spMkLst>
            <pc:docMk/>
            <pc:sldMk cId="4108831896" sldId="279"/>
            <ac:spMk id="2" creationId="{0A8F8624-3163-8CBF-D2B3-DF01EB03E52A}"/>
          </ac:spMkLst>
        </pc:spChg>
        <pc:picChg chg="del">
          <ac:chgData name="Roshni Patoa" userId="fed91864c60e3dfe" providerId="LiveId" clId="{1A394A28-DD18-4A38-BBFD-19969CC59632}" dt="2025-02-07T07:15:47.760" v="640" actId="478"/>
          <ac:picMkLst>
            <pc:docMk/>
            <pc:sldMk cId="4108831896" sldId="279"/>
            <ac:picMk id="7" creationId="{D4163AC4-79A9-E9C0-8929-B4F334298D74}"/>
          </ac:picMkLst>
        </pc:pic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A8FE671-5CEE-48E7-B021-0396717B0D66}" type="datetimeFigureOut">
              <a:rPr lang="en-US" smtClean="0"/>
              <a:t>2/10/2025</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42865484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8FE671-5CEE-48E7-B021-0396717B0D66}"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4816451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8FE671-5CEE-48E7-B021-0396717B0D66}"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2125290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A8FE671-5CEE-48E7-B021-0396717B0D66}"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30563846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A8FE671-5CEE-48E7-B021-0396717B0D66}" type="datetimeFigureOut">
              <a:rPr lang="en-US" smtClean="0"/>
              <a:t>2/10/2025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19499593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A8FE671-5CEE-48E7-B021-0396717B0D66}" type="datetimeFigureOut">
              <a:rPr lang="en-US" smtClean="0"/>
              <a:t>2/10/2025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745028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8FE671-5CEE-48E7-B021-0396717B0D66}" type="datetimeFigureOut">
              <a:rPr lang="en-US" smtClean="0"/>
              <a:t>2/10/2025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17172229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A8FE671-5CEE-48E7-B021-0396717B0D66}"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26047631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A8FE671-5CEE-48E7-B021-0396717B0D66}"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36840428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A8FE671-5CEE-48E7-B021-0396717B0D66}"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30254523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A8FE671-5CEE-48E7-B021-0396717B0D66}"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26772364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A8FE671-5CEE-48E7-B021-0396717B0D66}"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451033-5C79-45C1-A3A8-EE584247DE6E}"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745108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A8FE671-5CEE-48E7-B021-0396717B0D66}"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34319175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A8FE671-5CEE-48E7-B021-0396717B0D66}" type="datetimeFigureOut">
              <a:rPr lang="en-US" smtClean="0"/>
              <a:t>2/10/2025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34661035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A8FE671-5CEE-48E7-B021-0396717B0D66}" type="datetimeFigureOut">
              <a:rPr lang="en-US" smtClean="0"/>
              <a:t>2/10/2025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34401910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8FE671-5CEE-48E7-B021-0396717B0D66}"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26804642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8FE671-5CEE-48E7-B021-0396717B0D66}"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27160545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A8FE671-5CEE-48E7-B021-0396717B0D66}" type="datetimeFigureOut">
              <a:rPr lang="en-US" smtClean="0"/>
              <a:t>2/10/2025</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A451033-5C79-45C1-A3A8-EE584247DE6E}" type="slidenum">
              <a:rPr lang="en-US" smtClean="0"/>
              <a:t>‹#›</a:t>
            </a:fld>
            <a:endParaRPr lang="en-US"/>
          </a:p>
        </p:txBody>
      </p:sp>
    </p:spTree>
    <p:extLst>
      <p:ext uri="{BB962C8B-B14F-4D97-AF65-F5344CB8AC3E}">
        <p14:creationId xmlns:p14="http://schemas.microsoft.com/office/powerpoint/2010/main" val="291607165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FA0C8-9BC6-0025-AA62-C48E1A10F66C}"/>
              </a:ext>
            </a:extLst>
          </p:cNvPr>
          <p:cNvSpPr>
            <a:spLocks noGrp="1"/>
          </p:cNvSpPr>
          <p:nvPr>
            <p:ph type="ctrTitle"/>
          </p:nvPr>
        </p:nvSpPr>
        <p:spPr>
          <a:xfrm>
            <a:off x="1743074" y="2171701"/>
            <a:ext cx="10215563" cy="2387600"/>
          </a:xfrm>
        </p:spPr>
        <p:txBody>
          <a:bodyPr>
            <a:noAutofit/>
          </a:bodyPr>
          <a:lstStyle/>
          <a:p>
            <a:r>
              <a:rPr lang="en-US" sz="9600" dirty="0">
                <a:solidFill>
                  <a:schemeClr val="bg1"/>
                </a:solidFill>
                <a:latin typeface="Berlin Sans FB Demi" panose="020E0802020502020306" pitchFamily="34" charset="0"/>
              </a:rPr>
              <a:t>COMBINATIONAL CIRCUITS</a:t>
            </a:r>
          </a:p>
        </p:txBody>
      </p:sp>
      <p:sp>
        <p:nvSpPr>
          <p:cNvPr id="3" name="Subtitle 2">
            <a:extLst>
              <a:ext uri="{FF2B5EF4-FFF2-40B4-BE49-F238E27FC236}">
                <a16:creationId xmlns:a16="http://schemas.microsoft.com/office/drawing/2014/main" id="{207B7ACE-5125-9078-DAFF-C7F13DAC6D17}"/>
              </a:ext>
            </a:extLst>
          </p:cNvPr>
          <p:cNvSpPr>
            <a:spLocks noGrp="1"/>
          </p:cNvSpPr>
          <p:nvPr>
            <p:ph type="subTitle" idx="1"/>
          </p:nvPr>
        </p:nvSpPr>
        <p:spPr>
          <a:xfrm>
            <a:off x="1876424" y="4559301"/>
            <a:ext cx="8791575" cy="1655762"/>
          </a:xfrm>
        </p:spPr>
        <p:txBody>
          <a:bodyPr/>
          <a:lstStyle/>
          <a:p>
            <a:r>
              <a:rPr lang="en-US" dirty="0">
                <a:solidFill>
                  <a:schemeClr val="bg1"/>
                </a:solidFill>
              </a:rPr>
              <a:t>						</a:t>
            </a:r>
            <a:r>
              <a:rPr lang="en-US" sz="2400" dirty="0">
                <a:solidFill>
                  <a:schemeClr val="bg1"/>
                </a:solidFill>
                <a:latin typeface="Bauhaus 93" panose="04030905020B02020C02" pitchFamily="82" charset="0"/>
              </a:rPr>
              <a:t>BY:</a:t>
            </a:r>
          </a:p>
          <a:p>
            <a:r>
              <a:rPr lang="en-US" sz="2400" dirty="0">
                <a:solidFill>
                  <a:schemeClr val="bg1"/>
                </a:solidFill>
                <a:latin typeface="Bauhaus 93" panose="04030905020B02020C02" pitchFamily="82" charset="0"/>
              </a:rPr>
              <a:t>							ROSHNI PATOA</a:t>
            </a:r>
          </a:p>
        </p:txBody>
      </p:sp>
      <p:sp>
        <p:nvSpPr>
          <p:cNvPr id="4" name="TextBox 3">
            <a:extLst>
              <a:ext uri="{FF2B5EF4-FFF2-40B4-BE49-F238E27FC236}">
                <a16:creationId xmlns:a16="http://schemas.microsoft.com/office/drawing/2014/main" id="{8470E54E-C719-33CA-B55E-D4EDFD272918}"/>
              </a:ext>
            </a:extLst>
          </p:cNvPr>
          <p:cNvSpPr txBox="1"/>
          <p:nvPr/>
        </p:nvSpPr>
        <p:spPr>
          <a:xfrm>
            <a:off x="7329489" y="342900"/>
            <a:ext cx="4457700" cy="369332"/>
          </a:xfrm>
          <a:prstGeom prst="rect">
            <a:avLst/>
          </a:prstGeom>
          <a:noFill/>
        </p:spPr>
        <p:txBody>
          <a:bodyPr wrap="square" rtlCol="0">
            <a:spAutoFit/>
          </a:bodyPr>
          <a:lstStyle/>
          <a:p>
            <a:r>
              <a:rPr lang="en-US" dirty="0">
                <a:solidFill>
                  <a:schemeClr val="bg1"/>
                </a:solidFill>
                <a:latin typeface="Bradley Hand ITC" panose="03070402050302030203" pitchFamily="66" charset="0"/>
              </a:rPr>
              <a:t>COMPUTER SYSTEM ARCHITECTURE</a:t>
            </a:r>
          </a:p>
        </p:txBody>
      </p:sp>
    </p:spTree>
    <p:extLst>
      <p:ext uri="{BB962C8B-B14F-4D97-AF65-F5344CB8AC3E}">
        <p14:creationId xmlns:p14="http://schemas.microsoft.com/office/powerpoint/2010/main" val="12087899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D3B0F-E2FD-E156-7022-8EFCED276285}"/>
              </a:ext>
            </a:extLst>
          </p:cNvPr>
          <p:cNvSpPr>
            <a:spLocks noGrp="1"/>
          </p:cNvSpPr>
          <p:nvPr>
            <p:ph type="title"/>
          </p:nvPr>
        </p:nvSpPr>
        <p:spPr>
          <a:xfrm>
            <a:off x="1141413" y="0"/>
            <a:ext cx="9905998" cy="1478570"/>
          </a:xfrm>
        </p:spPr>
        <p:txBody>
          <a:bodyPr>
            <a:normAutofit/>
          </a:bodyPr>
          <a:lstStyle/>
          <a:p>
            <a:pPr algn="ctr"/>
            <a:r>
              <a:rPr lang="en-US" sz="4800" dirty="0">
                <a:solidFill>
                  <a:schemeClr val="bg1"/>
                </a:solidFill>
                <a:latin typeface="Bodoni MT Black" panose="02070A03080606020203" pitchFamily="18" charset="0"/>
              </a:rPr>
              <a:t>DE-MULTIPLEXER</a:t>
            </a:r>
          </a:p>
        </p:txBody>
      </p:sp>
      <p:sp>
        <p:nvSpPr>
          <p:cNvPr id="6" name="TextBox 5">
            <a:extLst>
              <a:ext uri="{FF2B5EF4-FFF2-40B4-BE49-F238E27FC236}">
                <a16:creationId xmlns:a16="http://schemas.microsoft.com/office/drawing/2014/main" id="{81215BE8-C00B-501B-19CB-1470DE5308A5}"/>
              </a:ext>
            </a:extLst>
          </p:cNvPr>
          <p:cNvSpPr txBox="1"/>
          <p:nvPr/>
        </p:nvSpPr>
        <p:spPr>
          <a:xfrm>
            <a:off x="700088" y="1343025"/>
            <a:ext cx="11072811" cy="2677656"/>
          </a:xfrm>
          <a:prstGeom prst="rect">
            <a:avLst/>
          </a:prstGeom>
          <a:noFill/>
        </p:spPr>
        <p:txBody>
          <a:bodyPr wrap="square" rtlCol="0">
            <a:spAutoFit/>
          </a:bodyPr>
          <a:lstStyle/>
          <a:p>
            <a:pPr rtl="0" fontAlgn="base"/>
            <a:r>
              <a:rPr lang="en-US" sz="2800" dirty="0">
                <a:solidFill>
                  <a:schemeClr val="bg1"/>
                </a:solidFill>
                <a:latin typeface="Bahnschrift" panose="020B0502040204020203" pitchFamily="34" charset="0"/>
              </a:rPr>
              <a:t>A de-multiplexer is a combinational circuit that has 1 input line and 2^n output lines. A</a:t>
            </a:r>
            <a:r>
              <a:rPr lang="en-US" sz="2800" b="0" i="0" dirty="0">
                <a:solidFill>
                  <a:schemeClr val="bg1"/>
                </a:solidFill>
                <a:effectLst/>
                <a:latin typeface="Bahnschrift" panose="020B0502040204020203" pitchFamily="34" charset="0"/>
              </a:rPr>
              <a:t> multiplexer is a single-input and multi-output combinational circuit. The information is received from the single input lines and directed to the output line. On the basis of the values of the selection lines, the input will be connected to one of these outputs. De-multiplexer is opposite to the multiplexer.</a:t>
            </a:r>
            <a:endParaRPr lang="en-US" sz="2800" dirty="0">
              <a:solidFill>
                <a:schemeClr val="bg1"/>
              </a:solidFill>
              <a:latin typeface="Bahnschrift" panose="020B0502040204020203" pitchFamily="34" charset="0"/>
            </a:endParaRPr>
          </a:p>
        </p:txBody>
      </p:sp>
      <p:pic>
        <p:nvPicPr>
          <p:cNvPr id="4" name="Picture 3">
            <a:extLst>
              <a:ext uri="{FF2B5EF4-FFF2-40B4-BE49-F238E27FC236}">
                <a16:creationId xmlns:a16="http://schemas.microsoft.com/office/drawing/2014/main" id="{0751F194-25D8-C650-1EF6-D65FBBC8B874}"/>
              </a:ext>
            </a:extLst>
          </p:cNvPr>
          <p:cNvPicPr>
            <a:picLocks noChangeAspect="1"/>
          </p:cNvPicPr>
          <p:nvPr/>
        </p:nvPicPr>
        <p:blipFill>
          <a:blip r:embed="rId2"/>
          <a:stretch>
            <a:fillRect/>
          </a:stretch>
        </p:blipFill>
        <p:spPr>
          <a:xfrm>
            <a:off x="4408251" y="3963335"/>
            <a:ext cx="3372321" cy="2800741"/>
          </a:xfrm>
          <a:prstGeom prst="rect">
            <a:avLst/>
          </a:prstGeom>
        </p:spPr>
      </p:pic>
    </p:spTree>
    <p:extLst>
      <p:ext uri="{BB962C8B-B14F-4D97-AF65-F5344CB8AC3E}">
        <p14:creationId xmlns:p14="http://schemas.microsoft.com/office/powerpoint/2010/main" val="19018948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90CF3-8E2F-EF9D-A4D0-C3D518F4FF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92B62F-1825-48F8-ACD8-1D13E72FFBD1}"/>
              </a:ext>
            </a:extLst>
          </p:cNvPr>
          <p:cNvSpPr>
            <a:spLocks noGrp="1"/>
          </p:cNvSpPr>
          <p:nvPr>
            <p:ph type="title"/>
          </p:nvPr>
        </p:nvSpPr>
        <p:spPr>
          <a:xfrm>
            <a:off x="1141413" y="0"/>
            <a:ext cx="9905998" cy="1478570"/>
          </a:xfrm>
        </p:spPr>
        <p:txBody>
          <a:bodyPr>
            <a:normAutofit/>
          </a:bodyPr>
          <a:lstStyle/>
          <a:p>
            <a:pPr algn="ctr"/>
            <a:r>
              <a:rPr lang="en-US" sz="4800" dirty="0">
                <a:solidFill>
                  <a:schemeClr val="bg1"/>
                </a:solidFill>
                <a:latin typeface="Bodoni MT Black" panose="02070A03080606020203" pitchFamily="18" charset="0"/>
              </a:rPr>
              <a:t>1x2 de-MULTIPLEXER</a:t>
            </a:r>
          </a:p>
        </p:txBody>
      </p:sp>
      <p:sp>
        <p:nvSpPr>
          <p:cNvPr id="3" name="TextBox 2">
            <a:extLst>
              <a:ext uri="{FF2B5EF4-FFF2-40B4-BE49-F238E27FC236}">
                <a16:creationId xmlns:a16="http://schemas.microsoft.com/office/drawing/2014/main" id="{23B4050D-84AE-4AAF-101B-5574016D603D}"/>
              </a:ext>
            </a:extLst>
          </p:cNvPr>
          <p:cNvSpPr txBox="1"/>
          <p:nvPr/>
        </p:nvSpPr>
        <p:spPr>
          <a:xfrm>
            <a:off x="985838" y="1478570"/>
            <a:ext cx="10472737" cy="3108543"/>
          </a:xfrm>
          <a:prstGeom prst="rect">
            <a:avLst/>
          </a:prstGeom>
          <a:noFill/>
        </p:spPr>
        <p:txBody>
          <a:bodyPr wrap="square">
            <a:spAutoFit/>
          </a:bodyPr>
          <a:lstStyle/>
          <a:p>
            <a:r>
              <a:rPr lang="en-US" sz="2800" dirty="0">
                <a:solidFill>
                  <a:schemeClr val="bg1"/>
                </a:solidFill>
                <a:latin typeface="Bahnschrift" panose="020B0502040204020203" pitchFamily="34" charset="0"/>
              </a:rPr>
              <a:t>In the 1 to 2 De-multiplexer, there are only two outputs, i.e., Y0, and Y1, 1 selection lines, i.e., S0, and single input, i.e., A. On the basis of the selection value, the input will be connected to one of the outputs. The block diagram and the truth table of the 1×2 multiplexer are given below.</a:t>
            </a:r>
            <a:br>
              <a:rPr lang="en-US" sz="2800" dirty="0">
                <a:solidFill>
                  <a:schemeClr val="bg1"/>
                </a:solidFill>
                <a:latin typeface="Bahnschrift" panose="020B0502040204020203" pitchFamily="34" charset="0"/>
              </a:rPr>
            </a:br>
            <a:br>
              <a:rPr lang="en-US" sz="2800" dirty="0">
                <a:solidFill>
                  <a:schemeClr val="bg1"/>
                </a:solidFill>
                <a:latin typeface="Bahnschrift" panose="020B0502040204020203" pitchFamily="34" charset="0"/>
              </a:rPr>
            </a:br>
            <a:endParaRPr lang="en-US" sz="2800" dirty="0">
              <a:solidFill>
                <a:schemeClr val="bg1"/>
              </a:solidFill>
              <a:latin typeface="Bahnschrift" panose="020B0502040204020203" pitchFamily="34" charset="0"/>
            </a:endParaRPr>
          </a:p>
        </p:txBody>
      </p:sp>
      <p:pic>
        <p:nvPicPr>
          <p:cNvPr id="5" name="Picture 4">
            <a:extLst>
              <a:ext uri="{FF2B5EF4-FFF2-40B4-BE49-F238E27FC236}">
                <a16:creationId xmlns:a16="http://schemas.microsoft.com/office/drawing/2014/main" id="{C1DA6A66-0CBF-1029-5FD6-C8DE080BB919}"/>
              </a:ext>
            </a:extLst>
          </p:cNvPr>
          <p:cNvPicPr>
            <a:picLocks noChangeAspect="1"/>
          </p:cNvPicPr>
          <p:nvPr/>
        </p:nvPicPr>
        <p:blipFill>
          <a:blip r:embed="rId2"/>
          <a:stretch>
            <a:fillRect/>
          </a:stretch>
        </p:blipFill>
        <p:spPr>
          <a:xfrm>
            <a:off x="4322514" y="3790759"/>
            <a:ext cx="3543795" cy="2734057"/>
          </a:xfrm>
          <a:prstGeom prst="rect">
            <a:avLst/>
          </a:prstGeom>
        </p:spPr>
      </p:pic>
    </p:spTree>
    <p:extLst>
      <p:ext uri="{BB962C8B-B14F-4D97-AF65-F5344CB8AC3E}">
        <p14:creationId xmlns:p14="http://schemas.microsoft.com/office/powerpoint/2010/main" val="1763290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5331B-6F5C-1422-C2BF-9782A6176D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A94ED3-8F15-9CA4-EDDC-6F2140EAC265}"/>
              </a:ext>
            </a:extLst>
          </p:cNvPr>
          <p:cNvSpPr>
            <a:spLocks noGrp="1"/>
          </p:cNvSpPr>
          <p:nvPr>
            <p:ph type="title"/>
          </p:nvPr>
        </p:nvSpPr>
        <p:spPr>
          <a:xfrm>
            <a:off x="0" y="185738"/>
            <a:ext cx="12192000" cy="1478570"/>
          </a:xfrm>
        </p:spPr>
        <p:txBody>
          <a:bodyPr>
            <a:normAutofit/>
          </a:bodyPr>
          <a:lstStyle/>
          <a:p>
            <a:pPr algn="ctr"/>
            <a:r>
              <a:rPr lang="en-US" sz="4800" dirty="0">
                <a:solidFill>
                  <a:schemeClr val="bg1"/>
                </a:solidFill>
                <a:latin typeface="Bodoni MT Black" panose="02070A03080606020203" pitchFamily="18" charset="0"/>
              </a:rPr>
              <a:t>Truth Table for </a:t>
            </a:r>
            <a:br>
              <a:rPr lang="en-US" sz="4800" dirty="0">
                <a:solidFill>
                  <a:schemeClr val="bg1"/>
                </a:solidFill>
                <a:latin typeface="Bodoni MT Black" panose="02070A03080606020203" pitchFamily="18" charset="0"/>
              </a:rPr>
            </a:br>
            <a:r>
              <a:rPr lang="en-US" sz="4800" dirty="0">
                <a:solidFill>
                  <a:schemeClr val="bg1"/>
                </a:solidFill>
                <a:latin typeface="Bodoni MT Black" panose="02070A03080606020203" pitchFamily="18" charset="0"/>
              </a:rPr>
              <a:t>1X2 de-MULTIPLEXER</a:t>
            </a:r>
          </a:p>
        </p:txBody>
      </p:sp>
      <p:sp>
        <p:nvSpPr>
          <p:cNvPr id="7" name="TextBox 6">
            <a:extLst>
              <a:ext uri="{FF2B5EF4-FFF2-40B4-BE49-F238E27FC236}">
                <a16:creationId xmlns:a16="http://schemas.microsoft.com/office/drawing/2014/main" id="{3EE6E704-887B-8735-CF2C-C0A0743D1609}"/>
              </a:ext>
            </a:extLst>
          </p:cNvPr>
          <p:cNvSpPr txBox="1"/>
          <p:nvPr/>
        </p:nvSpPr>
        <p:spPr>
          <a:xfrm>
            <a:off x="2557463" y="4369680"/>
            <a:ext cx="8036718" cy="523220"/>
          </a:xfrm>
          <a:prstGeom prst="rect">
            <a:avLst/>
          </a:prstGeom>
          <a:noFill/>
        </p:spPr>
        <p:txBody>
          <a:bodyPr wrap="square">
            <a:spAutoFit/>
          </a:bodyPr>
          <a:lstStyle/>
          <a:p>
            <a:pPr algn="just"/>
            <a:r>
              <a:rPr lang="en-US" sz="2800" b="0" i="0" dirty="0">
                <a:solidFill>
                  <a:schemeClr val="bg1"/>
                </a:solidFill>
                <a:effectLst/>
                <a:latin typeface="Bahnschrift" panose="020B0502040204020203" pitchFamily="34" charset="0"/>
              </a:rPr>
              <a:t>The logical expression of the term Y is as follows:</a:t>
            </a:r>
          </a:p>
        </p:txBody>
      </p:sp>
      <p:pic>
        <p:nvPicPr>
          <p:cNvPr id="4" name="Picture 3">
            <a:extLst>
              <a:ext uri="{FF2B5EF4-FFF2-40B4-BE49-F238E27FC236}">
                <a16:creationId xmlns:a16="http://schemas.microsoft.com/office/drawing/2014/main" id="{386D618F-1841-D7A2-F325-554FD4E9330E}"/>
              </a:ext>
            </a:extLst>
          </p:cNvPr>
          <p:cNvPicPr>
            <a:picLocks noChangeAspect="1"/>
          </p:cNvPicPr>
          <p:nvPr/>
        </p:nvPicPr>
        <p:blipFill>
          <a:blip r:embed="rId2"/>
          <a:stretch>
            <a:fillRect/>
          </a:stretch>
        </p:blipFill>
        <p:spPr>
          <a:xfrm>
            <a:off x="4290396" y="1919187"/>
            <a:ext cx="3611207" cy="2195614"/>
          </a:xfrm>
          <a:prstGeom prst="rect">
            <a:avLst/>
          </a:prstGeom>
        </p:spPr>
      </p:pic>
      <p:sp>
        <p:nvSpPr>
          <p:cNvPr id="8" name="TextBox 7">
            <a:extLst>
              <a:ext uri="{FF2B5EF4-FFF2-40B4-BE49-F238E27FC236}">
                <a16:creationId xmlns:a16="http://schemas.microsoft.com/office/drawing/2014/main" id="{25AA773D-D86A-4EC8-2E42-2B68AE1A574E}"/>
              </a:ext>
            </a:extLst>
          </p:cNvPr>
          <p:cNvSpPr txBox="1"/>
          <p:nvPr/>
        </p:nvSpPr>
        <p:spPr>
          <a:xfrm>
            <a:off x="2557463" y="4892900"/>
            <a:ext cx="6100762" cy="954107"/>
          </a:xfrm>
          <a:prstGeom prst="rect">
            <a:avLst/>
          </a:prstGeom>
          <a:noFill/>
        </p:spPr>
        <p:txBody>
          <a:bodyPr wrap="square">
            <a:spAutoFit/>
          </a:bodyPr>
          <a:lstStyle/>
          <a:p>
            <a:r>
              <a:rPr lang="es-ES" sz="2800" b="0" i="0" dirty="0">
                <a:solidFill>
                  <a:schemeClr val="bg1"/>
                </a:solidFill>
                <a:effectLst/>
                <a:latin typeface="Bahnschrift" panose="020B0502040204020203" pitchFamily="34" charset="0"/>
              </a:rPr>
              <a:t>Y</a:t>
            </a:r>
            <a:r>
              <a:rPr lang="es-ES" sz="2800" b="0" i="0" baseline="-25000" dirty="0">
                <a:solidFill>
                  <a:schemeClr val="bg1"/>
                </a:solidFill>
                <a:effectLst/>
                <a:latin typeface="Bahnschrift" panose="020B0502040204020203" pitchFamily="34" charset="0"/>
              </a:rPr>
              <a:t>0</a:t>
            </a:r>
            <a:r>
              <a:rPr lang="es-ES" sz="2800" b="0" i="0" dirty="0">
                <a:solidFill>
                  <a:schemeClr val="bg1"/>
                </a:solidFill>
                <a:effectLst/>
                <a:latin typeface="Bahnschrift" panose="020B0502040204020203" pitchFamily="34" charset="0"/>
              </a:rPr>
              <a:t>=S</a:t>
            </a:r>
            <a:r>
              <a:rPr lang="es-ES" sz="2800" b="0" i="0" baseline="-25000" dirty="0">
                <a:solidFill>
                  <a:schemeClr val="bg1"/>
                </a:solidFill>
                <a:effectLst/>
                <a:latin typeface="Bahnschrift" panose="020B0502040204020203" pitchFamily="34" charset="0"/>
              </a:rPr>
              <a:t>0</a:t>
            </a:r>
            <a:r>
              <a:rPr lang="es-ES" sz="2800" b="0" i="0" dirty="0">
                <a:solidFill>
                  <a:schemeClr val="bg1"/>
                </a:solidFill>
                <a:effectLst/>
                <a:latin typeface="Bahnschrift" panose="020B0502040204020203" pitchFamily="34" charset="0"/>
              </a:rPr>
              <a:t>'.A</a:t>
            </a:r>
            <a:br>
              <a:rPr lang="es-ES" sz="2800" dirty="0">
                <a:solidFill>
                  <a:schemeClr val="bg1"/>
                </a:solidFill>
                <a:latin typeface="Bahnschrift" panose="020B0502040204020203" pitchFamily="34" charset="0"/>
              </a:rPr>
            </a:br>
            <a:r>
              <a:rPr lang="es-ES" sz="2800" b="0" i="0" dirty="0">
                <a:solidFill>
                  <a:schemeClr val="bg1"/>
                </a:solidFill>
                <a:effectLst/>
                <a:latin typeface="Bahnschrift" panose="020B0502040204020203" pitchFamily="34" charset="0"/>
              </a:rPr>
              <a:t>Y</a:t>
            </a:r>
            <a:r>
              <a:rPr lang="es-ES" sz="2800" b="0" i="0" baseline="-25000" dirty="0">
                <a:solidFill>
                  <a:schemeClr val="bg1"/>
                </a:solidFill>
                <a:effectLst/>
                <a:latin typeface="Bahnschrift" panose="020B0502040204020203" pitchFamily="34" charset="0"/>
              </a:rPr>
              <a:t>1</a:t>
            </a:r>
            <a:r>
              <a:rPr lang="es-ES" sz="2800" b="0" i="0" dirty="0">
                <a:solidFill>
                  <a:schemeClr val="bg1"/>
                </a:solidFill>
                <a:effectLst/>
                <a:latin typeface="Bahnschrift" panose="020B0502040204020203" pitchFamily="34" charset="0"/>
              </a:rPr>
              <a:t>=S</a:t>
            </a:r>
            <a:r>
              <a:rPr lang="es-ES" sz="2800" b="0" i="0" baseline="-25000" dirty="0">
                <a:solidFill>
                  <a:schemeClr val="bg1"/>
                </a:solidFill>
                <a:effectLst/>
                <a:latin typeface="Bahnschrift" panose="020B0502040204020203" pitchFamily="34" charset="0"/>
              </a:rPr>
              <a:t>0</a:t>
            </a:r>
            <a:r>
              <a:rPr lang="es-ES" sz="2800" b="0" i="0" dirty="0">
                <a:solidFill>
                  <a:schemeClr val="bg1"/>
                </a:solidFill>
                <a:effectLst/>
                <a:latin typeface="Bahnschrift" panose="020B0502040204020203" pitchFamily="34" charset="0"/>
              </a:rPr>
              <a:t>.A</a:t>
            </a:r>
            <a:endParaRPr lang="en-US" sz="2800" dirty="0">
              <a:solidFill>
                <a:schemeClr val="bg1"/>
              </a:solidFill>
              <a:latin typeface="Bahnschrift" panose="020B0502040204020203" pitchFamily="34" charset="0"/>
            </a:endParaRPr>
          </a:p>
        </p:txBody>
      </p:sp>
    </p:spTree>
    <p:extLst>
      <p:ext uri="{BB962C8B-B14F-4D97-AF65-F5344CB8AC3E}">
        <p14:creationId xmlns:p14="http://schemas.microsoft.com/office/powerpoint/2010/main" val="32053587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904CF-CB0D-F3FF-AF34-531DD1CAB39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29564D1-72B9-E4AF-7DC2-B6B04871847A}"/>
              </a:ext>
            </a:extLst>
          </p:cNvPr>
          <p:cNvSpPr txBox="1"/>
          <p:nvPr/>
        </p:nvSpPr>
        <p:spPr>
          <a:xfrm>
            <a:off x="985838" y="1478570"/>
            <a:ext cx="10472737" cy="646331"/>
          </a:xfrm>
          <a:prstGeom prst="rect">
            <a:avLst/>
          </a:prstGeom>
          <a:noFill/>
        </p:spPr>
        <p:txBody>
          <a:bodyPr wrap="square">
            <a:spAutoFit/>
          </a:bodyPr>
          <a:lstStyle/>
          <a:p>
            <a:br>
              <a:rPr lang="en-US" b="0" i="0" dirty="0">
                <a:solidFill>
                  <a:srgbClr val="333333"/>
                </a:solidFill>
                <a:effectLst/>
                <a:latin typeface="Bahnschrift" panose="020B0502040204020203" pitchFamily="34" charset="0"/>
              </a:rPr>
            </a:br>
            <a:endParaRPr lang="en-US" dirty="0">
              <a:latin typeface="Bahnschrift" panose="020B0502040204020203" pitchFamily="34" charset="0"/>
            </a:endParaRPr>
          </a:p>
        </p:txBody>
      </p:sp>
      <p:sp>
        <p:nvSpPr>
          <p:cNvPr id="8" name="Title 1">
            <a:extLst>
              <a:ext uri="{FF2B5EF4-FFF2-40B4-BE49-F238E27FC236}">
                <a16:creationId xmlns:a16="http://schemas.microsoft.com/office/drawing/2014/main" id="{7237722D-03F0-B8F9-4938-C2F97B6C582E}"/>
              </a:ext>
            </a:extLst>
          </p:cNvPr>
          <p:cNvSpPr txBox="1">
            <a:spLocks/>
          </p:cNvSpPr>
          <p:nvPr/>
        </p:nvSpPr>
        <p:spPr>
          <a:xfrm>
            <a:off x="0" y="185738"/>
            <a:ext cx="12192000" cy="14785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algn="ctr"/>
            <a:r>
              <a:rPr lang="en-US" sz="4800" dirty="0">
                <a:solidFill>
                  <a:schemeClr val="bg1"/>
                </a:solidFill>
                <a:latin typeface="Bodoni MT Black" panose="02070A03080606020203" pitchFamily="18" charset="0"/>
              </a:rPr>
              <a:t>LOGIC DIAGRAM for </a:t>
            </a:r>
            <a:br>
              <a:rPr lang="en-US" sz="4800" dirty="0">
                <a:solidFill>
                  <a:schemeClr val="bg1"/>
                </a:solidFill>
                <a:latin typeface="Bodoni MT Black" panose="02070A03080606020203" pitchFamily="18" charset="0"/>
              </a:rPr>
            </a:br>
            <a:r>
              <a:rPr lang="en-US" sz="4800" dirty="0">
                <a:solidFill>
                  <a:schemeClr val="bg1"/>
                </a:solidFill>
                <a:latin typeface="Bodoni MT Black" panose="02070A03080606020203" pitchFamily="18" charset="0"/>
              </a:rPr>
              <a:t>1X2 de-MULTIPLEXER</a:t>
            </a:r>
          </a:p>
        </p:txBody>
      </p:sp>
      <p:pic>
        <p:nvPicPr>
          <p:cNvPr id="3" name="Picture 2">
            <a:extLst>
              <a:ext uri="{FF2B5EF4-FFF2-40B4-BE49-F238E27FC236}">
                <a16:creationId xmlns:a16="http://schemas.microsoft.com/office/drawing/2014/main" id="{45DC477B-21E4-0429-C671-2DABC89D6D6E}"/>
              </a:ext>
            </a:extLst>
          </p:cNvPr>
          <p:cNvPicPr>
            <a:picLocks noChangeAspect="1"/>
          </p:cNvPicPr>
          <p:nvPr/>
        </p:nvPicPr>
        <p:blipFill>
          <a:blip r:embed="rId2"/>
          <a:stretch>
            <a:fillRect/>
          </a:stretch>
        </p:blipFill>
        <p:spPr>
          <a:xfrm>
            <a:off x="3696146" y="2271537"/>
            <a:ext cx="4799708" cy="3207906"/>
          </a:xfrm>
          <a:prstGeom prst="rect">
            <a:avLst/>
          </a:prstGeom>
        </p:spPr>
      </p:pic>
    </p:spTree>
    <p:extLst>
      <p:ext uri="{BB962C8B-B14F-4D97-AF65-F5344CB8AC3E}">
        <p14:creationId xmlns:p14="http://schemas.microsoft.com/office/powerpoint/2010/main" val="31156156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AC0A0-9729-3ED5-59B2-F4C7FAC05D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C4DD1F-9F26-BC2D-75D7-D72C50256ACA}"/>
              </a:ext>
            </a:extLst>
          </p:cNvPr>
          <p:cNvSpPr>
            <a:spLocks noGrp="1"/>
          </p:cNvSpPr>
          <p:nvPr>
            <p:ph type="title"/>
          </p:nvPr>
        </p:nvSpPr>
        <p:spPr>
          <a:xfrm>
            <a:off x="1141413" y="0"/>
            <a:ext cx="9905998" cy="1478570"/>
          </a:xfrm>
        </p:spPr>
        <p:txBody>
          <a:bodyPr>
            <a:normAutofit/>
          </a:bodyPr>
          <a:lstStyle/>
          <a:p>
            <a:pPr algn="ctr"/>
            <a:r>
              <a:rPr lang="en-US" sz="4800" dirty="0">
                <a:solidFill>
                  <a:schemeClr val="bg1"/>
                </a:solidFill>
                <a:latin typeface="Bodoni MT Black" panose="02070A03080606020203" pitchFamily="18" charset="0"/>
              </a:rPr>
              <a:t>1x4 de-MULTIPLEXER</a:t>
            </a:r>
          </a:p>
        </p:txBody>
      </p:sp>
      <p:sp>
        <p:nvSpPr>
          <p:cNvPr id="3" name="TextBox 2">
            <a:extLst>
              <a:ext uri="{FF2B5EF4-FFF2-40B4-BE49-F238E27FC236}">
                <a16:creationId xmlns:a16="http://schemas.microsoft.com/office/drawing/2014/main" id="{A614B207-1CFD-5BFA-888A-C6022094B5B1}"/>
              </a:ext>
            </a:extLst>
          </p:cNvPr>
          <p:cNvSpPr txBox="1"/>
          <p:nvPr/>
        </p:nvSpPr>
        <p:spPr>
          <a:xfrm>
            <a:off x="985838" y="1278545"/>
            <a:ext cx="10472737" cy="2954655"/>
          </a:xfrm>
          <a:prstGeom prst="rect">
            <a:avLst/>
          </a:prstGeom>
          <a:noFill/>
        </p:spPr>
        <p:txBody>
          <a:bodyPr wrap="square">
            <a:spAutoFit/>
          </a:bodyPr>
          <a:lstStyle/>
          <a:p>
            <a:r>
              <a:rPr lang="en-US" sz="2800" dirty="0">
                <a:solidFill>
                  <a:schemeClr val="bg1"/>
                </a:solidFill>
                <a:latin typeface="Bahnschrift" panose="020B0502040204020203" pitchFamily="34" charset="0"/>
              </a:rPr>
              <a:t>In 1 to 4 De-multiplexer, there are total of four outputs, i.e., Y0, Y1, Y2, and Y3, 2 selection lines, i.e., S0 and S1 and single input, i.e., A. On the basis of the combination of inputs which are present at the selection lines S0 and S1, the input be connected to one of the outputs. The block diagram and the truth table of the 1×4 multiplexer are given below</a:t>
            </a:r>
            <a:r>
              <a:rPr lang="en-US" sz="2800" b="0" i="0" dirty="0">
                <a:solidFill>
                  <a:schemeClr val="bg1"/>
                </a:solidFill>
                <a:effectLst/>
                <a:latin typeface="Bahnschrift" panose="020B0502040204020203" pitchFamily="34" charset="0"/>
              </a:rPr>
              <a:t>.</a:t>
            </a:r>
            <a:br>
              <a:rPr lang="en-US" b="0" i="0" dirty="0">
                <a:solidFill>
                  <a:srgbClr val="333333"/>
                </a:solidFill>
                <a:effectLst/>
                <a:latin typeface="Bahnschrift" panose="020B0502040204020203" pitchFamily="34" charset="0"/>
              </a:rPr>
            </a:br>
            <a:endParaRPr lang="en-US" dirty="0">
              <a:latin typeface="Bahnschrift" panose="020B0502040204020203" pitchFamily="34" charset="0"/>
            </a:endParaRPr>
          </a:p>
        </p:txBody>
      </p:sp>
      <p:pic>
        <p:nvPicPr>
          <p:cNvPr id="6" name="Picture 5">
            <a:extLst>
              <a:ext uri="{FF2B5EF4-FFF2-40B4-BE49-F238E27FC236}">
                <a16:creationId xmlns:a16="http://schemas.microsoft.com/office/drawing/2014/main" id="{C2C01650-BBCD-7294-09C4-C821CEFEEA11}"/>
              </a:ext>
            </a:extLst>
          </p:cNvPr>
          <p:cNvPicPr>
            <a:picLocks noChangeAspect="1"/>
          </p:cNvPicPr>
          <p:nvPr/>
        </p:nvPicPr>
        <p:blipFill>
          <a:blip r:embed="rId2"/>
          <a:stretch>
            <a:fillRect/>
          </a:stretch>
        </p:blipFill>
        <p:spPr>
          <a:xfrm>
            <a:off x="4365383" y="3943154"/>
            <a:ext cx="3458058" cy="2800741"/>
          </a:xfrm>
          <a:prstGeom prst="rect">
            <a:avLst/>
          </a:prstGeom>
        </p:spPr>
      </p:pic>
    </p:spTree>
    <p:extLst>
      <p:ext uri="{BB962C8B-B14F-4D97-AF65-F5344CB8AC3E}">
        <p14:creationId xmlns:p14="http://schemas.microsoft.com/office/powerpoint/2010/main" val="18949736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3DD599-C31F-881D-39D6-8C6E4394F1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A4FD1F-C343-0A03-3F4A-5B41D57648AD}"/>
              </a:ext>
            </a:extLst>
          </p:cNvPr>
          <p:cNvSpPr>
            <a:spLocks noGrp="1"/>
          </p:cNvSpPr>
          <p:nvPr>
            <p:ph type="title"/>
          </p:nvPr>
        </p:nvSpPr>
        <p:spPr>
          <a:xfrm>
            <a:off x="0" y="185738"/>
            <a:ext cx="12192000" cy="1478570"/>
          </a:xfrm>
        </p:spPr>
        <p:txBody>
          <a:bodyPr>
            <a:normAutofit/>
          </a:bodyPr>
          <a:lstStyle/>
          <a:p>
            <a:pPr algn="ctr"/>
            <a:r>
              <a:rPr lang="en-US" sz="4800" dirty="0">
                <a:solidFill>
                  <a:schemeClr val="bg1"/>
                </a:solidFill>
                <a:latin typeface="Bodoni MT Black" panose="02070A03080606020203" pitchFamily="18" charset="0"/>
              </a:rPr>
              <a:t>Truth Table for </a:t>
            </a:r>
            <a:br>
              <a:rPr lang="en-US" sz="4800" dirty="0">
                <a:solidFill>
                  <a:schemeClr val="bg1"/>
                </a:solidFill>
                <a:latin typeface="Bodoni MT Black" panose="02070A03080606020203" pitchFamily="18" charset="0"/>
              </a:rPr>
            </a:br>
            <a:r>
              <a:rPr lang="en-US" sz="4800" dirty="0">
                <a:solidFill>
                  <a:schemeClr val="bg1"/>
                </a:solidFill>
                <a:latin typeface="Bodoni MT Black" panose="02070A03080606020203" pitchFamily="18" charset="0"/>
              </a:rPr>
              <a:t>1x4 de-MULTIPLEXER</a:t>
            </a:r>
          </a:p>
        </p:txBody>
      </p:sp>
      <p:sp>
        <p:nvSpPr>
          <p:cNvPr id="7" name="TextBox 6">
            <a:extLst>
              <a:ext uri="{FF2B5EF4-FFF2-40B4-BE49-F238E27FC236}">
                <a16:creationId xmlns:a16="http://schemas.microsoft.com/office/drawing/2014/main" id="{A223B513-76B5-B74D-AA3C-381DEDBA016D}"/>
              </a:ext>
            </a:extLst>
          </p:cNvPr>
          <p:cNvSpPr txBox="1"/>
          <p:nvPr/>
        </p:nvSpPr>
        <p:spPr>
          <a:xfrm>
            <a:off x="2428875" y="4481489"/>
            <a:ext cx="8036718" cy="2246769"/>
          </a:xfrm>
          <a:prstGeom prst="rect">
            <a:avLst/>
          </a:prstGeom>
          <a:noFill/>
        </p:spPr>
        <p:txBody>
          <a:bodyPr wrap="square">
            <a:spAutoFit/>
          </a:bodyPr>
          <a:lstStyle/>
          <a:p>
            <a:pPr algn="just"/>
            <a:r>
              <a:rPr lang="en-US" sz="2800" b="0" i="0" dirty="0">
                <a:solidFill>
                  <a:schemeClr val="bg1"/>
                </a:solidFill>
                <a:effectLst/>
                <a:latin typeface="Bahnschrift" panose="020B0502040204020203" pitchFamily="34" charset="0"/>
              </a:rPr>
              <a:t>The logical expression of the term Y is as follows:</a:t>
            </a:r>
            <a:endParaRPr lang="en-US" sz="2800" dirty="0">
              <a:solidFill>
                <a:schemeClr val="bg1"/>
              </a:solidFill>
              <a:latin typeface="Bahnschrift" panose="020B0502040204020203" pitchFamily="34" charset="0"/>
            </a:endParaRPr>
          </a:p>
          <a:p>
            <a:r>
              <a:rPr lang="en-US" sz="2800" dirty="0">
                <a:solidFill>
                  <a:schemeClr val="bg1"/>
                </a:solidFill>
                <a:latin typeface="Bahnschrift" panose="020B0502040204020203" pitchFamily="34" charset="0"/>
              </a:rPr>
              <a:t>Y0=S1'S0’A</a:t>
            </a:r>
            <a:br>
              <a:rPr lang="en-US" sz="2800" dirty="0">
                <a:solidFill>
                  <a:schemeClr val="bg1"/>
                </a:solidFill>
                <a:latin typeface="Bahnschrift" panose="020B0502040204020203" pitchFamily="34" charset="0"/>
              </a:rPr>
            </a:br>
            <a:r>
              <a:rPr lang="en-US" sz="2800" dirty="0">
                <a:solidFill>
                  <a:schemeClr val="bg1"/>
                </a:solidFill>
                <a:latin typeface="Bahnschrift" panose="020B0502040204020203" pitchFamily="34" charset="0"/>
              </a:rPr>
              <a:t>Y1=S1'S0A</a:t>
            </a:r>
            <a:br>
              <a:rPr lang="en-US" sz="2800" dirty="0">
                <a:solidFill>
                  <a:schemeClr val="bg1"/>
                </a:solidFill>
                <a:latin typeface="Bahnschrift" panose="020B0502040204020203" pitchFamily="34" charset="0"/>
              </a:rPr>
            </a:br>
            <a:r>
              <a:rPr lang="en-US" sz="2800" dirty="0">
                <a:solidFill>
                  <a:schemeClr val="bg1"/>
                </a:solidFill>
                <a:latin typeface="Bahnschrift" panose="020B0502040204020203" pitchFamily="34" charset="0"/>
              </a:rPr>
              <a:t>Y2=S1S0’A</a:t>
            </a:r>
          </a:p>
          <a:p>
            <a:r>
              <a:rPr lang="en-US" sz="2800" dirty="0">
                <a:solidFill>
                  <a:schemeClr val="bg1"/>
                </a:solidFill>
                <a:latin typeface="Bahnschrift" panose="020B0502040204020203" pitchFamily="34" charset="0"/>
              </a:rPr>
              <a:t>Y3=S1 S0 A</a:t>
            </a:r>
          </a:p>
        </p:txBody>
      </p:sp>
      <p:pic>
        <p:nvPicPr>
          <p:cNvPr id="5" name="Picture 4">
            <a:extLst>
              <a:ext uri="{FF2B5EF4-FFF2-40B4-BE49-F238E27FC236}">
                <a16:creationId xmlns:a16="http://schemas.microsoft.com/office/drawing/2014/main" id="{7E88730C-00E1-E956-0C9D-49068E2C5A38}"/>
              </a:ext>
            </a:extLst>
          </p:cNvPr>
          <p:cNvPicPr>
            <a:picLocks noChangeAspect="1"/>
          </p:cNvPicPr>
          <p:nvPr/>
        </p:nvPicPr>
        <p:blipFill>
          <a:blip r:embed="rId2"/>
          <a:stretch>
            <a:fillRect/>
          </a:stretch>
        </p:blipFill>
        <p:spPr>
          <a:xfrm>
            <a:off x="3116900" y="1925918"/>
            <a:ext cx="5958200" cy="2587778"/>
          </a:xfrm>
          <a:prstGeom prst="rect">
            <a:avLst/>
          </a:prstGeom>
        </p:spPr>
      </p:pic>
    </p:spTree>
    <p:extLst>
      <p:ext uri="{BB962C8B-B14F-4D97-AF65-F5344CB8AC3E}">
        <p14:creationId xmlns:p14="http://schemas.microsoft.com/office/powerpoint/2010/main" val="23002666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030B1-B471-7C54-F9BD-27B1C733E72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778FB23-76F8-7333-CFD8-6E1581C7AE4E}"/>
              </a:ext>
            </a:extLst>
          </p:cNvPr>
          <p:cNvSpPr txBox="1"/>
          <p:nvPr/>
        </p:nvSpPr>
        <p:spPr>
          <a:xfrm>
            <a:off x="985838" y="1478570"/>
            <a:ext cx="10472737" cy="646331"/>
          </a:xfrm>
          <a:prstGeom prst="rect">
            <a:avLst/>
          </a:prstGeom>
          <a:noFill/>
        </p:spPr>
        <p:txBody>
          <a:bodyPr wrap="square">
            <a:spAutoFit/>
          </a:bodyPr>
          <a:lstStyle/>
          <a:p>
            <a:br>
              <a:rPr lang="en-US" b="0" i="0" dirty="0">
                <a:solidFill>
                  <a:srgbClr val="333333"/>
                </a:solidFill>
                <a:effectLst/>
                <a:latin typeface="Bahnschrift" panose="020B0502040204020203" pitchFamily="34" charset="0"/>
              </a:rPr>
            </a:br>
            <a:endParaRPr lang="en-US" dirty="0">
              <a:latin typeface="Bahnschrift" panose="020B0502040204020203" pitchFamily="34" charset="0"/>
            </a:endParaRPr>
          </a:p>
        </p:txBody>
      </p:sp>
      <p:sp>
        <p:nvSpPr>
          <p:cNvPr id="8" name="Title 1">
            <a:extLst>
              <a:ext uri="{FF2B5EF4-FFF2-40B4-BE49-F238E27FC236}">
                <a16:creationId xmlns:a16="http://schemas.microsoft.com/office/drawing/2014/main" id="{EAAC6A7A-480B-7CAE-644B-5221E1FC78D0}"/>
              </a:ext>
            </a:extLst>
          </p:cNvPr>
          <p:cNvSpPr txBox="1">
            <a:spLocks/>
          </p:cNvSpPr>
          <p:nvPr/>
        </p:nvSpPr>
        <p:spPr>
          <a:xfrm>
            <a:off x="0" y="185738"/>
            <a:ext cx="12192000" cy="14785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algn="ctr"/>
            <a:r>
              <a:rPr lang="en-US" sz="4800" dirty="0">
                <a:solidFill>
                  <a:schemeClr val="bg1"/>
                </a:solidFill>
                <a:latin typeface="Bodoni MT Black" panose="02070A03080606020203" pitchFamily="18" charset="0"/>
              </a:rPr>
              <a:t>LOGIC DIAGRAM for </a:t>
            </a:r>
            <a:br>
              <a:rPr lang="en-US" sz="4800" dirty="0">
                <a:solidFill>
                  <a:schemeClr val="bg1"/>
                </a:solidFill>
                <a:latin typeface="Bodoni MT Black" panose="02070A03080606020203" pitchFamily="18" charset="0"/>
              </a:rPr>
            </a:br>
            <a:r>
              <a:rPr lang="en-US" sz="4800" dirty="0">
                <a:solidFill>
                  <a:schemeClr val="bg1"/>
                </a:solidFill>
                <a:latin typeface="Bodoni MT Black" panose="02070A03080606020203" pitchFamily="18" charset="0"/>
              </a:rPr>
              <a:t>1X4 DE-MULTIPLEXER</a:t>
            </a:r>
          </a:p>
        </p:txBody>
      </p:sp>
      <p:pic>
        <p:nvPicPr>
          <p:cNvPr id="5" name="Picture 4">
            <a:extLst>
              <a:ext uri="{FF2B5EF4-FFF2-40B4-BE49-F238E27FC236}">
                <a16:creationId xmlns:a16="http://schemas.microsoft.com/office/drawing/2014/main" id="{30DD9C77-7613-C6F5-34F2-1B0E014EDD2B}"/>
              </a:ext>
            </a:extLst>
          </p:cNvPr>
          <p:cNvPicPr>
            <a:picLocks noChangeAspect="1"/>
          </p:cNvPicPr>
          <p:nvPr/>
        </p:nvPicPr>
        <p:blipFill>
          <a:blip r:embed="rId2"/>
          <a:stretch>
            <a:fillRect/>
          </a:stretch>
        </p:blipFill>
        <p:spPr>
          <a:xfrm>
            <a:off x="3797966" y="1801735"/>
            <a:ext cx="4596067" cy="4667879"/>
          </a:xfrm>
          <a:prstGeom prst="rect">
            <a:avLst/>
          </a:prstGeom>
        </p:spPr>
      </p:pic>
    </p:spTree>
    <p:extLst>
      <p:ext uri="{BB962C8B-B14F-4D97-AF65-F5344CB8AC3E}">
        <p14:creationId xmlns:p14="http://schemas.microsoft.com/office/powerpoint/2010/main" val="6643391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5C6A1-0803-1DB9-CA0E-091BAD1EFD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30D702-9193-3EED-C9E5-E4586DE94C13}"/>
              </a:ext>
            </a:extLst>
          </p:cNvPr>
          <p:cNvSpPr>
            <a:spLocks noGrp="1"/>
          </p:cNvSpPr>
          <p:nvPr>
            <p:ph type="title"/>
          </p:nvPr>
        </p:nvSpPr>
        <p:spPr>
          <a:xfrm>
            <a:off x="1141413" y="0"/>
            <a:ext cx="9905998" cy="1478570"/>
          </a:xfrm>
        </p:spPr>
        <p:txBody>
          <a:bodyPr>
            <a:normAutofit/>
          </a:bodyPr>
          <a:lstStyle/>
          <a:p>
            <a:pPr algn="ctr"/>
            <a:r>
              <a:rPr lang="en-US" sz="4800" dirty="0">
                <a:solidFill>
                  <a:schemeClr val="bg1"/>
                </a:solidFill>
                <a:latin typeface="Bodoni MT Black" panose="02070A03080606020203" pitchFamily="18" charset="0"/>
              </a:rPr>
              <a:t>1X8 DE-MULTIPLEXER</a:t>
            </a:r>
          </a:p>
        </p:txBody>
      </p:sp>
      <p:sp>
        <p:nvSpPr>
          <p:cNvPr id="3" name="TextBox 2">
            <a:extLst>
              <a:ext uri="{FF2B5EF4-FFF2-40B4-BE49-F238E27FC236}">
                <a16:creationId xmlns:a16="http://schemas.microsoft.com/office/drawing/2014/main" id="{1FE95C9B-70CA-286D-92A2-3AB6C5413CCA}"/>
              </a:ext>
            </a:extLst>
          </p:cNvPr>
          <p:cNvSpPr txBox="1"/>
          <p:nvPr/>
        </p:nvSpPr>
        <p:spPr>
          <a:xfrm>
            <a:off x="985838" y="1278545"/>
            <a:ext cx="10472737" cy="2585323"/>
          </a:xfrm>
          <a:prstGeom prst="rect">
            <a:avLst/>
          </a:prstGeom>
          <a:noFill/>
        </p:spPr>
        <p:txBody>
          <a:bodyPr wrap="square">
            <a:spAutoFit/>
          </a:bodyPr>
          <a:lstStyle/>
          <a:p>
            <a:r>
              <a:rPr lang="en-US" sz="2400" b="0" i="0" dirty="0">
                <a:solidFill>
                  <a:srgbClr val="333333"/>
                </a:solidFill>
                <a:effectLst/>
                <a:latin typeface="Bahnschrift" panose="020B0502040204020203" pitchFamily="34" charset="0"/>
              </a:rPr>
              <a:t>In 1 to 8 De-multiplexer, there are total of eight outputs, i.e., Y</a:t>
            </a:r>
            <a:r>
              <a:rPr lang="en-US" sz="2400" b="0" i="0" baseline="-25000" dirty="0">
                <a:solidFill>
                  <a:srgbClr val="333333"/>
                </a:solidFill>
                <a:effectLst/>
                <a:latin typeface="Bahnschrift" panose="020B0502040204020203" pitchFamily="34" charset="0"/>
              </a:rPr>
              <a:t>0</a:t>
            </a:r>
            <a:r>
              <a:rPr lang="en-US" sz="2400" b="0" i="0" dirty="0">
                <a:solidFill>
                  <a:srgbClr val="333333"/>
                </a:solidFill>
                <a:effectLst/>
                <a:latin typeface="Bahnschrift" panose="020B0502040204020203" pitchFamily="34" charset="0"/>
              </a:rPr>
              <a:t>, Y</a:t>
            </a:r>
            <a:r>
              <a:rPr lang="en-US" sz="2400" b="0" i="0" baseline="-25000" dirty="0">
                <a:solidFill>
                  <a:srgbClr val="333333"/>
                </a:solidFill>
                <a:effectLst/>
                <a:latin typeface="Bahnschrift" panose="020B0502040204020203" pitchFamily="34" charset="0"/>
              </a:rPr>
              <a:t>1</a:t>
            </a:r>
            <a:r>
              <a:rPr lang="en-US" sz="2400" b="0" i="0" dirty="0">
                <a:solidFill>
                  <a:srgbClr val="333333"/>
                </a:solidFill>
                <a:effectLst/>
                <a:latin typeface="Bahnschrift" panose="020B0502040204020203" pitchFamily="34" charset="0"/>
              </a:rPr>
              <a:t>, Y</a:t>
            </a:r>
            <a:r>
              <a:rPr lang="en-US" sz="2400" b="0" i="0" baseline="-25000" dirty="0">
                <a:solidFill>
                  <a:srgbClr val="333333"/>
                </a:solidFill>
                <a:effectLst/>
                <a:latin typeface="Bahnschrift" panose="020B0502040204020203" pitchFamily="34" charset="0"/>
              </a:rPr>
              <a:t>2</a:t>
            </a:r>
            <a:r>
              <a:rPr lang="en-US" sz="2400" b="0" i="0" dirty="0">
                <a:solidFill>
                  <a:srgbClr val="333333"/>
                </a:solidFill>
                <a:effectLst/>
                <a:latin typeface="Bahnschrift" panose="020B0502040204020203" pitchFamily="34" charset="0"/>
              </a:rPr>
              <a:t>, Y</a:t>
            </a:r>
            <a:r>
              <a:rPr lang="en-US" sz="2400" b="0" i="0" baseline="-25000" dirty="0">
                <a:solidFill>
                  <a:srgbClr val="333333"/>
                </a:solidFill>
                <a:effectLst/>
                <a:latin typeface="Bahnschrift" panose="020B0502040204020203" pitchFamily="34" charset="0"/>
              </a:rPr>
              <a:t>3</a:t>
            </a:r>
            <a:r>
              <a:rPr lang="en-US" sz="2400" b="0" i="0" dirty="0">
                <a:solidFill>
                  <a:srgbClr val="333333"/>
                </a:solidFill>
                <a:effectLst/>
                <a:latin typeface="Bahnschrift" panose="020B0502040204020203" pitchFamily="34" charset="0"/>
              </a:rPr>
              <a:t>, Y</a:t>
            </a:r>
            <a:r>
              <a:rPr lang="en-US" sz="2400" b="0" i="0" baseline="-25000" dirty="0">
                <a:solidFill>
                  <a:srgbClr val="333333"/>
                </a:solidFill>
                <a:effectLst/>
                <a:latin typeface="Bahnschrift" panose="020B0502040204020203" pitchFamily="34" charset="0"/>
              </a:rPr>
              <a:t>4</a:t>
            </a:r>
            <a:r>
              <a:rPr lang="en-US" sz="2400" b="0" i="0" dirty="0">
                <a:solidFill>
                  <a:srgbClr val="333333"/>
                </a:solidFill>
                <a:effectLst/>
                <a:latin typeface="Bahnschrift" panose="020B0502040204020203" pitchFamily="34" charset="0"/>
              </a:rPr>
              <a:t>, Y</a:t>
            </a:r>
            <a:r>
              <a:rPr lang="en-US" sz="2400" b="0" i="0" baseline="-25000" dirty="0">
                <a:solidFill>
                  <a:srgbClr val="333333"/>
                </a:solidFill>
                <a:effectLst/>
                <a:latin typeface="Bahnschrift" panose="020B0502040204020203" pitchFamily="34" charset="0"/>
              </a:rPr>
              <a:t>5</a:t>
            </a:r>
            <a:r>
              <a:rPr lang="en-US" sz="2400" b="0" i="0" dirty="0">
                <a:solidFill>
                  <a:srgbClr val="333333"/>
                </a:solidFill>
                <a:effectLst/>
                <a:latin typeface="Bahnschrift" panose="020B0502040204020203" pitchFamily="34" charset="0"/>
              </a:rPr>
              <a:t>, Y</a:t>
            </a:r>
            <a:r>
              <a:rPr lang="en-US" sz="2400" b="0" i="0" baseline="-25000" dirty="0">
                <a:solidFill>
                  <a:srgbClr val="333333"/>
                </a:solidFill>
                <a:effectLst/>
                <a:latin typeface="Bahnschrift" panose="020B0502040204020203" pitchFamily="34" charset="0"/>
              </a:rPr>
              <a:t>6</a:t>
            </a:r>
            <a:r>
              <a:rPr lang="en-US" sz="2400" b="0" i="0" dirty="0">
                <a:solidFill>
                  <a:srgbClr val="333333"/>
                </a:solidFill>
                <a:effectLst/>
                <a:latin typeface="Bahnschrift" panose="020B0502040204020203" pitchFamily="34" charset="0"/>
              </a:rPr>
              <a:t>, and Y</a:t>
            </a:r>
            <a:r>
              <a:rPr lang="en-US" sz="2400" b="0" i="0" baseline="-25000" dirty="0">
                <a:solidFill>
                  <a:srgbClr val="333333"/>
                </a:solidFill>
                <a:effectLst/>
                <a:latin typeface="Bahnschrift" panose="020B0502040204020203" pitchFamily="34" charset="0"/>
              </a:rPr>
              <a:t>7</a:t>
            </a:r>
            <a:r>
              <a:rPr lang="en-US" sz="2400" b="0" i="0" dirty="0">
                <a:solidFill>
                  <a:srgbClr val="333333"/>
                </a:solidFill>
                <a:effectLst/>
                <a:latin typeface="Bahnschrift" panose="020B0502040204020203" pitchFamily="34" charset="0"/>
              </a:rPr>
              <a:t>, 3 selection lines, i.e., S</a:t>
            </a:r>
            <a:r>
              <a:rPr lang="en-US" sz="2400" b="0" i="0" baseline="-25000" dirty="0">
                <a:solidFill>
                  <a:srgbClr val="333333"/>
                </a:solidFill>
                <a:effectLst/>
                <a:latin typeface="Bahnschrift" panose="020B0502040204020203" pitchFamily="34" charset="0"/>
              </a:rPr>
              <a:t>0</a:t>
            </a:r>
            <a:r>
              <a:rPr lang="en-US" sz="2400" b="0" i="0" dirty="0">
                <a:solidFill>
                  <a:srgbClr val="333333"/>
                </a:solidFill>
                <a:effectLst/>
                <a:latin typeface="Bahnschrift" panose="020B0502040204020203" pitchFamily="34" charset="0"/>
              </a:rPr>
              <a:t>, S</a:t>
            </a:r>
            <a:r>
              <a:rPr lang="en-US" sz="2400" b="0" i="0" baseline="-25000" dirty="0">
                <a:solidFill>
                  <a:srgbClr val="333333"/>
                </a:solidFill>
                <a:effectLst/>
                <a:latin typeface="Bahnschrift" panose="020B0502040204020203" pitchFamily="34" charset="0"/>
              </a:rPr>
              <a:t>1</a:t>
            </a:r>
            <a:r>
              <a:rPr lang="en-US" sz="2400" b="0" i="0" dirty="0">
                <a:solidFill>
                  <a:srgbClr val="333333"/>
                </a:solidFill>
                <a:effectLst/>
                <a:latin typeface="Bahnschrift" panose="020B0502040204020203" pitchFamily="34" charset="0"/>
              </a:rPr>
              <a:t>and S</a:t>
            </a:r>
            <a:r>
              <a:rPr lang="en-US" sz="2400" b="0" i="0" baseline="-25000" dirty="0">
                <a:solidFill>
                  <a:srgbClr val="333333"/>
                </a:solidFill>
                <a:effectLst/>
                <a:latin typeface="Bahnschrift" panose="020B0502040204020203" pitchFamily="34" charset="0"/>
              </a:rPr>
              <a:t>2</a:t>
            </a:r>
            <a:r>
              <a:rPr lang="en-US" sz="2400" b="0" i="0" dirty="0">
                <a:solidFill>
                  <a:srgbClr val="333333"/>
                </a:solidFill>
                <a:effectLst/>
                <a:latin typeface="Bahnschrift" panose="020B0502040204020203" pitchFamily="34" charset="0"/>
              </a:rPr>
              <a:t> and single input, i.e., A. On the basis of the combination of inputs which are present at the selection lines S</a:t>
            </a:r>
            <a:r>
              <a:rPr lang="en-US" sz="2400" b="0" i="0" baseline="30000" dirty="0">
                <a:solidFill>
                  <a:srgbClr val="333333"/>
                </a:solidFill>
                <a:effectLst/>
                <a:latin typeface="Bahnschrift" panose="020B0502040204020203" pitchFamily="34" charset="0"/>
              </a:rPr>
              <a:t>0</a:t>
            </a:r>
            <a:r>
              <a:rPr lang="en-US" sz="2400" b="0" i="0" dirty="0">
                <a:solidFill>
                  <a:srgbClr val="333333"/>
                </a:solidFill>
                <a:effectLst/>
                <a:latin typeface="Bahnschrift" panose="020B0502040204020203" pitchFamily="34" charset="0"/>
              </a:rPr>
              <a:t>, S</a:t>
            </a:r>
            <a:r>
              <a:rPr lang="en-US" sz="2400" b="0" i="0" baseline="30000" dirty="0">
                <a:solidFill>
                  <a:srgbClr val="333333"/>
                </a:solidFill>
                <a:effectLst/>
                <a:latin typeface="Bahnschrift" panose="020B0502040204020203" pitchFamily="34" charset="0"/>
              </a:rPr>
              <a:t>1 </a:t>
            </a:r>
            <a:r>
              <a:rPr lang="en-US" sz="2400" b="0" i="0" dirty="0">
                <a:solidFill>
                  <a:srgbClr val="333333"/>
                </a:solidFill>
                <a:effectLst/>
                <a:latin typeface="Bahnschrift" panose="020B0502040204020203" pitchFamily="34" charset="0"/>
              </a:rPr>
              <a:t>and S</a:t>
            </a:r>
            <a:r>
              <a:rPr lang="en-US" sz="2400" b="0" i="0" baseline="-25000" dirty="0">
                <a:solidFill>
                  <a:srgbClr val="333333"/>
                </a:solidFill>
                <a:effectLst/>
                <a:latin typeface="Bahnschrift" panose="020B0502040204020203" pitchFamily="34" charset="0"/>
              </a:rPr>
              <a:t>2</a:t>
            </a:r>
            <a:r>
              <a:rPr lang="en-US" sz="2400" b="0" i="0" dirty="0">
                <a:solidFill>
                  <a:srgbClr val="333333"/>
                </a:solidFill>
                <a:effectLst/>
                <a:latin typeface="Bahnschrift" panose="020B0502040204020203" pitchFamily="34" charset="0"/>
              </a:rPr>
              <a:t>, the input will be connected to one of these outputs. The block diagram and the truth table of the 1</a:t>
            </a:r>
            <a:r>
              <a:rPr lang="en-US" sz="2400" b="1" i="0" dirty="0">
                <a:solidFill>
                  <a:srgbClr val="333333"/>
                </a:solidFill>
                <a:effectLst/>
                <a:latin typeface="Bahnschrift" panose="020B0502040204020203" pitchFamily="34" charset="0"/>
              </a:rPr>
              <a:t>×</a:t>
            </a:r>
            <a:r>
              <a:rPr lang="en-US" sz="2400" b="0" i="0" dirty="0">
                <a:solidFill>
                  <a:srgbClr val="333333"/>
                </a:solidFill>
                <a:effectLst/>
                <a:latin typeface="Bahnschrift" panose="020B0502040204020203" pitchFamily="34" charset="0"/>
              </a:rPr>
              <a:t>8 de-multiplexer are given below.</a:t>
            </a:r>
            <a:br>
              <a:rPr lang="en-US" b="0" i="0" dirty="0">
                <a:solidFill>
                  <a:srgbClr val="333333"/>
                </a:solidFill>
                <a:effectLst/>
                <a:latin typeface="Bahnschrift" panose="020B0502040204020203" pitchFamily="34" charset="0"/>
              </a:rPr>
            </a:br>
            <a:endParaRPr lang="en-US" dirty="0">
              <a:latin typeface="Bahnschrift" panose="020B0502040204020203" pitchFamily="34" charset="0"/>
            </a:endParaRPr>
          </a:p>
        </p:txBody>
      </p:sp>
      <p:pic>
        <p:nvPicPr>
          <p:cNvPr id="5" name="Picture 4">
            <a:extLst>
              <a:ext uri="{FF2B5EF4-FFF2-40B4-BE49-F238E27FC236}">
                <a16:creationId xmlns:a16="http://schemas.microsoft.com/office/drawing/2014/main" id="{95904232-27B7-6109-B1F9-E2A7CA440E71}"/>
              </a:ext>
            </a:extLst>
          </p:cNvPr>
          <p:cNvPicPr>
            <a:picLocks noChangeAspect="1"/>
          </p:cNvPicPr>
          <p:nvPr/>
        </p:nvPicPr>
        <p:blipFill>
          <a:blip r:embed="rId2"/>
          <a:stretch>
            <a:fillRect/>
          </a:stretch>
        </p:blipFill>
        <p:spPr>
          <a:xfrm>
            <a:off x="3909769" y="3266835"/>
            <a:ext cx="3486637" cy="3439005"/>
          </a:xfrm>
          <a:prstGeom prst="rect">
            <a:avLst/>
          </a:prstGeom>
        </p:spPr>
      </p:pic>
    </p:spTree>
    <p:extLst>
      <p:ext uri="{BB962C8B-B14F-4D97-AF65-F5344CB8AC3E}">
        <p14:creationId xmlns:p14="http://schemas.microsoft.com/office/powerpoint/2010/main" val="29948356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5E4B3-8F87-555C-2928-79CA41BE4E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ABA10D-876D-4F36-CFAF-FB75904E853F}"/>
              </a:ext>
            </a:extLst>
          </p:cNvPr>
          <p:cNvSpPr>
            <a:spLocks noGrp="1"/>
          </p:cNvSpPr>
          <p:nvPr>
            <p:ph type="title"/>
          </p:nvPr>
        </p:nvSpPr>
        <p:spPr>
          <a:xfrm>
            <a:off x="0" y="185738"/>
            <a:ext cx="12192000" cy="1478570"/>
          </a:xfrm>
        </p:spPr>
        <p:txBody>
          <a:bodyPr>
            <a:normAutofit/>
          </a:bodyPr>
          <a:lstStyle/>
          <a:p>
            <a:pPr algn="ctr"/>
            <a:r>
              <a:rPr lang="en-US" sz="4800" dirty="0">
                <a:solidFill>
                  <a:schemeClr val="bg1"/>
                </a:solidFill>
                <a:latin typeface="Bodoni MT Black" panose="02070A03080606020203" pitchFamily="18" charset="0"/>
              </a:rPr>
              <a:t>Truth Table for </a:t>
            </a:r>
            <a:br>
              <a:rPr lang="en-US" sz="4800" dirty="0">
                <a:solidFill>
                  <a:schemeClr val="bg1"/>
                </a:solidFill>
                <a:latin typeface="Bodoni MT Black" panose="02070A03080606020203" pitchFamily="18" charset="0"/>
              </a:rPr>
            </a:br>
            <a:r>
              <a:rPr lang="en-US" sz="4800" dirty="0">
                <a:solidFill>
                  <a:schemeClr val="bg1"/>
                </a:solidFill>
                <a:latin typeface="Bodoni MT Black" panose="02070A03080606020203" pitchFamily="18" charset="0"/>
              </a:rPr>
              <a:t>1X8 DE-MULTIPLEXER</a:t>
            </a:r>
          </a:p>
        </p:txBody>
      </p:sp>
      <p:sp>
        <p:nvSpPr>
          <p:cNvPr id="7" name="TextBox 6">
            <a:extLst>
              <a:ext uri="{FF2B5EF4-FFF2-40B4-BE49-F238E27FC236}">
                <a16:creationId xmlns:a16="http://schemas.microsoft.com/office/drawing/2014/main" id="{0111365B-D386-84F3-E2F9-CE3748712BF7}"/>
              </a:ext>
            </a:extLst>
          </p:cNvPr>
          <p:cNvSpPr txBox="1"/>
          <p:nvPr/>
        </p:nvSpPr>
        <p:spPr>
          <a:xfrm>
            <a:off x="7958138" y="1951793"/>
            <a:ext cx="3857626" cy="4524315"/>
          </a:xfrm>
          <a:prstGeom prst="rect">
            <a:avLst/>
          </a:prstGeom>
          <a:noFill/>
        </p:spPr>
        <p:txBody>
          <a:bodyPr wrap="square">
            <a:spAutoFit/>
          </a:bodyPr>
          <a:lstStyle/>
          <a:p>
            <a:pPr algn="just"/>
            <a:r>
              <a:rPr lang="en-US" sz="2400" dirty="0">
                <a:solidFill>
                  <a:schemeClr val="bg1"/>
                </a:solidFill>
                <a:latin typeface="Bahnschrift" panose="020B0502040204020203" pitchFamily="34" charset="0"/>
              </a:rPr>
              <a:t>The logical expression of the term Y is as follows:</a:t>
            </a:r>
          </a:p>
          <a:p>
            <a:pPr algn="just"/>
            <a:endParaRPr lang="en-US" sz="2400" dirty="0">
              <a:solidFill>
                <a:schemeClr val="bg1"/>
              </a:solidFill>
              <a:latin typeface="Bahnschrift" panose="020B0502040204020203" pitchFamily="34" charset="0"/>
            </a:endParaRPr>
          </a:p>
          <a:p>
            <a:r>
              <a:rPr lang="en-US" sz="2400" b="0" i="0" dirty="0">
                <a:solidFill>
                  <a:schemeClr val="bg1"/>
                </a:solidFill>
                <a:effectLst/>
                <a:latin typeface="Bahnschrift" panose="020B0502040204020203" pitchFamily="34" charset="0"/>
              </a:rPr>
              <a:t>Y</a:t>
            </a:r>
            <a:r>
              <a:rPr lang="en-US" sz="2400" b="0" i="0" baseline="-25000" dirty="0">
                <a:solidFill>
                  <a:schemeClr val="bg1"/>
                </a:solidFill>
                <a:effectLst/>
                <a:latin typeface="Bahnschrift" panose="020B0502040204020203" pitchFamily="34" charset="0"/>
              </a:rPr>
              <a:t>0</a:t>
            </a:r>
            <a:r>
              <a:rPr lang="en-US" sz="2400" b="0" i="0" dirty="0">
                <a:solidFill>
                  <a:schemeClr val="bg1"/>
                </a:solidFill>
                <a:effectLst/>
                <a:latin typeface="Bahnschrift" panose="020B0502040204020203" pitchFamily="34" charset="0"/>
              </a:rPr>
              <a:t>=S</a:t>
            </a:r>
            <a:r>
              <a:rPr lang="en-US" sz="2400" b="0" i="0" baseline="-25000" dirty="0">
                <a:solidFill>
                  <a:schemeClr val="bg1"/>
                </a:solidFill>
                <a:effectLst/>
                <a:latin typeface="Bahnschrift" panose="020B0502040204020203" pitchFamily="34" charset="0"/>
              </a:rPr>
              <a:t>0</a:t>
            </a:r>
            <a:r>
              <a:rPr lang="en-US" sz="2400" b="0" i="0" dirty="0">
                <a:solidFill>
                  <a:schemeClr val="bg1"/>
                </a:solidFill>
                <a:effectLst/>
                <a:latin typeface="Bahnschrift" panose="020B0502040204020203" pitchFamily="34" charset="0"/>
              </a:rPr>
              <a:t>'.S</a:t>
            </a:r>
            <a:r>
              <a:rPr lang="en-US" sz="2400" b="0" i="0" baseline="-25000" dirty="0">
                <a:solidFill>
                  <a:schemeClr val="bg1"/>
                </a:solidFill>
                <a:effectLst/>
                <a:latin typeface="Bahnschrift" panose="020B0502040204020203" pitchFamily="34" charset="0"/>
              </a:rPr>
              <a:t>1</a:t>
            </a:r>
            <a:r>
              <a:rPr lang="en-US" sz="2400" b="0" i="0" dirty="0">
                <a:solidFill>
                  <a:schemeClr val="bg1"/>
                </a:solidFill>
                <a:effectLst/>
                <a:latin typeface="Bahnschrift" panose="020B0502040204020203" pitchFamily="34" charset="0"/>
              </a:rPr>
              <a:t>'.S</a:t>
            </a:r>
            <a:r>
              <a:rPr lang="en-US" sz="2400" b="0" i="0" baseline="-25000" dirty="0">
                <a:solidFill>
                  <a:schemeClr val="bg1"/>
                </a:solidFill>
                <a:effectLst/>
                <a:latin typeface="Bahnschrift" panose="020B0502040204020203" pitchFamily="34" charset="0"/>
              </a:rPr>
              <a:t>2</a:t>
            </a:r>
            <a:r>
              <a:rPr lang="en-US" sz="2400" b="0" i="0" dirty="0">
                <a:solidFill>
                  <a:schemeClr val="bg1"/>
                </a:solidFill>
                <a:effectLst/>
                <a:latin typeface="Bahnschrift" panose="020B0502040204020203" pitchFamily="34" charset="0"/>
              </a:rPr>
              <a:t>'.A</a:t>
            </a:r>
            <a:br>
              <a:rPr lang="en-US" sz="2400" dirty="0">
                <a:solidFill>
                  <a:schemeClr val="bg1"/>
                </a:solidFill>
                <a:latin typeface="Bahnschrift" panose="020B0502040204020203" pitchFamily="34" charset="0"/>
              </a:rPr>
            </a:br>
            <a:r>
              <a:rPr lang="en-US" sz="2400" b="0" i="0" dirty="0">
                <a:solidFill>
                  <a:schemeClr val="bg1"/>
                </a:solidFill>
                <a:effectLst/>
                <a:latin typeface="Bahnschrift" panose="020B0502040204020203" pitchFamily="34" charset="0"/>
              </a:rPr>
              <a:t>Y</a:t>
            </a:r>
            <a:r>
              <a:rPr lang="en-US" sz="2400" b="0" i="0" baseline="-25000" dirty="0">
                <a:solidFill>
                  <a:schemeClr val="bg1"/>
                </a:solidFill>
                <a:effectLst/>
                <a:latin typeface="Bahnschrift" panose="020B0502040204020203" pitchFamily="34" charset="0"/>
              </a:rPr>
              <a:t>1</a:t>
            </a:r>
            <a:r>
              <a:rPr lang="en-US" sz="2400" b="0" i="0" dirty="0">
                <a:solidFill>
                  <a:schemeClr val="bg1"/>
                </a:solidFill>
                <a:effectLst/>
                <a:latin typeface="Bahnschrift" panose="020B0502040204020203" pitchFamily="34" charset="0"/>
              </a:rPr>
              <a:t>=S</a:t>
            </a:r>
            <a:r>
              <a:rPr lang="en-US" sz="2400" b="0" i="0" baseline="-25000" dirty="0">
                <a:solidFill>
                  <a:schemeClr val="bg1"/>
                </a:solidFill>
                <a:effectLst/>
                <a:latin typeface="Bahnschrift" panose="020B0502040204020203" pitchFamily="34" charset="0"/>
              </a:rPr>
              <a:t>0</a:t>
            </a:r>
            <a:r>
              <a:rPr lang="en-US" sz="2400" b="0" i="0" dirty="0">
                <a:solidFill>
                  <a:schemeClr val="bg1"/>
                </a:solidFill>
                <a:effectLst/>
                <a:latin typeface="Bahnschrift" panose="020B0502040204020203" pitchFamily="34" charset="0"/>
              </a:rPr>
              <a:t>.S</a:t>
            </a:r>
            <a:r>
              <a:rPr lang="en-US" sz="2400" b="0" i="0" baseline="-25000" dirty="0">
                <a:solidFill>
                  <a:schemeClr val="bg1"/>
                </a:solidFill>
                <a:effectLst/>
                <a:latin typeface="Bahnschrift" panose="020B0502040204020203" pitchFamily="34" charset="0"/>
              </a:rPr>
              <a:t>1</a:t>
            </a:r>
            <a:r>
              <a:rPr lang="en-US" sz="2400" b="0" i="0" dirty="0">
                <a:solidFill>
                  <a:schemeClr val="bg1"/>
                </a:solidFill>
                <a:effectLst/>
                <a:latin typeface="Bahnschrift" panose="020B0502040204020203" pitchFamily="34" charset="0"/>
              </a:rPr>
              <a:t>'.S</a:t>
            </a:r>
            <a:r>
              <a:rPr lang="en-US" sz="2400" b="0" i="0" baseline="-25000" dirty="0">
                <a:solidFill>
                  <a:schemeClr val="bg1"/>
                </a:solidFill>
                <a:effectLst/>
                <a:latin typeface="Bahnschrift" panose="020B0502040204020203" pitchFamily="34" charset="0"/>
              </a:rPr>
              <a:t>2</a:t>
            </a:r>
            <a:r>
              <a:rPr lang="en-US" sz="2400" b="0" i="0" dirty="0">
                <a:solidFill>
                  <a:schemeClr val="bg1"/>
                </a:solidFill>
                <a:effectLst/>
                <a:latin typeface="Bahnschrift" panose="020B0502040204020203" pitchFamily="34" charset="0"/>
              </a:rPr>
              <a:t>'.A</a:t>
            </a:r>
            <a:br>
              <a:rPr lang="en-US" sz="2400" dirty="0">
                <a:solidFill>
                  <a:schemeClr val="bg1"/>
                </a:solidFill>
                <a:latin typeface="Bahnschrift" panose="020B0502040204020203" pitchFamily="34" charset="0"/>
              </a:rPr>
            </a:br>
            <a:r>
              <a:rPr lang="en-US" sz="2400" b="0" i="0" dirty="0">
                <a:solidFill>
                  <a:schemeClr val="bg1"/>
                </a:solidFill>
                <a:effectLst/>
                <a:latin typeface="Bahnschrift" panose="020B0502040204020203" pitchFamily="34" charset="0"/>
              </a:rPr>
              <a:t>Y</a:t>
            </a:r>
            <a:r>
              <a:rPr lang="en-US" sz="2400" b="0" i="0" baseline="-25000" dirty="0">
                <a:solidFill>
                  <a:schemeClr val="bg1"/>
                </a:solidFill>
                <a:effectLst/>
                <a:latin typeface="Bahnschrift" panose="020B0502040204020203" pitchFamily="34" charset="0"/>
              </a:rPr>
              <a:t>2</a:t>
            </a:r>
            <a:r>
              <a:rPr lang="en-US" sz="2400" b="0" i="0" dirty="0">
                <a:solidFill>
                  <a:schemeClr val="bg1"/>
                </a:solidFill>
                <a:effectLst/>
                <a:latin typeface="Bahnschrift" panose="020B0502040204020203" pitchFamily="34" charset="0"/>
              </a:rPr>
              <a:t>=S</a:t>
            </a:r>
            <a:r>
              <a:rPr lang="en-US" sz="2400" b="0" i="0" baseline="-25000" dirty="0">
                <a:solidFill>
                  <a:schemeClr val="bg1"/>
                </a:solidFill>
                <a:effectLst/>
                <a:latin typeface="Bahnschrift" panose="020B0502040204020203" pitchFamily="34" charset="0"/>
              </a:rPr>
              <a:t>0</a:t>
            </a:r>
            <a:r>
              <a:rPr lang="en-US" sz="2400" b="0" i="0" dirty="0">
                <a:solidFill>
                  <a:schemeClr val="bg1"/>
                </a:solidFill>
                <a:effectLst/>
                <a:latin typeface="Bahnschrift" panose="020B0502040204020203" pitchFamily="34" charset="0"/>
              </a:rPr>
              <a:t>'.S</a:t>
            </a:r>
            <a:r>
              <a:rPr lang="en-US" sz="2400" b="0" i="0" baseline="-25000" dirty="0">
                <a:solidFill>
                  <a:schemeClr val="bg1"/>
                </a:solidFill>
                <a:effectLst/>
                <a:latin typeface="Bahnschrift" panose="020B0502040204020203" pitchFamily="34" charset="0"/>
              </a:rPr>
              <a:t>1</a:t>
            </a:r>
            <a:r>
              <a:rPr lang="en-US" sz="2400" b="0" i="0" dirty="0">
                <a:solidFill>
                  <a:schemeClr val="bg1"/>
                </a:solidFill>
                <a:effectLst/>
                <a:latin typeface="Bahnschrift" panose="020B0502040204020203" pitchFamily="34" charset="0"/>
              </a:rPr>
              <a:t>.S</a:t>
            </a:r>
            <a:r>
              <a:rPr lang="en-US" sz="2400" b="0" i="0" baseline="-25000" dirty="0">
                <a:solidFill>
                  <a:schemeClr val="bg1"/>
                </a:solidFill>
                <a:effectLst/>
                <a:latin typeface="Bahnschrift" panose="020B0502040204020203" pitchFamily="34" charset="0"/>
              </a:rPr>
              <a:t>2</a:t>
            </a:r>
            <a:r>
              <a:rPr lang="en-US" sz="2400" b="0" i="0" dirty="0">
                <a:solidFill>
                  <a:schemeClr val="bg1"/>
                </a:solidFill>
                <a:effectLst/>
                <a:latin typeface="Bahnschrift" panose="020B0502040204020203" pitchFamily="34" charset="0"/>
              </a:rPr>
              <a:t>’.A</a:t>
            </a:r>
          </a:p>
          <a:p>
            <a:r>
              <a:rPr lang="en-US" sz="2400" b="0" i="0" dirty="0">
                <a:solidFill>
                  <a:schemeClr val="bg1"/>
                </a:solidFill>
                <a:effectLst/>
                <a:latin typeface="Bahnschrift" panose="020B0502040204020203" pitchFamily="34" charset="0"/>
              </a:rPr>
              <a:t>Y</a:t>
            </a:r>
            <a:r>
              <a:rPr lang="en-US" sz="2400" b="0" i="0" baseline="-25000" dirty="0">
                <a:solidFill>
                  <a:schemeClr val="bg1"/>
                </a:solidFill>
                <a:effectLst/>
                <a:latin typeface="Bahnschrift" panose="020B0502040204020203" pitchFamily="34" charset="0"/>
              </a:rPr>
              <a:t>3</a:t>
            </a:r>
            <a:r>
              <a:rPr lang="en-US" sz="2400" b="0" i="0" dirty="0">
                <a:solidFill>
                  <a:schemeClr val="bg1"/>
                </a:solidFill>
                <a:effectLst/>
                <a:latin typeface="Bahnschrift" panose="020B0502040204020203" pitchFamily="34" charset="0"/>
              </a:rPr>
              <a:t>=S</a:t>
            </a:r>
            <a:r>
              <a:rPr lang="en-US" sz="2400" b="0" i="0" baseline="-25000" dirty="0">
                <a:solidFill>
                  <a:schemeClr val="bg1"/>
                </a:solidFill>
                <a:effectLst/>
                <a:latin typeface="Bahnschrift" panose="020B0502040204020203" pitchFamily="34" charset="0"/>
              </a:rPr>
              <a:t>0</a:t>
            </a:r>
            <a:r>
              <a:rPr lang="en-US" sz="2400" b="0" i="0" dirty="0">
                <a:solidFill>
                  <a:schemeClr val="bg1"/>
                </a:solidFill>
                <a:effectLst/>
                <a:latin typeface="Bahnschrift" panose="020B0502040204020203" pitchFamily="34" charset="0"/>
              </a:rPr>
              <a:t>.S</a:t>
            </a:r>
            <a:r>
              <a:rPr lang="en-US" sz="2400" b="0" i="0" baseline="-25000" dirty="0">
                <a:solidFill>
                  <a:schemeClr val="bg1"/>
                </a:solidFill>
                <a:effectLst/>
                <a:latin typeface="Bahnschrift" panose="020B0502040204020203" pitchFamily="34" charset="0"/>
              </a:rPr>
              <a:t>1</a:t>
            </a:r>
            <a:r>
              <a:rPr lang="en-US" sz="2400" b="0" i="0" dirty="0">
                <a:solidFill>
                  <a:schemeClr val="bg1"/>
                </a:solidFill>
                <a:effectLst/>
                <a:latin typeface="Bahnschrift" panose="020B0502040204020203" pitchFamily="34" charset="0"/>
              </a:rPr>
              <a:t>.S</a:t>
            </a:r>
            <a:r>
              <a:rPr lang="en-US" sz="2400" b="0" i="0" baseline="-25000" dirty="0">
                <a:solidFill>
                  <a:schemeClr val="bg1"/>
                </a:solidFill>
                <a:effectLst/>
                <a:latin typeface="Bahnschrift" panose="020B0502040204020203" pitchFamily="34" charset="0"/>
              </a:rPr>
              <a:t>2</a:t>
            </a:r>
            <a:r>
              <a:rPr lang="en-US" sz="2400" b="0" i="0" dirty="0">
                <a:solidFill>
                  <a:schemeClr val="bg1"/>
                </a:solidFill>
                <a:effectLst/>
                <a:latin typeface="Bahnschrift" panose="020B0502040204020203" pitchFamily="34" charset="0"/>
              </a:rPr>
              <a:t>'.A</a:t>
            </a:r>
            <a:br>
              <a:rPr lang="en-US" sz="2400" dirty="0">
                <a:solidFill>
                  <a:schemeClr val="bg1"/>
                </a:solidFill>
                <a:latin typeface="Bahnschrift" panose="020B0502040204020203" pitchFamily="34" charset="0"/>
              </a:rPr>
            </a:br>
            <a:r>
              <a:rPr lang="en-US" sz="2400" b="0" i="0" dirty="0">
                <a:solidFill>
                  <a:schemeClr val="bg1"/>
                </a:solidFill>
                <a:effectLst/>
                <a:latin typeface="Bahnschrift" panose="020B0502040204020203" pitchFamily="34" charset="0"/>
              </a:rPr>
              <a:t>Y</a:t>
            </a:r>
            <a:r>
              <a:rPr lang="en-US" sz="2400" b="0" i="0" baseline="-25000" dirty="0">
                <a:solidFill>
                  <a:schemeClr val="bg1"/>
                </a:solidFill>
                <a:effectLst/>
                <a:latin typeface="Bahnschrift" panose="020B0502040204020203" pitchFamily="34" charset="0"/>
              </a:rPr>
              <a:t>4</a:t>
            </a:r>
            <a:r>
              <a:rPr lang="en-US" sz="2400" b="0" i="0" dirty="0">
                <a:solidFill>
                  <a:schemeClr val="bg1"/>
                </a:solidFill>
                <a:effectLst/>
                <a:latin typeface="Bahnschrift" panose="020B0502040204020203" pitchFamily="34" charset="0"/>
              </a:rPr>
              <a:t>=S</a:t>
            </a:r>
            <a:r>
              <a:rPr lang="en-US" sz="2400" b="0" i="0" baseline="-25000" dirty="0">
                <a:solidFill>
                  <a:schemeClr val="bg1"/>
                </a:solidFill>
                <a:effectLst/>
                <a:latin typeface="Bahnschrift" panose="020B0502040204020203" pitchFamily="34" charset="0"/>
              </a:rPr>
              <a:t>0</a:t>
            </a:r>
            <a:r>
              <a:rPr lang="en-US" sz="2400" b="0" i="0" dirty="0">
                <a:solidFill>
                  <a:schemeClr val="bg1"/>
                </a:solidFill>
                <a:effectLst/>
                <a:latin typeface="Bahnschrift" panose="020B0502040204020203" pitchFamily="34" charset="0"/>
              </a:rPr>
              <a:t>'.S</a:t>
            </a:r>
            <a:r>
              <a:rPr lang="en-US" sz="2400" b="0" i="0" baseline="-25000" dirty="0">
                <a:solidFill>
                  <a:schemeClr val="bg1"/>
                </a:solidFill>
                <a:effectLst/>
                <a:latin typeface="Bahnschrift" panose="020B0502040204020203" pitchFamily="34" charset="0"/>
              </a:rPr>
              <a:t>1</a:t>
            </a:r>
            <a:r>
              <a:rPr lang="en-US" sz="2400" b="0" i="0" dirty="0">
                <a:solidFill>
                  <a:schemeClr val="bg1"/>
                </a:solidFill>
                <a:effectLst/>
                <a:latin typeface="Bahnschrift" panose="020B0502040204020203" pitchFamily="34" charset="0"/>
              </a:rPr>
              <a:t>'.S</a:t>
            </a:r>
            <a:r>
              <a:rPr lang="en-US" sz="2400" b="0" i="0" baseline="-25000" dirty="0">
                <a:solidFill>
                  <a:schemeClr val="bg1"/>
                </a:solidFill>
                <a:effectLst/>
                <a:latin typeface="Bahnschrift" panose="020B0502040204020203" pitchFamily="34" charset="0"/>
              </a:rPr>
              <a:t>2</a:t>
            </a:r>
            <a:r>
              <a:rPr lang="en-US" sz="2400" b="0" i="0" dirty="0">
                <a:solidFill>
                  <a:schemeClr val="bg1"/>
                </a:solidFill>
                <a:effectLst/>
                <a:latin typeface="Bahnschrift" panose="020B0502040204020203" pitchFamily="34" charset="0"/>
              </a:rPr>
              <a:t> A</a:t>
            </a:r>
            <a:br>
              <a:rPr lang="en-US" sz="2400" dirty="0">
                <a:solidFill>
                  <a:schemeClr val="bg1"/>
                </a:solidFill>
                <a:latin typeface="Bahnschrift" panose="020B0502040204020203" pitchFamily="34" charset="0"/>
              </a:rPr>
            </a:br>
            <a:r>
              <a:rPr lang="en-US" sz="2400" b="0" i="0" dirty="0">
                <a:solidFill>
                  <a:schemeClr val="bg1"/>
                </a:solidFill>
                <a:effectLst/>
                <a:latin typeface="Bahnschrift" panose="020B0502040204020203" pitchFamily="34" charset="0"/>
              </a:rPr>
              <a:t>Y</a:t>
            </a:r>
            <a:r>
              <a:rPr lang="en-US" sz="2400" b="0" i="0" baseline="-25000" dirty="0">
                <a:solidFill>
                  <a:schemeClr val="bg1"/>
                </a:solidFill>
                <a:effectLst/>
                <a:latin typeface="Bahnschrift" panose="020B0502040204020203" pitchFamily="34" charset="0"/>
              </a:rPr>
              <a:t>5</a:t>
            </a:r>
            <a:r>
              <a:rPr lang="en-US" sz="2400" b="0" i="0" dirty="0">
                <a:solidFill>
                  <a:schemeClr val="bg1"/>
                </a:solidFill>
                <a:effectLst/>
                <a:latin typeface="Bahnschrift" panose="020B0502040204020203" pitchFamily="34" charset="0"/>
              </a:rPr>
              <a:t>=S</a:t>
            </a:r>
            <a:r>
              <a:rPr lang="en-US" sz="2400" b="0" i="0" baseline="-25000" dirty="0">
                <a:solidFill>
                  <a:schemeClr val="bg1"/>
                </a:solidFill>
                <a:effectLst/>
                <a:latin typeface="Bahnschrift" panose="020B0502040204020203" pitchFamily="34" charset="0"/>
              </a:rPr>
              <a:t>0</a:t>
            </a:r>
            <a:r>
              <a:rPr lang="en-US" sz="2400" b="0" i="0" dirty="0">
                <a:solidFill>
                  <a:schemeClr val="bg1"/>
                </a:solidFill>
                <a:effectLst/>
                <a:latin typeface="Bahnschrift" panose="020B0502040204020203" pitchFamily="34" charset="0"/>
              </a:rPr>
              <a:t>.S</a:t>
            </a:r>
            <a:r>
              <a:rPr lang="en-US" sz="2400" b="0" i="0" baseline="-25000" dirty="0">
                <a:solidFill>
                  <a:schemeClr val="bg1"/>
                </a:solidFill>
                <a:effectLst/>
                <a:latin typeface="Bahnschrift" panose="020B0502040204020203" pitchFamily="34" charset="0"/>
              </a:rPr>
              <a:t>1</a:t>
            </a:r>
            <a:r>
              <a:rPr lang="en-US" sz="2400" b="0" i="0" dirty="0">
                <a:solidFill>
                  <a:schemeClr val="bg1"/>
                </a:solidFill>
                <a:effectLst/>
                <a:latin typeface="Bahnschrift" panose="020B0502040204020203" pitchFamily="34" charset="0"/>
              </a:rPr>
              <a:t>'.S</a:t>
            </a:r>
            <a:r>
              <a:rPr lang="en-US" sz="2400" b="0" i="0" baseline="-25000" dirty="0">
                <a:solidFill>
                  <a:schemeClr val="bg1"/>
                </a:solidFill>
                <a:effectLst/>
                <a:latin typeface="Bahnschrift" panose="020B0502040204020203" pitchFamily="34" charset="0"/>
              </a:rPr>
              <a:t>2</a:t>
            </a:r>
            <a:r>
              <a:rPr lang="en-US" sz="2400" b="0" i="0" dirty="0">
                <a:solidFill>
                  <a:schemeClr val="bg1"/>
                </a:solidFill>
                <a:effectLst/>
                <a:latin typeface="Bahnschrift" panose="020B0502040204020203" pitchFamily="34" charset="0"/>
              </a:rPr>
              <a:t> A</a:t>
            </a:r>
            <a:br>
              <a:rPr lang="en-US" sz="2400" dirty="0">
                <a:solidFill>
                  <a:schemeClr val="bg1"/>
                </a:solidFill>
                <a:latin typeface="Bahnschrift" panose="020B0502040204020203" pitchFamily="34" charset="0"/>
              </a:rPr>
            </a:br>
            <a:r>
              <a:rPr lang="en-US" sz="2400" b="0" i="0" dirty="0">
                <a:solidFill>
                  <a:schemeClr val="bg1"/>
                </a:solidFill>
                <a:effectLst/>
                <a:latin typeface="Bahnschrift" panose="020B0502040204020203" pitchFamily="34" charset="0"/>
              </a:rPr>
              <a:t>Y</a:t>
            </a:r>
            <a:r>
              <a:rPr lang="en-US" sz="2400" b="0" i="0" baseline="-25000" dirty="0">
                <a:solidFill>
                  <a:schemeClr val="bg1"/>
                </a:solidFill>
                <a:effectLst/>
                <a:latin typeface="Bahnschrift" panose="020B0502040204020203" pitchFamily="34" charset="0"/>
              </a:rPr>
              <a:t>6</a:t>
            </a:r>
            <a:r>
              <a:rPr lang="en-US" sz="2400" b="0" i="0" dirty="0">
                <a:solidFill>
                  <a:schemeClr val="bg1"/>
                </a:solidFill>
                <a:effectLst/>
                <a:latin typeface="Bahnschrift" panose="020B0502040204020203" pitchFamily="34" charset="0"/>
              </a:rPr>
              <a:t>=S</a:t>
            </a:r>
            <a:r>
              <a:rPr lang="en-US" sz="2400" b="0" i="0" baseline="-25000" dirty="0">
                <a:solidFill>
                  <a:schemeClr val="bg1"/>
                </a:solidFill>
                <a:effectLst/>
                <a:latin typeface="Bahnschrift" panose="020B0502040204020203" pitchFamily="34" charset="0"/>
              </a:rPr>
              <a:t>0</a:t>
            </a:r>
            <a:r>
              <a:rPr lang="en-US" sz="2400" b="0" i="0" dirty="0">
                <a:solidFill>
                  <a:schemeClr val="bg1"/>
                </a:solidFill>
                <a:effectLst/>
                <a:latin typeface="Bahnschrift" panose="020B0502040204020203" pitchFamily="34" charset="0"/>
              </a:rPr>
              <a:t>'.S</a:t>
            </a:r>
            <a:r>
              <a:rPr lang="en-US" sz="2400" b="0" i="0" baseline="-25000" dirty="0">
                <a:solidFill>
                  <a:schemeClr val="bg1"/>
                </a:solidFill>
                <a:effectLst/>
                <a:latin typeface="Bahnschrift" panose="020B0502040204020203" pitchFamily="34" charset="0"/>
              </a:rPr>
              <a:t>1</a:t>
            </a:r>
            <a:r>
              <a:rPr lang="en-US" sz="2400" b="0" i="0" dirty="0">
                <a:solidFill>
                  <a:schemeClr val="bg1"/>
                </a:solidFill>
                <a:effectLst/>
                <a:latin typeface="Bahnschrift" panose="020B0502040204020203" pitchFamily="34" charset="0"/>
              </a:rPr>
              <a:t>.S</a:t>
            </a:r>
            <a:r>
              <a:rPr lang="en-US" sz="2400" b="0" i="0" baseline="-25000" dirty="0">
                <a:solidFill>
                  <a:schemeClr val="bg1"/>
                </a:solidFill>
                <a:effectLst/>
                <a:latin typeface="Bahnschrift" panose="020B0502040204020203" pitchFamily="34" charset="0"/>
              </a:rPr>
              <a:t>2</a:t>
            </a:r>
            <a:r>
              <a:rPr lang="en-US" sz="2400" b="0" i="0" dirty="0">
                <a:solidFill>
                  <a:schemeClr val="bg1"/>
                </a:solidFill>
                <a:effectLst/>
                <a:latin typeface="Bahnschrift" panose="020B0502040204020203" pitchFamily="34" charset="0"/>
              </a:rPr>
              <a:t> A</a:t>
            </a:r>
            <a:br>
              <a:rPr lang="en-US" sz="2400" dirty="0">
                <a:solidFill>
                  <a:schemeClr val="bg1"/>
                </a:solidFill>
                <a:latin typeface="Bahnschrift" panose="020B0502040204020203" pitchFamily="34" charset="0"/>
              </a:rPr>
            </a:br>
            <a:r>
              <a:rPr lang="en-US" sz="2400" b="0" i="0" dirty="0">
                <a:solidFill>
                  <a:schemeClr val="bg1"/>
                </a:solidFill>
                <a:effectLst/>
                <a:latin typeface="Bahnschrift" panose="020B0502040204020203" pitchFamily="34" charset="0"/>
              </a:rPr>
              <a:t>Y</a:t>
            </a:r>
            <a:r>
              <a:rPr lang="en-US" sz="2400" b="0" i="0" baseline="-25000" dirty="0">
                <a:solidFill>
                  <a:schemeClr val="bg1"/>
                </a:solidFill>
                <a:effectLst/>
                <a:latin typeface="Bahnschrift" panose="020B0502040204020203" pitchFamily="34" charset="0"/>
              </a:rPr>
              <a:t>7</a:t>
            </a:r>
            <a:r>
              <a:rPr lang="en-US" sz="2400" b="0" i="0" dirty="0">
                <a:solidFill>
                  <a:schemeClr val="bg1"/>
                </a:solidFill>
                <a:effectLst/>
                <a:latin typeface="Bahnschrift" panose="020B0502040204020203" pitchFamily="34" charset="0"/>
              </a:rPr>
              <a:t>=S</a:t>
            </a:r>
            <a:r>
              <a:rPr lang="en-US" sz="2400" b="0" i="0" baseline="-25000" dirty="0">
                <a:solidFill>
                  <a:schemeClr val="bg1"/>
                </a:solidFill>
                <a:effectLst/>
                <a:latin typeface="Bahnschrift" panose="020B0502040204020203" pitchFamily="34" charset="0"/>
              </a:rPr>
              <a:t>0</a:t>
            </a:r>
            <a:r>
              <a:rPr lang="en-US" sz="2400" b="0" i="0" dirty="0">
                <a:solidFill>
                  <a:schemeClr val="bg1"/>
                </a:solidFill>
                <a:effectLst/>
                <a:latin typeface="Bahnschrift" panose="020B0502040204020203" pitchFamily="34" charset="0"/>
              </a:rPr>
              <a:t>.S</a:t>
            </a:r>
            <a:r>
              <a:rPr lang="en-US" sz="2400" b="0" i="0" baseline="-25000" dirty="0">
                <a:solidFill>
                  <a:schemeClr val="bg1"/>
                </a:solidFill>
                <a:effectLst/>
                <a:latin typeface="Bahnschrift" panose="020B0502040204020203" pitchFamily="34" charset="0"/>
              </a:rPr>
              <a:t>1</a:t>
            </a:r>
            <a:r>
              <a:rPr lang="en-US" sz="2400" b="0" i="0" dirty="0">
                <a:solidFill>
                  <a:schemeClr val="bg1"/>
                </a:solidFill>
                <a:effectLst/>
                <a:latin typeface="Bahnschrift" panose="020B0502040204020203" pitchFamily="34" charset="0"/>
              </a:rPr>
              <a:t>.S</a:t>
            </a:r>
            <a:r>
              <a:rPr lang="en-US" sz="2400" b="0" i="0" baseline="-25000" dirty="0">
                <a:solidFill>
                  <a:schemeClr val="bg1"/>
                </a:solidFill>
                <a:effectLst/>
                <a:latin typeface="Bahnschrift" panose="020B0502040204020203" pitchFamily="34" charset="0"/>
              </a:rPr>
              <a:t>3</a:t>
            </a:r>
            <a:r>
              <a:rPr lang="en-US" sz="2400" b="0" i="0" dirty="0">
                <a:solidFill>
                  <a:schemeClr val="bg1"/>
                </a:solidFill>
                <a:effectLst/>
                <a:latin typeface="Bahnschrift" panose="020B0502040204020203" pitchFamily="34" charset="0"/>
              </a:rPr>
              <a:t>.A</a:t>
            </a:r>
            <a:endParaRPr lang="en-US" sz="2400" dirty="0">
              <a:solidFill>
                <a:schemeClr val="bg1"/>
              </a:solidFill>
              <a:latin typeface="Bahnschrift" panose="020B0502040204020203" pitchFamily="34" charset="0"/>
            </a:endParaRPr>
          </a:p>
          <a:p>
            <a:pPr algn="just"/>
            <a:endParaRPr lang="en-US" sz="2400" dirty="0">
              <a:solidFill>
                <a:schemeClr val="bg1"/>
              </a:solidFill>
              <a:latin typeface="Bahnschrift" panose="020B0502040204020203" pitchFamily="34" charset="0"/>
            </a:endParaRPr>
          </a:p>
        </p:txBody>
      </p:sp>
      <p:pic>
        <p:nvPicPr>
          <p:cNvPr id="4" name="Picture 3">
            <a:extLst>
              <a:ext uri="{FF2B5EF4-FFF2-40B4-BE49-F238E27FC236}">
                <a16:creationId xmlns:a16="http://schemas.microsoft.com/office/drawing/2014/main" id="{F2D803D0-5EF7-51A6-D1DF-468D397542F7}"/>
              </a:ext>
            </a:extLst>
          </p:cNvPr>
          <p:cNvPicPr>
            <a:picLocks noChangeAspect="1"/>
          </p:cNvPicPr>
          <p:nvPr/>
        </p:nvPicPr>
        <p:blipFill>
          <a:blip r:embed="rId2"/>
          <a:stretch>
            <a:fillRect/>
          </a:stretch>
        </p:blipFill>
        <p:spPr>
          <a:xfrm>
            <a:off x="956818" y="2264472"/>
            <a:ext cx="6672707" cy="3316435"/>
          </a:xfrm>
          <a:prstGeom prst="rect">
            <a:avLst/>
          </a:prstGeom>
        </p:spPr>
      </p:pic>
    </p:spTree>
    <p:extLst>
      <p:ext uri="{BB962C8B-B14F-4D97-AF65-F5344CB8AC3E}">
        <p14:creationId xmlns:p14="http://schemas.microsoft.com/office/powerpoint/2010/main" val="18897307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0B740-718F-7E34-8886-2124EAE660C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E9C1606-0916-85FB-6899-9588CEAD4A0E}"/>
              </a:ext>
            </a:extLst>
          </p:cNvPr>
          <p:cNvSpPr txBox="1"/>
          <p:nvPr/>
        </p:nvSpPr>
        <p:spPr>
          <a:xfrm>
            <a:off x="985838" y="1478570"/>
            <a:ext cx="10472737" cy="646331"/>
          </a:xfrm>
          <a:prstGeom prst="rect">
            <a:avLst/>
          </a:prstGeom>
          <a:noFill/>
        </p:spPr>
        <p:txBody>
          <a:bodyPr wrap="square">
            <a:spAutoFit/>
          </a:bodyPr>
          <a:lstStyle/>
          <a:p>
            <a:br>
              <a:rPr lang="en-US" b="0" i="0" dirty="0">
                <a:solidFill>
                  <a:srgbClr val="333333"/>
                </a:solidFill>
                <a:effectLst/>
                <a:latin typeface="Bahnschrift" panose="020B0502040204020203" pitchFamily="34" charset="0"/>
              </a:rPr>
            </a:br>
            <a:endParaRPr lang="en-US" dirty="0">
              <a:latin typeface="Bahnschrift" panose="020B0502040204020203" pitchFamily="34" charset="0"/>
            </a:endParaRPr>
          </a:p>
        </p:txBody>
      </p:sp>
      <p:sp>
        <p:nvSpPr>
          <p:cNvPr id="8" name="Title 1">
            <a:extLst>
              <a:ext uri="{FF2B5EF4-FFF2-40B4-BE49-F238E27FC236}">
                <a16:creationId xmlns:a16="http://schemas.microsoft.com/office/drawing/2014/main" id="{03F07CFC-B3AC-DF36-E133-9A98B4D9B021}"/>
              </a:ext>
            </a:extLst>
          </p:cNvPr>
          <p:cNvSpPr txBox="1">
            <a:spLocks/>
          </p:cNvSpPr>
          <p:nvPr/>
        </p:nvSpPr>
        <p:spPr>
          <a:xfrm>
            <a:off x="0" y="89753"/>
            <a:ext cx="12192000" cy="14785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algn="ctr"/>
            <a:r>
              <a:rPr lang="en-US" sz="4800" dirty="0">
                <a:solidFill>
                  <a:schemeClr val="bg1"/>
                </a:solidFill>
                <a:latin typeface="Bodoni MT Black" panose="02070A03080606020203" pitchFamily="18" charset="0"/>
              </a:rPr>
              <a:t>LOGIC DIAGRAM for </a:t>
            </a:r>
            <a:br>
              <a:rPr lang="en-US" sz="4800" dirty="0">
                <a:solidFill>
                  <a:schemeClr val="bg1"/>
                </a:solidFill>
                <a:latin typeface="Bodoni MT Black" panose="02070A03080606020203" pitchFamily="18" charset="0"/>
              </a:rPr>
            </a:br>
            <a:r>
              <a:rPr lang="en-US" sz="4800" dirty="0">
                <a:solidFill>
                  <a:schemeClr val="bg1"/>
                </a:solidFill>
                <a:latin typeface="Bodoni MT Black" panose="02070A03080606020203" pitchFamily="18" charset="0"/>
              </a:rPr>
              <a:t>1X8 DE-MULTIPLEXER</a:t>
            </a:r>
          </a:p>
        </p:txBody>
      </p:sp>
      <p:pic>
        <p:nvPicPr>
          <p:cNvPr id="3" name="Picture 2">
            <a:extLst>
              <a:ext uri="{FF2B5EF4-FFF2-40B4-BE49-F238E27FC236}">
                <a16:creationId xmlns:a16="http://schemas.microsoft.com/office/drawing/2014/main" id="{73354619-B4BF-626A-E77B-66F781BD2EC6}"/>
              </a:ext>
            </a:extLst>
          </p:cNvPr>
          <p:cNvPicPr>
            <a:picLocks noChangeAspect="1"/>
          </p:cNvPicPr>
          <p:nvPr/>
        </p:nvPicPr>
        <p:blipFill>
          <a:blip r:embed="rId2"/>
          <a:stretch>
            <a:fillRect/>
          </a:stretch>
        </p:blipFill>
        <p:spPr>
          <a:xfrm>
            <a:off x="4450308" y="1478570"/>
            <a:ext cx="3543795" cy="5268060"/>
          </a:xfrm>
          <a:prstGeom prst="rect">
            <a:avLst/>
          </a:prstGeom>
        </p:spPr>
      </p:pic>
    </p:spTree>
    <p:extLst>
      <p:ext uri="{BB962C8B-B14F-4D97-AF65-F5344CB8AC3E}">
        <p14:creationId xmlns:p14="http://schemas.microsoft.com/office/powerpoint/2010/main" val="79220365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Circuit</Template>
  <TotalTime>265</TotalTime>
  <Words>550</Words>
  <Application>Microsoft Office PowerPoint</Application>
  <PresentationFormat>Widescreen</PresentationFormat>
  <Paragraphs>30</Paragraphs>
  <Slides>11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Arial</vt:lpstr>
      <vt:lpstr>Bahnschrift</vt:lpstr>
      <vt:lpstr>Bauhaus 93</vt:lpstr>
      <vt:lpstr>Berlin Sans FB Demi</vt:lpstr>
      <vt:lpstr>Bodoni MT Black</vt:lpstr>
      <vt:lpstr>Bradley Hand ITC</vt:lpstr>
      <vt:lpstr>Tw Cen MT</vt:lpstr>
      <vt:lpstr>Circuit</vt:lpstr>
      <vt:lpstr>COMBINATIONAL CIRCUITS</vt:lpstr>
      <vt:lpstr>DE-MULTIPLEXER</vt:lpstr>
      <vt:lpstr>1x2 de-MULTIPLEXER</vt:lpstr>
      <vt:lpstr>Truth Table for  1X2 de-MULTIPLEXER</vt:lpstr>
      <vt:lpstr>PowerPoint Presentation</vt:lpstr>
      <vt:lpstr>1x4 de-MULTIPLEXER</vt:lpstr>
      <vt:lpstr>Truth Table for  1x4 de-MULTIPLEXER</vt:lpstr>
      <vt:lpstr>PowerPoint Presentation</vt:lpstr>
      <vt:lpstr>1X8 DE-MULTIPLEXER</vt:lpstr>
      <vt:lpstr>Truth Table for  1X8 DE-MULTIPLEXER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Roshni Patoa</dc:creator>
  <cp:lastModifiedBy>Roshni Patoa</cp:lastModifiedBy>
  <cp:revision>4</cp:revision>
  <dcterms:created xsi:type="dcterms:W3CDTF">2025-01-16T06:31:18Z</dcterms:created>
  <dcterms:modified xsi:type="dcterms:W3CDTF">2025-02-10T04:08:52Z</dcterms:modified>
</cp:coreProperties>
</file>