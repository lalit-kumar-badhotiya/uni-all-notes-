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5" r:id="rId11"/>
    <p:sldId id="276" r:id="rId12"/>
    <p:sldId id="277" r:id="rId13"/>
    <p:sldId id="265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C8F049D-CBD5-42D3-B0DB-D3B1D0918E68}" v="25" dt="2025-01-28T16:41:57.59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7" d="100"/>
          <a:sy n="67" d="100"/>
        </p:scale>
        <p:origin x="78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shni Patoa" userId="fed91864c60e3dfe" providerId="LiveId" clId="{1C8F049D-CBD5-42D3-B0DB-D3B1D0918E68}"/>
    <pc:docChg chg="undo custSel addSld delSld modSld">
      <pc:chgData name="Roshni Patoa" userId="fed91864c60e3dfe" providerId="LiveId" clId="{1C8F049D-CBD5-42D3-B0DB-D3B1D0918E68}" dt="2025-01-29T09:13:08.540" v="493" actId="47"/>
      <pc:docMkLst>
        <pc:docMk/>
      </pc:docMkLst>
      <pc:sldChg chg="modSp mod">
        <pc:chgData name="Roshni Patoa" userId="fed91864c60e3dfe" providerId="LiveId" clId="{1C8F049D-CBD5-42D3-B0DB-D3B1D0918E68}" dt="2025-01-28T16:27:06.134" v="38" actId="14100"/>
        <pc:sldMkLst>
          <pc:docMk/>
          <pc:sldMk cId="1208789959" sldId="256"/>
        </pc:sldMkLst>
        <pc:spChg chg="mod">
          <ac:chgData name="Roshni Patoa" userId="fed91864c60e3dfe" providerId="LiveId" clId="{1C8F049D-CBD5-42D3-B0DB-D3B1D0918E68}" dt="2025-01-28T16:27:06.134" v="38" actId="14100"/>
          <ac:spMkLst>
            <pc:docMk/>
            <pc:sldMk cId="1208789959" sldId="256"/>
            <ac:spMk id="2" creationId="{2F6FA0C8-9BC6-0025-AA62-C48E1A10F66C}"/>
          </ac:spMkLst>
        </pc:spChg>
      </pc:sldChg>
      <pc:sldChg chg="addSp modSp mod">
        <pc:chgData name="Roshni Patoa" userId="fed91864c60e3dfe" providerId="LiveId" clId="{1C8F049D-CBD5-42D3-B0DB-D3B1D0918E68}" dt="2025-01-28T16:40:13.426" v="325" actId="1076"/>
        <pc:sldMkLst>
          <pc:docMk/>
          <pc:sldMk cId="1901894884" sldId="257"/>
        </pc:sldMkLst>
        <pc:spChg chg="mod">
          <ac:chgData name="Roshni Patoa" userId="fed91864c60e3dfe" providerId="LiveId" clId="{1C8F049D-CBD5-42D3-B0DB-D3B1D0918E68}" dt="2025-01-28T16:27:26.449" v="66" actId="20577"/>
          <ac:spMkLst>
            <pc:docMk/>
            <pc:sldMk cId="1901894884" sldId="257"/>
            <ac:spMk id="2" creationId="{C7FD3B0F-E2FD-E156-7022-8EFCED276285}"/>
          </ac:spMkLst>
        </pc:spChg>
        <pc:spChg chg="mod">
          <ac:chgData name="Roshni Patoa" userId="fed91864c60e3dfe" providerId="LiveId" clId="{1C8F049D-CBD5-42D3-B0DB-D3B1D0918E68}" dt="2025-01-28T16:28:19.464" v="141" actId="6549"/>
          <ac:spMkLst>
            <pc:docMk/>
            <pc:sldMk cId="1901894884" sldId="257"/>
            <ac:spMk id="6" creationId="{81215BE8-C00B-501B-19CB-1470DE5308A5}"/>
          </ac:spMkLst>
        </pc:spChg>
        <pc:picChg chg="add mod">
          <ac:chgData name="Roshni Patoa" userId="fed91864c60e3dfe" providerId="LiveId" clId="{1C8F049D-CBD5-42D3-B0DB-D3B1D0918E68}" dt="2025-01-28T16:40:13.426" v="325" actId="1076"/>
          <ac:picMkLst>
            <pc:docMk/>
            <pc:sldMk cId="1901894884" sldId="257"/>
            <ac:picMk id="1026" creationId="{F893570C-C936-5555-6328-E5B461CF3045}"/>
          </ac:picMkLst>
        </pc:picChg>
      </pc:sldChg>
      <pc:sldChg chg="addSp delSp modSp mod">
        <pc:chgData name="Roshni Patoa" userId="fed91864c60e3dfe" providerId="LiveId" clId="{1C8F049D-CBD5-42D3-B0DB-D3B1D0918E68}" dt="2025-01-28T16:30:47.156" v="191" actId="15"/>
        <pc:sldMkLst>
          <pc:docMk/>
          <pc:sldMk cId="1501955450" sldId="258"/>
        </pc:sldMkLst>
        <pc:spChg chg="mod">
          <ac:chgData name="Roshni Patoa" userId="fed91864c60e3dfe" providerId="LiveId" clId="{1C8F049D-CBD5-42D3-B0DB-D3B1D0918E68}" dt="2025-01-28T16:29:27.620" v="151" actId="20577"/>
          <ac:spMkLst>
            <pc:docMk/>
            <pc:sldMk cId="1501955450" sldId="258"/>
            <ac:spMk id="2" creationId="{F56B7D68-BA69-E924-71E0-AE71E7B154AC}"/>
          </ac:spMkLst>
        </pc:spChg>
        <pc:spChg chg="del mod">
          <ac:chgData name="Roshni Patoa" userId="fed91864c60e3dfe" providerId="LiveId" clId="{1C8F049D-CBD5-42D3-B0DB-D3B1D0918E68}" dt="2025-01-28T16:29:53.762" v="182" actId="478"/>
          <ac:spMkLst>
            <pc:docMk/>
            <pc:sldMk cId="1501955450" sldId="258"/>
            <ac:spMk id="4" creationId="{63CAA198-F95E-A4CE-C445-A45EDD71AC1B}"/>
          </ac:spMkLst>
        </pc:spChg>
        <pc:spChg chg="add mod">
          <ac:chgData name="Roshni Patoa" userId="fed91864c60e3dfe" providerId="LiveId" clId="{1C8F049D-CBD5-42D3-B0DB-D3B1D0918E68}" dt="2025-01-28T16:30:47.156" v="191" actId="15"/>
          <ac:spMkLst>
            <pc:docMk/>
            <pc:sldMk cId="1501955450" sldId="258"/>
            <ac:spMk id="5" creationId="{2B93D012-D96E-0A21-2AAF-4C94D8B69749}"/>
          </ac:spMkLst>
        </pc:spChg>
      </pc:sldChg>
      <pc:sldChg chg="addSp delSp modSp mod">
        <pc:chgData name="Roshni Patoa" userId="fed91864c60e3dfe" providerId="LiveId" clId="{1C8F049D-CBD5-42D3-B0DB-D3B1D0918E68}" dt="2025-01-28T16:32:10.203" v="205" actId="1076"/>
        <pc:sldMkLst>
          <pc:docMk/>
          <pc:sldMk cId="538336606" sldId="259"/>
        </pc:sldMkLst>
        <pc:spChg chg="mod">
          <ac:chgData name="Roshni Patoa" userId="fed91864c60e3dfe" providerId="LiveId" clId="{1C8F049D-CBD5-42D3-B0DB-D3B1D0918E68}" dt="2025-01-28T16:31:50.382" v="201" actId="14100"/>
          <ac:spMkLst>
            <pc:docMk/>
            <pc:sldMk cId="538336606" sldId="259"/>
            <ac:spMk id="2" creationId="{33C9F07C-48DB-05F2-97B6-12AE64E3B764}"/>
          </ac:spMkLst>
        </pc:spChg>
        <pc:picChg chg="del">
          <ac:chgData name="Roshni Patoa" userId="fed91864c60e3dfe" providerId="LiveId" clId="{1C8F049D-CBD5-42D3-B0DB-D3B1D0918E68}" dt="2025-01-28T16:31:52.983" v="202" actId="478"/>
          <ac:picMkLst>
            <pc:docMk/>
            <pc:sldMk cId="538336606" sldId="259"/>
            <ac:picMk id="5" creationId="{33E4826B-FBDF-AB83-254F-3C5CD946AC20}"/>
          </ac:picMkLst>
        </pc:picChg>
        <pc:picChg chg="add mod">
          <ac:chgData name="Roshni Patoa" userId="fed91864c60e3dfe" providerId="LiveId" clId="{1C8F049D-CBD5-42D3-B0DB-D3B1D0918E68}" dt="2025-01-28T16:32:10.203" v="205" actId="1076"/>
          <ac:picMkLst>
            <pc:docMk/>
            <pc:sldMk cId="538336606" sldId="259"/>
            <ac:picMk id="2050" creationId="{C4154DC6-9E48-CB47-9CDB-A34C060D8587}"/>
          </ac:picMkLst>
        </pc:picChg>
      </pc:sldChg>
      <pc:sldChg chg="addSp delSp modSp mod">
        <pc:chgData name="Roshni Patoa" userId="fed91864c60e3dfe" providerId="LiveId" clId="{1C8F049D-CBD5-42D3-B0DB-D3B1D0918E68}" dt="2025-01-28T16:34:35.848" v="229" actId="1076"/>
        <pc:sldMkLst>
          <pc:docMk/>
          <pc:sldMk cId="131755128" sldId="260"/>
        </pc:sldMkLst>
        <pc:spChg chg="add mod">
          <ac:chgData name="Roshni Patoa" userId="fed91864c60e3dfe" providerId="LiveId" clId="{1C8F049D-CBD5-42D3-B0DB-D3B1D0918E68}" dt="2025-01-28T16:34:35.848" v="229" actId="1076"/>
          <ac:spMkLst>
            <pc:docMk/>
            <pc:sldMk cId="131755128" sldId="260"/>
            <ac:spMk id="3" creationId="{0BE0ED42-4A96-374C-BEF0-6AA93A6657EF}"/>
          </ac:spMkLst>
        </pc:spChg>
        <pc:spChg chg="mod">
          <ac:chgData name="Roshni Patoa" userId="fed91864c60e3dfe" providerId="LiveId" clId="{1C8F049D-CBD5-42D3-B0DB-D3B1D0918E68}" dt="2025-01-28T16:32:46.878" v="213" actId="1076"/>
          <ac:spMkLst>
            <pc:docMk/>
            <pc:sldMk cId="131755128" sldId="260"/>
            <ac:spMk id="4" creationId="{AF7415C8-700B-7E60-E768-DE5794CA4ADE}"/>
          </ac:spMkLst>
        </pc:spChg>
        <pc:picChg chg="del">
          <ac:chgData name="Roshni Patoa" userId="fed91864c60e3dfe" providerId="LiveId" clId="{1C8F049D-CBD5-42D3-B0DB-D3B1D0918E68}" dt="2025-01-28T16:32:48.735" v="214" actId="478"/>
          <ac:picMkLst>
            <pc:docMk/>
            <pc:sldMk cId="131755128" sldId="260"/>
            <ac:picMk id="6" creationId="{0E7DF1F1-DFCF-B6DB-E5D5-CB53BDFEB41C}"/>
          </ac:picMkLst>
        </pc:picChg>
      </pc:sldChg>
      <pc:sldChg chg="addSp delSp modSp mod">
        <pc:chgData name="Roshni Patoa" userId="fed91864c60e3dfe" providerId="LiveId" clId="{1C8F049D-CBD5-42D3-B0DB-D3B1D0918E68}" dt="2025-01-28T16:36:31.351" v="254" actId="1076"/>
        <pc:sldMkLst>
          <pc:docMk/>
          <pc:sldMk cId="515961475" sldId="261"/>
        </pc:sldMkLst>
        <pc:spChg chg="add del">
          <ac:chgData name="Roshni Patoa" userId="fed91864c60e3dfe" providerId="LiveId" clId="{1C8F049D-CBD5-42D3-B0DB-D3B1D0918E68}" dt="2025-01-28T16:35:19.458" v="241" actId="22"/>
          <ac:spMkLst>
            <pc:docMk/>
            <pc:sldMk cId="515961475" sldId="261"/>
            <ac:spMk id="3" creationId="{4762F929-7F42-5CEC-DEE5-2BB19935ADD0}"/>
          </ac:spMkLst>
        </pc:spChg>
        <pc:spChg chg="mod">
          <ac:chgData name="Roshni Patoa" userId="fed91864c60e3dfe" providerId="LiveId" clId="{1C8F049D-CBD5-42D3-B0DB-D3B1D0918E68}" dt="2025-01-28T16:35:08.251" v="238" actId="20577"/>
          <ac:spMkLst>
            <pc:docMk/>
            <pc:sldMk cId="515961475" sldId="261"/>
            <ac:spMk id="4" creationId="{06DF2805-0096-BE9C-8160-F4381273D535}"/>
          </ac:spMkLst>
        </pc:spChg>
        <pc:spChg chg="add mod">
          <ac:chgData name="Roshni Patoa" userId="fed91864c60e3dfe" providerId="LiveId" clId="{1C8F049D-CBD5-42D3-B0DB-D3B1D0918E68}" dt="2025-01-28T16:36:26.009" v="252" actId="1076"/>
          <ac:spMkLst>
            <pc:docMk/>
            <pc:sldMk cId="515961475" sldId="261"/>
            <ac:spMk id="7" creationId="{B0475BFB-F67B-CE4C-97C8-7215E045804A}"/>
          </ac:spMkLst>
        </pc:spChg>
        <pc:picChg chg="del">
          <ac:chgData name="Roshni Patoa" userId="fed91864c60e3dfe" providerId="LiveId" clId="{1C8F049D-CBD5-42D3-B0DB-D3B1D0918E68}" dt="2025-01-28T16:35:10.047" v="239" actId="478"/>
          <ac:picMkLst>
            <pc:docMk/>
            <pc:sldMk cId="515961475" sldId="261"/>
            <ac:picMk id="6" creationId="{D90B1473-30B4-F5E0-B7E8-71AEE399B719}"/>
          </ac:picMkLst>
        </pc:picChg>
        <pc:picChg chg="add mod">
          <ac:chgData name="Roshni Patoa" userId="fed91864c60e3dfe" providerId="LiveId" clId="{1C8F049D-CBD5-42D3-B0DB-D3B1D0918E68}" dt="2025-01-28T16:36:31.351" v="254" actId="1076"/>
          <ac:picMkLst>
            <pc:docMk/>
            <pc:sldMk cId="515961475" sldId="261"/>
            <ac:picMk id="3074" creationId="{B6003CE5-5FA0-B465-71C4-79EC38925D3E}"/>
          </ac:picMkLst>
        </pc:picChg>
      </pc:sldChg>
      <pc:sldChg chg="addSp delSp modSp mod">
        <pc:chgData name="Roshni Patoa" userId="fed91864c60e3dfe" providerId="LiveId" clId="{1C8F049D-CBD5-42D3-B0DB-D3B1D0918E68}" dt="2025-01-28T16:37:56.198" v="288" actId="1076"/>
        <pc:sldMkLst>
          <pc:docMk/>
          <pc:sldMk cId="1795072283" sldId="262"/>
        </pc:sldMkLst>
        <pc:spChg chg="mod">
          <ac:chgData name="Roshni Patoa" userId="fed91864c60e3dfe" providerId="LiveId" clId="{1C8F049D-CBD5-42D3-B0DB-D3B1D0918E68}" dt="2025-01-28T16:37:01.488" v="277" actId="20577"/>
          <ac:spMkLst>
            <pc:docMk/>
            <pc:sldMk cId="1795072283" sldId="262"/>
            <ac:spMk id="2" creationId="{6A1DFCCE-F89C-4ED9-1062-F6CFB839DD24}"/>
          </ac:spMkLst>
        </pc:spChg>
        <pc:spChg chg="add mod">
          <ac:chgData name="Roshni Patoa" userId="fed91864c60e3dfe" providerId="LiveId" clId="{1C8F049D-CBD5-42D3-B0DB-D3B1D0918E68}" dt="2025-01-28T16:37:37.446" v="285" actId="1076"/>
          <ac:spMkLst>
            <pc:docMk/>
            <pc:sldMk cId="1795072283" sldId="262"/>
            <ac:spMk id="5" creationId="{C3F3BA76-545B-E5D1-4ABA-A7F52A73908B}"/>
          </ac:spMkLst>
        </pc:spChg>
        <pc:picChg chg="del">
          <ac:chgData name="Roshni Patoa" userId="fed91864c60e3dfe" providerId="LiveId" clId="{1C8F049D-CBD5-42D3-B0DB-D3B1D0918E68}" dt="2025-01-28T16:37:03.128" v="278" actId="478"/>
          <ac:picMkLst>
            <pc:docMk/>
            <pc:sldMk cId="1795072283" sldId="262"/>
            <ac:picMk id="4" creationId="{C9114669-8581-ADC7-CCF1-0E828F9ACA89}"/>
          </ac:picMkLst>
        </pc:picChg>
        <pc:picChg chg="add mod">
          <ac:chgData name="Roshni Patoa" userId="fed91864c60e3dfe" providerId="LiveId" clId="{1C8F049D-CBD5-42D3-B0DB-D3B1D0918E68}" dt="2025-01-28T16:37:56.198" v="288" actId="1076"/>
          <ac:picMkLst>
            <pc:docMk/>
            <pc:sldMk cId="1795072283" sldId="262"/>
            <ac:picMk id="4098" creationId="{CDA4E779-4B0D-88E7-E708-4DDC115EE03D}"/>
          </ac:picMkLst>
        </pc:picChg>
      </pc:sldChg>
      <pc:sldChg chg="addSp delSp modSp mod">
        <pc:chgData name="Roshni Patoa" userId="fed91864c60e3dfe" providerId="LiveId" clId="{1C8F049D-CBD5-42D3-B0DB-D3B1D0918E68}" dt="2025-01-28T16:40:26.812" v="328" actId="1076"/>
        <pc:sldMkLst>
          <pc:docMk/>
          <pc:sldMk cId="561393703" sldId="263"/>
        </pc:sldMkLst>
        <pc:spChg chg="mod">
          <ac:chgData name="Roshni Patoa" userId="fed91864c60e3dfe" providerId="LiveId" clId="{1C8F049D-CBD5-42D3-B0DB-D3B1D0918E68}" dt="2025-01-28T16:39:22.287" v="319" actId="14100"/>
          <ac:spMkLst>
            <pc:docMk/>
            <pc:sldMk cId="561393703" sldId="263"/>
            <ac:spMk id="2" creationId="{282CCBB4-A3B1-BEBD-D602-724B4F99E4EA}"/>
          </ac:spMkLst>
        </pc:spChg>
        <pc:spChg chg="del mod">
          <ac:chgData name="Roshni Patoa" userId="fed91864c60e3dfe" providerId="LiveId" clId="{1C8F049D-CBD5-42D3-B0DB-D3B1D0918E68}" dt="2025-01-28T16:38:26.104" v="307"/>
          <ac:spMkLst>
            <pc:docMk/>
            <pc:sldMk cId="561393703" sldId="263"/>
            <ac:spMk id="3" creationId="{69931CA3-020A-F8DE-1308-EF3FA7066449}"/>
          </ac:spMkLst>
        </pc:spChg>
        <pc:spChg chg="add mod">
          <ac:chgData name="Roshni Patoa" userId="fed91864c60e3dfe" providerId="LiveId" clId="{1C8F049D-CBD5-42D3-B0DB-D3B1D0918E68}" dt="2025-01-28T16:38:45.724" v="310" actId="1076"/>
          <ac:spMkLst>
            <pc:docMk/>
            <pc:sldMk cId="561393703" sldId="263"/>
            <ac:spMk id="6" creationId="{0EC243DA-DBFB-51DA-4A7A-DC94DC0D6788}"/>
          </ac:spMkLst>
        </pc:spChg>
        <pc:picChg chg="del">
          <ac:chgData name="Roshni Patoa" userId="fed91864c60e3dfe" providerId="LiveId" clId="{1C8F049D-CBD5-42D3-B0DB-D3B1D0918E68}" dt="2025-01-28T16:38:17.708" v="289" actId="478"/>
          <ac:picMkLst>
            <pc:docMk/>
            <pc:sldMk cId="561393703" sldId="263"/>
            <ac:picMk id="4" creationId="{F209922F-BDD0-734E-01EE-320E2A5B4A2E}"/>
          </ac:picMkLst>
        </pc:picChg>
        <pc:picChg chg="add mod">
          <ac:chgData name="Roshni Patoa" userId="fed91864c60e3dfe" providerId="LiveId" clId="{1C8F049D-CBD5-42D3-B0DB-D3B1D0918E68}" dt="2025-01-28T16:40:26.812" v="328" actId="1076"/>
          <ac:picMkLst>
            <pc:docMk/>
            <pc:sldMk cId="561393703" sldId="263"/>
            <ac:picMk id="8" creationId="{B8EF5E61-5E93-535C-1E1D-AE21D4016FE0}"/>
          </ac:picMkLst>
        </pc:picChg>
      </pc:sldChg>
      <pc:sldChg chg="addSp delSp modSp mod">
        <pc:chgData name="Roshni Patoa" userId="fed91864c60e3dfe" providerId="LiveId" clId="{1C8F049D-CBD5-42D3-B0DB-D3B1D0918E68}" dt="2025-01-28T16:41:47.022" v="341" actId="14100"/>
        <pc:sldMkLst>
          <pc:docMk/>
          <pc:sldMk cId="2095114534" sldId="264"/>
        </pc:sldMkLst>
        <pc:spChg chg="mod">
          <ac:chgData name="Roshni Patoa" userId="fed91864c60e3dfe" providerId="LiveId" clId="{1C8F049D-CBD5-42D3-B0DB-D3B1D0918E68}" dt="2025-01-28T16:41:08.009" v="335" actId="20577"/>
          <ac:spMkLst>
            <pc:docMk/>
            <pc:sldMk cId="2095114534" sldId="264"/>
            <ac:spMk id="2" creationId="{52688C8C-6517-4BD7-CCF4-D29E70D41BF4}"/>
          </ac:spMkLst>
        </pc:spChg>
        <pc:spChg chg="del">
          <ac:chgData name="Roshni Patoa" userId="fed91864c60e3dfe" providerId="LiveId" clId="{1C8F049D-CBD5-42D3-B0DB-D3B1D0918E68}" dt="2025-01-28T16:41:13.307" v="337" actId="478"/>
          <ac:spMkLst>
            <pc:docMk/>
            <pc:sldMk cId="2095114534" sldId="264"/>
            <ac:spMk id="3" creationId="{4ACA7134-4D81-AEFC-83E7-2F0C40EB066D}"/>
          </ac:spMkLst>
        </pc:spChg>
        <pc:spChg chg="add mod">
          <ac:chgData name="Roshni Patoa" userId="fed91864c60e3dfe" providerId="LiveId" clId="{1C8F049D-CBD5-42D3-B0DB-D3B1D0918E68}" dt="2025-01-28T16:41:47.022" v="341" actId="14100"/>
          <ac:spMkLst>
            <pc:docMk/>
            <pc:sldMk cId="2095114534" sldId="264"/>
            <ac:spMk id="6" creationId="{37D8AFC3-36FF-D657-328D-8E4BA9B16CB7}"/>
          </ac:spMkLst>
        </pc:spChg>
        <pc:picChg chg="del">
          <ac:chgData name="Roshni Patoa" userId="fed91864c60e3dfe" providerId="LiveId" clId="{1C8F049D-CBD5-42D3-B0DB-D3B1D0918E68}" dt="2025-01-28T16:41:10.107" v="336" actId="478"/>
          <ac:picMkLst>
            <pc:docMk/>
            <pc:sldMk cId="2095114534" sldId="264"/>
            <ac:picMk id="4" creationId="{199EEF1E-880B-427F-E129-168F2C919F4E}"/>
          </ac:picMkLst>
        </pc:picChg>
      </pc:sldChg>
      <pc:sldChg chg="addSp delSp modSp mod">
        <pc:chgData name="Roshni Patoa" userId="fed91864c60e3dfe" providerId="LiveId" clId="{1C8F049D-CBD5-42D3-B0DB-D3B1D0918E68}" dt="2025-01-28T16:44:53.458" v="488" actId="20577"/>
        <pc:sldMkLst>
          <pc:docMk/>
          <pc:sldMk cId="2618035276" sldId="265"/>
        </pc:sldMkLst>
        <pc:spChg chg="mod">
          <ac:chgData name="Roshni Patoa" userId="fed91864c60e3dfe" providerId="LiveId" clId="{1C8F049D-CBD5-42D3-B0DB-D3B1D0918E68}" dt="2025-01-28T16:43:56.627" v="405" actId="20577"/>
          <ac:spMkLst>
            <pc:docMk/>
            <pc:sldMk cId="2618035276" sldId="265"/>
            <ac:spMk id="2" creationId="{89A0BD26-0CE4-3F3C-9E11-A5C891EE11F7}"/>
          </ac:spMkLst>
        </pc:spChg>
        <pc:spChg chg="add mod">
          <ac:chgData name="Roshni Patoa" userId="fed91864c60e3dfe" providerId="LiveId" clId="{1C8F049D-CBD5-42D3-B0DB-D3B1D0918E68}" dt="2025-01-28T16:44:53.458" v="488" actId="20577"/>
          <ac:spMkLst>
            <pc:docMk/>
            <pc:sldMk cId="2618035276" sldId="265"/>
            <ac:spMk id="5" creationId="{3E8C7C23-82E7-CA24-98A7-B79EDF03035C}"/>
          </ac:spMkLst>
        </pc:spChg>
        <pc:picChg chg="del">
          <ac:chgData name="Roshni Patoa" userId="fed91864c60e3dfe" providerId="LiveId" clId="{1C8F049D-CBD5-42D3-B0DB-D3B1D0918E68}" dt="2025-01-28T16:43:58.327" v="406" actId="478"/>
          <ac:picMkLst>
            <pc:docMk/>
            <pc:sldMk cId="2618035276" sldId="265"/>
            <ac:picMk id="4" creationId="{E77A9359-D3AD-457B-4782-432B2EC022D8}"/>
          </ac:picMkLst>
        </pc:picChg>
      </pc:sldChg>
      <pc:sldChg chg="del">
        <pc:chgData name="Roshni Patoa" userId="fed91864c60e3dfe" providerId="LiveId" clId="{1C8F049D-CBD5-42D3-B0DB-D3B1D0918E68}" dt="2025-01-29T09:13:08.540" v="493" actId="47"/>
        <pc:sldMkLst>
          <pc:docMk/>
          <pc:sldMk cId="1908485448" sldId="267"/>
        </pc:sldMkLst>
      </pc:sldChg>
      <pc:sldChg chg="del">
        <pc:chgData name="Roshni Patoa" userId="fed91864c60e3dfe" providerId="LiveId" clId="{1C8F049D-CBD5-42D3-B0DB-D3B1D0918E68}" dt="2025-01-29T09:13:07.873" v="492" actId="47"/>
        <pc:sldMkLst>
          <pc:docMk/>
          <pc:sldMk cId="3252973548" sldId="268"/>
        </pc:sldMkLst>
      </pc:sldChg>
      <pc:sldChg chg="del">
        <pc:chgData name="Roshni Patoa" userId="fed91864c60e3dfe" providerId="LiveId" clId="{1C8F049D-CBD5-42D3-B0DB-D3B1D0918E68}" dt="2025-01-29T09:13:07.202" v="491" actId="47"/>
        <pc:sldMkLst>
          <pc:docMk/>
          <pc:sldMk cId="1697355594" sldId="269"/>
        </pc:sldMkLst>
      </pc:sldChg>
      <pc:sldChg chg="del">
        <pc:chgData name="Roshni Patoa" userId="fed91864c60e3dfe" providerId="LiveId" clId="{1C8F049D-CBD5-42D3-B0DB-D3B1D0918E68}" dt="2025-01-29T09:13:05.051" v="489" actId="47"/>
        <pc:sldMkLst>
          <pc:docMk/>
          <pc:sldMk cId="3650555201" sldId="273"/>
        </pc:sldMkLst>
      </pc:sldChg>
      <pc:sldChg chg="del">
        <pc:chgData name="Roshni Patoa" userId="fed91864c60e3dfe" providerId="LiveId" clId="{1C8F049D-CBD5-42D3-B0DB-D3B1D0918E68}" dt="2025-01-29T09:13:05.946" v="490" actId="47"/>
        <pc:sldMkLst>
          <pc:docMk/>
          <pc:sldMk cId="1696112011" sldId="274"/>
        </pc:sldMkLst>
      </pc:sldChg>
      <pc:sldChg chg="modSp add mod">
        <pc:chgData name="Roshni Patoa" userId="fed91864c60e3dfe" providerId="LiveId" clId="{1C8F049D-CBD5-42D3-B0DB-D3B1D0918E68}" dt="2025-01-28T16:42:36.455" v="356" actId="20577"/>
        <pc:sldMkLst>
          <pc:docMk/>
          <pc:sldMk cId="2284109313" sldId="275"/>
        </pc:sldMkLst>
        <pc:spChg chg="mod">
          <ac:chgData name="Roshni Patoa" userId="fed91864c60e3dfe" providerId="LiveId" clId="{1C8F049D-CBD5-42D3-B0DB-D3B1D0918E68}" dt="2025-01-28T16:42:21.472" v="346" actId="20577"/>
          <ac:spMkLst>
            <pc:docMk/>
            <pc:sldMk cId="2284109313" sldId="275"/>
            <ac:spMk id="2" creationId="{D99C53C8-E2A3-C0D8-4457-8B03B773CAE6}"/>
          </ac:spMkLst>
        </pc:spChg>
        <pc:spChg chg="mod">
          <ac:chgData name="Roshni Patoa" userId="fed91864c60e3dfe" providerId="LiveId" clId="{1C8F049D-CBD5-42D3-B0DB-D3B1D0918E68}" dt="2025-01-28T16:42:36.455" v="356" actId="20577"/>
          <ac:spMkLst>
            <pc:docMk/>
            <pc:sldMk cId="2284109313" sldId="275"/>
            <ac:spMk id="6" creationId="{0A318A66-99BE-5B17-3A12-86CC691D8CFC}"/>
          </ac:spMkLst>
        </pc:spChg>
      </pc:sldChg>
      <pc:sldChg chg="modSp add mod">
        <pc:chgData name="Roshni Patoa" userId="fed91864c60e3dfe" providerId="LiveId" clId="{1C8F049D-CBD5-42D3-B0DB-D3B1D0918E68}" dt="2025-01-28T16:43:03.270" v="366" actId="20577"/>
        <pc:sldMkLst>
          <pc:docMk/>
          <pc:sldMk cId="1723924596" sldId="276"/>
        </pc:sldMkLst>
        <pc:spChg chg="mod">
          <ac:chgData name="Roshni Patoa" userId="fed91864c60e3dfe" providerId="LiveId" clId="{1C8F049D-CBD5-42D3-B0DB-D3B1D0918E68}" dt="2025-01-28T16:42:52.848" v="358" actId="20577"/>
          <ac:spMkLst>
            <pc:docMk/>
            <pc:sldMk cId="1723924596" sldId="276"/>
            <ac:spMk id="2" creationId="{BB0511F1-DFE9-9951-1A0D-A0BC80D6E453}"/>
          </ac:spMkLst>
        </pc:spChg>
        <pc:spChg chg="mod">
          <ac:chgData name="Roshni Patoa" userId="fed91864c60e3dfe" providerId="LiveId" clId="{1C8F049D-CBD5-42D3-B0DB-D3B1D0918E68}" dt="2025-01-28T16:43:03.270" v="366" actId="20577"/>
          <ac:spMkLst>
            <pc:docMk/>
            <pc:sldMk cId="1723924596" sldId="276"/>
            <ac:spMk id="6" creationId="{02B42E75-5EC8-E1A4-51D7-B14959575443}"/>
          </ac:spMkLst>
        </pc:spChg>
      </pc:sldChg>
      <pc:sldChg chg="modSp add mod">
        <pc:chgData name="Roshni Patoa" userId="fed91864c60e3dfe" providerId="LiveId" clId="{1C8F049D-CBD5-42D3-B0DB-D3B1D0918E68}" dt="2025-01-28T16:43:30.393" v="386" actId="20577"/>
        <pc:sldMkLst>
          <pc:docMk/>
          <pc:sldMk cId="3476537138" sldId="277"/>
        </pc:sldMkLst>
        <pc:spChg chg="mod">
          <ac:chgData name="Roshni Patoa" userId="fed91864c60e3dfe" providerId="LiveId" clId="{1C8F049D-CBD5-42D3-B0DB-D3B1D0918E68}" dt="2025-01-28T16:43:11.749" v="370" actId="20577"/>
          <ac:spMkLst>
            <pc:docMk/>
            <pc:sldMk cId="3476537138" sldId="277"/>
            <ac:spMk id="2" creationId="{D5099951-00E2-10BA-5FFE-CD96AD07DACD}"/>
          </ac:spMkLst>
        </pc:spChg>
        <pc:spChg chg="mod">
          <ac:chgData name="Roshni Patoa" userId="fed91864c60e3dfe" providerId="LiveId" clId="{1C8F049D-CBD5-42D3-B0DB-D3B1D0918E68}" dt="2025-01-28T16:43:30.393" v="386" actId="20577"/>
          <ac:spMkLst>
            <pc:docMk/>
            <pc:sldMk cId="3476537138" sldId="277"/>
            <ac:spMk id="6" creationId="{5EE13100-378D-3C0F-7E9B-DD728612934E}"/>
          </ac:spMkLst>
        </pc:spChg>
      </pc:sldChg>
    </pc:docChg>
  </pc:docChgLst>
  <pc:docChgLst>
    <pc:chgData name="Roshni Patoa" userId="fed91864c60e3dfe" providerId="LiveId" clId="{A3B46C5F-90C5-48F1-9D5E-FFF17DC60175}"/>
    <pc:docChg chg="undo redo custSel addSld delSld modSld">
      <pc:chgData name="Roshni Patoa" userId="fed91864c60e3dfe" providerId="LiveId" clId="{A3B46C5F-90C5-48F1-9D5E-FFF17DC60175}" dt="2025-01-22T04:33:55.584" v="1085" actId="2696"/>
      <pc:docMkLst>
        <pc:docMk/>
      </pc:docMkLst>
      <pc:sldChg chg="modSp mod">
        <pc:chgData name="Roshni Patoa" userId="fed91864c60e3dfe" providerId="LiveId" clId="{A3B46C5F-90C5-48F1-9D5E-FFF17DC60175}" dt="2025-01-22T04:24:14.442" v="1060" actId="20577"/>
        <pc:sldMkLst>
          <pc:docMk/>
          <pc:sldMk cId="1501955450" sldId="258"/>
        </pc:sldMkLst>
      </pc:sldChg>
      <pc:sldChg chg="addSp modSp mod">
        <pc:chgData name="Roshni Patoa" userId="fed91864c60e3dfe" providerId="LiveId" clId="{A3B46C5F-90C5-48F1-9D5E-FFF17DC60175}" dt="2025-01-17T03:56:56.800" v="630" actId="1036"/>
        <pc:sldMkLst>
          <pc:docMk/>
          <pc:sldMk cId="561393703" sldId="263"/>
        </pc:sldMkLst>
      </pc:sldChg>
      <pc:sldChg chg="addSp modSp mod">
        <pc:chgData name="Roshni Patoa" userId="fed91864c60e3dfe" providerId="LiveId" clId="{A3B46C5F-90C5-48F1-9D5E-FFF17DC60175}" dt="2025-01-17T03:58:09.113" v="671" actId="313"/>
        <pc:sldMkLst>
          <pc:docMk/>
          <pc:sldMk cId="2095114534" sldId="264"/>
        </pc:sldMkLst>
      </pc:sldChg>
      <pc:sldChg chg="addSp delSp modSp new del mod">
        <pc:chgData name="Roshni Patoa" userId="fed91864c60e3dfe" providerId="LiveId" clId="{A3B46C5F-90C5-48F1-9D5E-FFF17DC60175}" dt="2025-01-16T08:47:36.123" v="58" actId="2696"/>
        <pc:sldMkLst>
          <pc:docMk/>
          <pc:sldMk cId="1820326849" sldId="266"/>
        </pc:sldMkLst>
      </pc:sldChg>
      <pc:sldChg chg="addSp modSp new del mod">
        <pc:chgData name="Roshni Patoa" userId="fed91864c60e3dfe" providerId="LiveId" clId="{A3B46C5F-90C5-48F1-9D5E-FFF17DC60175}" dt="2025-01-22T04:24:43.160" v="1061" actId="2696"/>
        <pc:sldMkLst>
          <pc:docMk/>
          <pc:sldMk cId="2530205699" sldId="266"/>
        </pc:sldMkLst>
      </pc:sldChg>
      <pc:sldChg chg="addSp delSp modSp new mod">
        <pc:chgData name="Roshni Patoa" userId="fed91864c60e3dfe" providerId="LiveId" clId="{A3B46C5F-90C5-48F1-9D5E-FFF17DC60175}" dt="2025-01-22T04:27:25.302" v="1064" actId="20577"/>
        <pc:sldMkLst>
          <pc:docMk/>
          <pc:sldMk cId="1908485448" sldId="267"/>
        </pc:sldMkLst>
        <pc:spChg chg="add mod">
          <ac:chgData name="Roshni Patoa" userId="fed91864c60e3dfe" providerId="LiveId" clId="{A3B46C5F-90C5-48F1-9D5E-FFF17DC60175}" dt="2025-01-17T03:26:31.444" v="268" actId="20577"/>
          <ac:spMkLst>
            <pc:docMk/>
            <pc:sldMk cId="1908485448" sldId="267"/>
            <ac:spMk id="4" creationId="{9B649DFF-714D-1FCC-E59D-DD2232466F93}"/>
          </ac:spMkLst>
        </pc:spChg>
        <pc:spChg chg="add mod">
          <ac:chgData name="Roshni Patoa" userId="fed91864c60e3dfe" providerId="LiveId" clId="{A3B46C5F-90C5-48F1-9D5E-FFF17DC60175}" dt="2025-01-22T04:27:25.302" v="1064" actId="20577"/>
          <ac:spMkLst>
            <pc:docMk/>
            <pc:sldMk cId="1908485448" sldId="267"/>
            <ac:spMk id="6" creationId="{3A38B247-3889-B4DA-53D0-5C1BAB5EBF52}"/>
          </ac:spMkLst>
        </pc:spChg>
      </pc:sldChg>
      <pc:sldChg chg="modSp add mod">
        <pc:chgData name="Roshni Patoa" userId="fed91864c60e3dfe" providerId="LiveId" clId="{A3B46C5F-90C5-48F1-9D5E-FFF17DC60175}" dt="2025-01-22T04:31:54.711" v="1076" actId="20577"/>
        <pc:sldMkLst>
          <pc:docMk/>
          <pc:sldMk cId="3252973548" sldId="268"/>
        </pc:sldMkLst>
        <pc:spChg chg="mod">
          <ac:chgData name="Roshni Patoa" userId="fed91864c60e3dfe" providerId="LiveId" clId="{A3B46C5F-90C5-48F1-9D5E-FFF17DC60175}" dt="2025-01-17T03:41:11.972" v="575" actId="20577"/>
          <ac:spMkLst>
            <pc:docMk/>
            <pc:sldMk cId="3252973548" sldId="268"/>
            <ac:spMk id="4" creationId="{1DD3C463-E921-4596-2FF1-2DD25A1EBC48}"/>
          </ac:spMkLst>
        </pc:spChg>
        <pc:spChg chg="mod">
          <ac:chgData name="Roshni Patoa" userId="fed91864c60e3dfe" providerId="LiveId" clId="{A3B46C5F-90C5-48F1-9D5E-FFF17DC60175}" dt="2025-01-22T04:31:54.711" v="1076" actId="20577"/>
          <ac:spMkLst>
            <pc:docMk/>
            <pc:sldMk cId="3252973548" sldId="268"/>
            <ac:spMk id="6" creationId="{B9B55B93-AC03-7E43-A12E-5D09D8D0014D}"/>
          </ac:spMkLst>
        </pc:spChg>
      </pc:sldChg>
      <pc:sldChg chg="addSp modSp new mod">
        <pc:chgData name="Roshni Patoa" userId="fed91864c60e3dfe" providerId="LiveId" clId="{A3B46C5F-90C5-48F1-9D5E-FFF17DC60175}" dt="2025-01-17T05:30:25.162" v="909" actId="1036"/>
        <pc:sldMkLst>
          <pc:docMk/>
          <pc:sldMk cId="1697355594" sldId="269"/>
        </pc:sldMkLst>
        <pc:spChg chg="add mod">
          <ac:chgData name="Roshni Patoa" userId="fed91864c60e3dfe" providerId="LiveId" clId="{A3B46C5F-90C5-48F1-9D5E-FFF17DC60175}" dt="2025-01-17T04:04:37.114" v="850" actId="1076"/>
          <ac:spMkLst>
            <pc:docMk/>
            <pc:sldMk cId="1697355594" sldId="269"/>
            <ac:spMk id="2" creationId="{3858CFF5-4D5E-7209-69EB-EDF4E5A6B119}"/>
          </ac:spMkLst>
        </pc:spChg>
        <pc:spChg chg="add mod">
          <ac:chgData name="Roshni Patoa" userId="fed91864c60e3dfe" providerId="LiveId" clId="{A3B46C5F-90C5-48F1-9D5E-FFF17DC60175}" dt="2025-01-17T05:30:25.162" v="909" actId="1036"/>
          <ac:spMkLst>
            <pc:docMk/>
            <pc:sldMk cId="1697355594" sldId="269"/>
            <ac:spMk id="3" creationId="{D2F5EE40-645B-6687-C4DE-7FDC9941CE29}"/>
          </ac:spMkLst>
        </pc:spChg>
      </pc:sldChg>
      <pc:sldChg chg="addSp delSp modSp new del mod">
        <pc:chgData name="Roshni Patoa" userId="fed91864c60e3dfe" providerId="LiveId" clId="{A3B46C5F-90C5-48F1-9D5E-FFF17DC60175}" dt="2025-01-22T04:33:53.683" v="1084" actId="2696"/>
        <pc:sldMkLst>
          <pc:docMk/>
          <pc:sldMk cId="763352656" sldId="270"/>
        </pc:sldMkLst>
      </pc:sldChg>
      <pc:sldChg chg="addSp delSp modSp new del mod">
        <pc:chgData name="Roshni Patoa" userId="fed91864c60e3dfe" providerId="LiveId" clId="{A3B46C5F-90C5-48F1-9D5E-FFF17DC60175}" dt="2025-01-22T04:33:55.584" v="1085" actId="2696"/>
        <pc:sldMkLst>
          <pc:docMk/>
          <pc:sldMk cId="1503805680" sldId="271"/>
        </pc:sldMkLst>
      </pc:sldChg>
      <pc:sldChg chg="addSp delSp modSp new del mod">
        <pc:chgData name="Roshni Patoa" userId="fed91864c60e3dfe" providerId="LiveId" clId="{A3B46C5F-90C5-48F1-9D5E-FFF17DC60175}" dt="2025-01-22T04:33:51.177" v="1083" actId="2696"/>
        <pc:sldMkLst>
          <pc:docMk/>
          <pc:sldMk cId="3195452999" sldId="272"/>
        </pc:sldMkLst>
      </pc:sldChg>
      <pc:sldChg chg="addSp modSp new mod">
        <pc:chgData name="Roshni Patoa" userId="fed91864c60e3dfe" providerId="LiveId" clId="{A3B46C5F-90C5-48F1-9D5E-FFF17DC60175}" dt="2025-01-17T05:31:03.347" v="925"/>
        <pc:sldMkLst>
          <pc:docMk/>
          <pc:sldMk cId="3650555201" sldId="273"/>
        </pc:sldMkLst>
      </pc:sldChg>
      <pc:sldChg chg="addSp modSp new mod">
        <pc:chgData name="Roshni Patoa" userId="fed91864c60e3dfe" providerId="LiveId" clId="{A3B46C5F-90C5-48F1-9D5E-FFF17DC60175}" dt="2025-01-17T05:32:51.987" v="1037" actId="1076"/>
        <pc:sldMkLst>
          <pc:docMk/>
          <pc:sldMk cId="1696112011" sldId="274"/>
        </pc:sldMkLst>
        <pc:spChg chg="add mod">
          <ac:chgData name="Roshni Patoa" userId="fed91864c60e3dfe" providerId="LiveId" clId="{A3B46C5F-90C5-48F1-9D5E-FFF17DC60175}" dt="2025-01-17T05:31:12.640" v="927"/>
          <ac:spMkLst>
            <pc:docMk/>
            <pc:sldMk cId="1696112011" sldId="274"/>
            <ac:spMk id="2" creationId="{06EEC209-634F-1E03-7804-8CE6F943588A}"/>
          </ac:spMkLst>
        </pc:spChg>
        <pc:spChg chg="add mod">
          <ac:chgData name="Roshni Patoa" userId="fed91864c60e3dfe" providerId="LiveId" clId="{A3B46C5F-90C5-48F1-9D5E-FFF17DC60175}" dt="2025-01-17T05:32:04.172" v="1031" actId="20577"/>
          <ac:spMkLst>
            <pc:docMk/>
            <pc:sldMk cId="1696112011" sldId="274"/>
            <ac:spMk id="3" creationId="{06DA455E-8A04-EB08-2AF5-4CD197001D24}"/>
          </ac:spMkLst>
        </pc:spChg>
        <pc:picChg chg="add mod">
          <ac:chgData name="Roshni Patoa" userId="fed91864c60e3dfe" providerId="LiveId" clId="{A3B46C5F-90C5-48F1-9D5E-FFF17DC60175}" dt="2025-01-17T05:32:30.043" v="1034" actId="1076"/>
          <ac:picMkLst>
            <pc:docMk/>
            <pc:sldMk cId="1696112011" sldId="274"/>
            <ac:picMk id="5" creationId="{FE650AFC-C7B2-3DB1-2C6B-12678D6FE091}"/>
          </ac:picMkLst>
        </pc:picChg>
        <pc:picChg chg="add mod">
          <ac:chgData name="Roshni Patoa" userId="fed91864c60e3dfe" providerId="LiveId" clId="{A3B46C5F-90C5-48F1-9D5E-FFF17DC60175}" dt="2025-01-17T05:32:51.987" v="1037" actId="1076"/>
          <ac:picMkLst>
            <pc:docMk/>
            <pc:sldMk cId="1696112011" sldId="274"/>
            <ac:picMk id="7" creationId="{F0406ED4-8375-A80F-C65B-9A8AFF1D259C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A8FE671-5CEE-48E7-B021-0396717B0D66}" type="datetimeFigureOut">
              <a:rPr lang="en-US" smtClean="0"/>
              <a:t>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9A451033-5C79-45C1-A3A8-EE584247DE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65484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FE671-5CEE-48E7-B021-0396717B0D66}" type="datetimeFigureOut">
              <a:rPr lang="en-US" smtClean="0"/>
              <a:t>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51033-5C79-45C1-A3A8-EE584247DE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16451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FE671-5CEE-48E7-B021-0396717B0D66}" type="datetimeFigureOut">
              <a:rPr lang="en-US" smtClean="0"/>
              <a:t>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51033-5C79-45C1-A3A8-EE584247DE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52906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FE671-5CEE-48E7-B021-0396717B0D66}" type="datetimeFigureOut">
              <a:rPr lang="en-US" smtClean="0"/>
              <a:t>1/29/2025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51033-5C79-45C1-A3A8-EE584247DE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63846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FE671-5CEE-48E7-B021-0396717B0D66}" type="datetimeFigureOut">
              <a:rPr lang="en-US" smtClean="0"/>
              <a:t>1/29/2025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51033-5C79-45C1-A3A8-EE584247DE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99593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FE671-5CEE-48E7-B021-0396717B0D66}" type="datetimeFigureOut">
              <a:rPr lang="en-US" smtClean="0"/>
              <a:t>1/29/2025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51033-5C79-45C1-A3A8-EE584247DE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028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FE671-5CEE-48E7-B021-0396717B0D66}" type="datetimeFigureOut">
              <a:rPr lang="en-US" smtClean="0"/>
              <a:t>1/29/2025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51033-5C79-45C1-A3A8-EE584247DE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72229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FE671-5CEE-48E7-B021-0396717B0D66}" type="datetimeFigureOut">
              <a:rPr lang="en-US" smtClean="0"/>
              <a:t>1/29/2025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51033-5C79-45C1-A3A8-EE584247DE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47631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FE671-5CEE-48E7-B021-0396717B0D66}" type="datetimeFigureOut">
              <a:rPr lang="en-US" smtClean="0"/>
              <a:t>1/29/2025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51033-5C79-45C1-A3A8-EE584247DE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0428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FE671-5CEE-48E7-B021-0396717B0D66}" type="datetimeFigureOut">
              <a:rPr lang="en-US" smtClean="0"/>
              <a:t>1/29/2025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51033-5C79-45C1-A3A8-EE584247DE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54523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FE671-5CEE-48E7-B021-0396717B0D66}" type="datetimeFigureOut">
              <a:rPr lang="en-US" smtClean="0"/>
              <a:t>1/29/2025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51033-5C79-45C1-A3A8-EE584247DE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72364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FE671-5CEE-48E7-B021-0396717B0D66}" type="datetimeFigureOut">
              <a:rPr lang="en-US" smtClean="0"/>
              <a:t>1/29/2025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51033-5C79-45C1-A3A8-EE584247DE6E}" type="slidenum">
              <a:rPr lang="en-US" smtClean="0"/>
              <a:t>‹#›</a:t>
            </a:fld>
            <a:endParaRPr lang="en-US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745108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FE671-5CEE-48E7-B021-0396717B0D66}" type="datetimeFigureOut">
              <a:rPr lang="en-US" smtClean="0"/>
              <a:t>1/29/2025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51033-5C79-45C1-A3A8-EE584247DE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19175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FE671-5CEE-48E7-B021-0396717B0D66}" type="datetimeFigureOut">
              <a:rPr lang="en-US" smtClean="0"/>
              <a:t>1/29/2025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51033-5C79-45C1-A3A8-EE584247DE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610351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FE671-5CEE-48E7-B021-0396717B0D66}" type="datetimeFigureOut">
              <a:rPr lang="en-US" smtClean="0"/>
              <a:t>1/29/2025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51033-5C79-45C1-A3A8-EE584247DE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019100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FE671-5CEE-48E7-B021-0396717B0D66}" type="datetimeFigureOut">
              <a:rPr lang="en-US" smtClean="0"/>
              <a:t>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51033-5C79-45C1-A3A8-EE584247DE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046429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FE671-5CEE-48E7-B021-0396717B0D66}" type="datetimeFigureOut">
              <a:rPr lang="en-US" smtClean="0"/>
              <a:t>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51033-5C79-45C1-A3A8-EE584247DE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60545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8FE671-5CEE-48E7-B021-0396717B0D66}" type="datetimeFigureOut">
              <a:rPr lang="en-US" smtClean="0"/>
              <a:t>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451033-5C79-45C1-A3A8-EE584247DE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607165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6FA0C8-9BC6-0025-AA62-C48E1A10F6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43074" y="2171701"/>
            <a:ext cx="10215563" cy="2387600"/>
          </a:xfrm>
        </p:spPr>
        <p:txBody>
          <a:bodyPr>
            <a:noAutofit/>
          </a:bodyPr>
          <a:lstStyle/>
          <a:p>
            <a:r>
              <a:rPr lang="en-US" sz="9600" dirty="0">
                <a:solidFill>
                  <a:schemeClr val="bg1"/>
                </a:solidFill>
                <a:latin typeface="Berlin Sans FB Demi" panose="020E0802020502020306" pitchFamily="34" charset="0"/>
              </a:rPr>
              <a:t>COMBINATIONAL CIRCUITS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7B7ACE-5125-9078-DAFF-C7F13DAC6D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76424" y="4559301"/>
            <a:ext cx="8791575" cy="1655762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						</a:t>
            </a:r>
            <a:r>
              <a:rPr lang="en-US" sz="2400" dirty="0">
                <a:solidFill>
                  <a:schemeClr val="bg1"/>
                </a:solidFill>
                <a:latin typeface="Bauhaus 93" panose="04030905020B02020C02" pitchFamily="82" charset="0"/>
              </a:rPr>
              <a:t>BY:</a:t>
            </a:r>
          </a:p>
          <a:p>
            <a:r>
              <a:rPr lang="en-US" sz="2400" dirty="0">
                <a:solidFill>
                  <a:schemeClr val="bg1"/>
                </a:solidFill>
                <a:latin typeface="Bauhaus 93" panose="04030905020B02020C02" pitchFamily="82" charset="0"/>
              </a:rPr>
              <a:t>							ROSHNI PATOA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70E54E-C719-33CA-B55E-D4EDFD272918}"/>
              </a:ext>
            </a:extLst>
          </p:cNvPr>
          <p:cNvSpPr txBox="1"/>
          <p:nvPr/>
        </p:nvSpPr>
        <p:spPr>
          <a:xfrm>
            <a:off x="7329489" y="342900"/>
            <a:ext cx="4457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Bradley Hand ITC" panose="03070402050302030203" pitchFamily="66" charset="0"/>
              </a:rPr>
              <a:t>COMPUTER SYSTEM ARCHITECTURE</a:t>
            </a:r>
          </a:p>
        </p:txBody>
      </p:sp>
    </p:spTree>
    <p:extLst>
      <p:ext uri="{BB962C8B-B14F-4D97-AF65-F5344CB8AC3E}">
        <p14:creationId xmlns:p14="http://schemas.microsoft.com/office/powerpoint/2010/main" val="12087899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FD3B0F-E2FD-E156-7022-8EFCED276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0"/>
            <a:ext cx="9905998" cy="1478570"/>
          </a:xfrm>
        </p:spPr>
        <p:txBody>
          <a:bodyPr>
            <a:normAutofit/>
          </a:bodyPr>
          <a:lstStyle/>
          <a:p>
            <a:pPr algn="ctr"/>
            <a:r>
              <a:rPr lang="en-US" sz="4800" dirty="0">
                <a:solidFill>
                  <a:schemeClr val="bg1"/>
                </a:solidFill>
                <a:latin typeface="Bodoni MT Black" panose="02070A03080606020203" pitchFamily="18" charset="0"/>
              </a:rPr>
              <a:t>HALF ADDER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1215BE8-C00B-501B-19CB-1470DE5308A5}"/>
              </a:ext>
            </a:extLst>
          </p:cNvPr>
          <p:cNvSpPr txBox="1"/>
          <p:nvPr/>
        </p:nvSpPr>
        <p:spPr>
          <a:xfrm>
            <a:off x="1141413" y="1785938"/>
            <a:ext cx="10017125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A half adder is a basic digital circuit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It performs addition of two binary digits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Has two inputs (A and B) and two outputs (Sum and Carry)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Key component in arithmetic operations in computers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893570C-C936-5555-6328-E5B461CF304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67" r="45619" b="16590"/>
          <a:stretch/>
        </p:blipFill>
        <p:spPr bwMode="auto">
          <a:xfrm>
            <a:off x="4029828" y="4032707"/>
            <a:ext cx="4132343" cy="22467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018948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6B7D68-BA69-E924-71E0-AE71E7B154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0"/>
            <a:ext cx="9905998" cy="1478570"/>
          </a:xfrm>
        </p:spPr>
        <p:txBody>
          <a:bodyPr>
            <a:normAutofit/>
          </a:bodyPr>
          <a:lstStyle/>
          <a:p>
            <a:pPr algn="ctr"/>
            <a:r>
              <a:rPr lang="en-US" sz="4800" dirty="0">
                <a:solidFill>
                  <a:schemeClr val="bg1"/>
                </a:solidFill>
                <a:latin typeface="Bodoni MT Black" panose="02070A03080606020203" pitchFamily="18" charset="0"/>
              </a:rPr>
              <a:t>Inputs and Outputs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B93D012-D96E-0A21-2AAF-4C94D8B69749}"/>
              </a:ext>
            </a:extLst>
          </p:cNvPr>
          <p:cNvSpPr txBox="1"/>
          <p:nvPr/>
        </p:nvSpPr>
        <p:spPr>
          <a:xfrm>
            <a:off x="2421730" y="1828711"/>
            <a:ext cx="8365331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 fontAlgn="base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Inputs: Two 1-bit binary numbers (A and B)</a:t>
            </a: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Outputs: </a:t>
            </a:r>
          </a:p>
          <a:p>
            <a:pPr lvl="2" fontAlgn="base"/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Sum (S): Result of A + B</a:t>
            </a:r>
          </a:p>
          <a:p>
            <a:pPr lvl="2" fontAlgn="base"/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Carry (C): Overflow bit when A + B &gt; 1</a:t>
            </a:r>
          </a:p>
        </p:txBody>
      </p:sp>
    </p:spTree>
    <p:extLst>
      <p:ext uri="{BB962C8B-B14F-4D97-AF65-F5344CB8AC3E}">
        <p14:creationId xmlns:p14="http://schemas.microsoft.com/office/powerpoint/2010/main" val="15019554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C9F07C-48DB-05F2-97B6-12AE64E3B7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478570"/>
          </a:xfrm>
        </p:spPr>
        <p:txBody>
          <a:bodyPr>
            <a:normAutofit/>
          </a:bodyPr>
          <a:lstStyle/>
          <a:p>
            <a:pPr algn="ctr"/>
            <a:r>
              <a:rPr lang="en-US" sz="4800" dirty="0">
                <a:solidFill>
                  <a:schemeClr val="bg1"/>
                </a:solidFill>
                <a:latin typeface="Bodoni MT Black" panose="02070A03080606020203" pitchFamily="18" charset="0"/>
              </a:rPr>
              <a:t>Truth Table for Half Adder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C4154DC6-9E48-CB47-9CDB-A34C060D85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8680" y="1828614"/>
            <a:ext cx="6194639" cy="34813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383366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F7415C8-700B-7E60-E768-DE5794CA4A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9117" y="0"/>
            <a:ext cx="11050588" cy="1477963"/>
          </a:xfrm>
        </p:spPr>
        <p:txBody>
          <a:bodyPr>
            <a:normAutofit/>
          </a:bodyPr>
          <a:lstStyle/>
          <a:p>
            <a:pPr algn="ctr"/>
            <a:r>
              <a:rPr lang="en-US" sz="4800" dirty="0">
                <a:solidFill>
                  <a:schemeClr val="bg1"/>
                </a:solidFill>
                <a:latin typeface="Bodoni MT Black" panose="02070A03080606020203" pitchFamily="18" charset="0"/>
              </a:rPr>
              <a:t>Logic Gates in Half Adder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BE0ED42-4A96-374C-BEF0-6AA93A6657EF}"/>
              </a:ext>
            </a:extLst>
          </p:cNvPr>
          <p:cNvSpPr txBox="1"/>
          <p:nvPr/>
        </p:nvSpPr>
        <p:spPr>
          <a:xfrm>
            <a:off x="3336131" y="1728699"/>
            <a:ext cx="6100762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 fontAlgn="base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XOR gate: Used for Sum output</a:t>
            </a: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AND gate: Used for Carry output</a:t>
            </a:r>
          </a:p>
          <a:p>
            <a:br>
              <a:rPr lang="en-US" b="0" dirty="0">
                <a:effectLst/>
              </a:rPr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7551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06DF2805-0096-BE9C-8160-F4381273D535}"/>
              </a:ext>
            </a:extLst>
          </p:cNvPr>
          <p:cNvSpPr txBox="1">
            <a:spLocks/>
          </p:cNvSpPr>
          <p:nvPr/>
        </p:nvSpPr>
        <p:spPr>
          <a:xfrm>
            <a:off x="969963" y="0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800" dirty="0">
                <a:solidFill>
                  <a:schemeClr val="bg1"/>
                </a:solidFill>
                <a:latin typeface="Bodoni MT Black" panose="02070A03080606020203" pitchFamily="18" charset="0"/>
              </a:rPr>
              <a:t>XOR GATE FOR SUM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0475BFB-F67B-CE4C-97C8-7215E045804A}"/>
              </a:ext>
            </a:extLst>
          </p:cNvPr>
          <p:cNvSpPr txBox="1"/>
          <p:nvPr/>
        </p:nvSpPr>
        <p:spPr>
          <a:xfrm>
            <a:off x="2354659" y="1613118"/>
            <a:ext cx="7136606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 fontAlgn="base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XOR (Exclusive OR) gate used for Sum</a:t>
            </a: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Output is 1 if inputs are different</a:t>
            </a: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Output is 0 if inputs are same</a:t>
            </a: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Perfectly represents addition without carry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B6003CE5-5FA0-B465-71C4-79EC38925D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45706" y="3843338"/>
            <a:ext cx="4700588" cy="19655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159614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1DFCCE-F89C-4ED9-1062-F6CFB839DD24}"/>
              </a:ext>
            </a:extLst>
          </p:cNvPr>
          <p:cNvSpPr txBox="1">
            <a:spLocks/>
          </p:cNvSpPr>
          <p:nvPr/>
        </p:nvSpPr>
        <p:spPr>
          <a:xfrm>
            <a:off x="969963" y="0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800" dirty="0">
                <a:solidFill>
                  <a:schemeClr val="bg1"/>
                </a:solidFill>
                <a:latin typeface="Bodoni MT Black" panose="02070A03080606020203" pitchFamily="18" charset="0"/>
              </a:rPr>
              <a:t>AND GATE FOR CARRY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F3BA76-545B-E5D1-4ABA-A7F52A73908B}"/>
              </a:ext>
            </a:extLst>
          </p:cNvPr>
          <p:cNvSpPr txBox="1"/>
          <p:nvPr/>
        </p:nvSpPr>
        <p:spPr>
          <a:xfrm>
            <a:off x="2306240" y="1671548"/>
            <a:ext cx="757952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285750" fontAlgn="base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AND gate used for Carry</a:t>
            </a:r>
          </a:p>
          <a:p>
            <a:pPr indent="-285750" fontAlgn="base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Output is 1 only when both inputs are 1</a:t>
            </a:r>
          </a:p>
          <a:p>
            <a:pPr indent="-285750" fontAlgn="base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Represents when addition results in a carry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CDA4E779-4B0D-88E7-E708-4DDC115EE0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9025" y="3429000"/>
            <a:ext cx="4813949" cy="19192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950722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CCBB4-A3B1-BEBD-D602-724B4F99E4EA}"/>
              </a:ext>
            </a:extLst>
          </p:cNvPr>
          <p:cNvSpPr txBox="1">
            <a:spLocks/>
          </p:cNvSpPr>
          <p:nvPr/>
        </p:nvSpPr>
        <p:spPr>
          <a:xfrm>
            <a:off x="200025" y="0"/>
            <a:ext cx="1178718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800" dirty="0">
                <a:solidFill>
                  <a:schemeClr val="bg1"/>
                </a:solidFill>
                <a:latin typeface="Bodoni MT Black" panose="02070A03080606020203" pitchFamily="18" charset="0"/>
              </a:rPr>
              <a:t>Half Adder Circuit Diagram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EC243DA-DBFB-51DA-4A7A-DC94DC0D6788}"/>
              </a:ext>
            </a:extLst>
          </p:cNvPr>
          <p:cNvSpPr txBox="1"/>
          <p:nvPr/>
        </p:nvSpPr>
        <p:spPr>
          <a:xfrm>
            <a:off x="1784747" y="1478570"/>
            <a:ext cx="8622506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 fontAlgn="base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Inputs: A and B</a:t>
            </a: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XOR gate connected to both inputs, output is Sum</a:t>
            </a: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AND gate connected to both inputs, output is Carry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8EF5E61-5E93-535C-1E1D-AE21D4016F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1118" y="3200318"/>
            <a:ext cx="4025002" cy="3000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13937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688C8C-6517-4BD7-CCF4-D29E70D41BF4}"/>
              </a:ext>
            </a:extLst>
          </p:cNvPr>
          <p:cNvSpPr txBox="1">
            <a:spLocks/>
          </p:cNvSpPr>
          <p:nvPr/>
        </p:nvSpPr>
        <p:spPr>
          <a:xfrm>
            <a:off x="969963" y="0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800" dirty="0">
                <a:solidFill>
                  <a:schemeClr val="bg1"/>
                </a:solidFill>
                <a:latin typeface="Bodoni MT Black" panose="02070A03080606020203" pitchFamily="18" charset="0"/>
              </a:rPr>
              <a:t>Example: Adding 0 + 0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D8AFC3-36FF-D657-328D-8E4BA9B16CB7}"/>
              </a:ext>
            </a:extLst>
          </p:cNvPr>
          <p:cNvSpPr txBox="1"/>
          <p:nvPr/>
        </p:nvSpPr>
        <p:spPr>
          <a:xfrm>
            <a:off x="3864769" y="1980337"/>
            <a:ext cx="4521994" cy="2369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 fontAlgn="base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Input A = 0, Input B = 0</a:t>
            </a: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XOR gate: 0 ⊕ 0 = 0 (Sum)</a:t>
            </a: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AND gate: 0 • 0 = 0 (Carry)</a:t>
            </a: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Result: Sum = 0, Carry = 0</a:t>
            </a:r>
          </a:p>
          <a:p>
            <a:br>
              <a:rPr lang="en-US" b="0" dirty="0">
                <a:effectLst/>
              </a:rPr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51145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ED833F-B899-EBF7-3098-C2CF4DC718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9C53C8-E2A3-C0D8-4457-8B03B773CAE6}"/>
              </a:ext>
            </a:extLst>
          </p:cNvPr>
          <p:cNvSpPr txBox="1">
            <a:spLocks/>
          </p:cNvSpPr>
          <p:nvPr/>
        </p:nvSpPr>
        <p:spPr>
          <a:xfrm>
            <a:off x="969963" y="0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800" dirty="0">
                <a:solidFill>
                  <a:schemeClr val="bg1"/>
                </a:solidFill>
                <a:latin typeface="Bodoni MT Black" panose="02070A03080606020203" pitchFamily="18" charset="0"/>
              </a:rPr>
              <a:t>Example: Adding 0 + 1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A318A66-99BE-5B17-3A12-86CC691D8CFC}"/>
              </a:ext>
            </a:extLst>
          </p:cNvPr>
          <p:cNvSpPr txBox="1"/>
          <p:nvPr/>
        </p:nvSpPr>
        <p:spPr>
          <a:xfrm>
            <a:off x="3864769" y="1980337"/>
            <a:ext cx="4521994" cy="2369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 fontAlgn="base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Input A = 0, Input B = 1</a:t>
            </a: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XOR gate: 0 ⊕ 1 = 1 (Sum)</a:t>
            </a: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AND gate: 0 • 1 = 0 (Carry)</a:t>
            </a: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Result: Sum = 1, Carry = 0</a:t>
            </a:r>
          </a:p>
          <a:p>
            <a:br>
              <a:rPr lang="en-US" b="0" dirty="0">
                <a:effectLst/>
              </a:rPr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41093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9154A3-6AFD-FD82-C7EE-C04A468023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0511F1-DFE9-9951-1A0D-A0BC80D6E453}"/>
              </a:ext>
            </a:extLst>
          </p:cNvPr>
          <p:cNvSpPr txBox="1">
            <a:spLocks/>
          </p:cNvSpPr>
          <p:nvPr/>
        </p:nvSpPr>
        <p:spPr>
          <a:xfrm>
            <a:off x="969963" y="0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800" dirty="0">
                <a:solidFill>
                  <a:schemeClr val="bg1"/>
                </a:solidFill>
                <a:latin typeface="Bodoni MT Black" panose="02070A03080606020203" pitchFamily="18" charset="0"/>
              </a:rPr>
              <a:t>Example: Adding 1 + 0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2B42E75-5EC8-E1A4-51D7-B14959575443}"/>
              </a:ext>
            </a:extLst>
          </p:cNvPr>
          <p:cNvSpPr txBox="1"/>
          <p:nvPr/>
        </p:nvSpPr>
        <p:spPr>
          <a:xfrm>
            <a:off x="3864769" y="1980337"/>
            <a:ext cx="4521994" cy="2369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 fontAlgn="base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Input A = 1, Input B = 0</a:t>
            </a: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XOR gate: 1 ⊕ 0 = 0 (Sum)</a:t>
            </a: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AND gate: 1 • 0 = 0 (Carry)</a:t>
            </a: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Result: Sum = 1, Carry = 0</a:t>
            </a:r>
          </a:p>
          <a:p>
            <a:br>
              <a:rPr lang="en-US" b="0" dirty="0">
                <a:effectLst/>
              </a:rPr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39245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837189-4A26-EB1D-F2CA-38A3FB95DB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99951-00E2-10BA-5FFE-CD96AD07DACD}"/>
              </a:ext>
            </a:extLst>
          </p:cNvPr>
          <p:cNvSpPr txBox="1">
            <a:spLocks/>
          </p:cNvSpPr>
          <p:nvPr/>
        </p:nvSpPr>
        <p:spPr>
          <a:xfrm>
            <a:off x="969963" y="0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800" dirty="0">
                <a:solidFill>
                  <a:schemeClr val="bg1"/>
                </a:solidFill>
                <a:latin typeface="Bodoni MT Black" panose="02070A03080606020203" pitchFamily="18" charset="0"/>
              </a:rPr>
              <a:t>Example: Adding 1 + 1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EE13100-378D-3C0F-7E9B-DD728612934E}"/>
              </a:ext>
            </a:extLst>
          </p:cNvPr>
          <p:cNvSpPr txBox="1"/>
          <p:nvPr/>
        </p:nvSpPr>
        <p:spPr>
          <a:xfrm>
            <a:off x="3864769" y="1980337"/>
            <a:ext cx="4521994" cy="2369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 fontAlgn="base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Input A = 1, Input B = 1</a:t>
            </a: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XOR gate: 1 ⊕ 1 = 0 (Sum)</a:t>
            </a: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AND gate: 1 • 1 = 1 (Carry)</a:t>
            </a: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Result: Sum = 0, Carry = 1</a:t>
            </a:r>
          </a:p>
          <a:p>
            <a:br>
              <a:rPr lang="en-US" b="0" dirty="0">
                <a:effectLst/>
              </a:rPr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65371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0BD26-0CE4-3F3C-9E11-A5C891EE11F7}"/>
              </a:ext>
            </a:extLst>
          </p:cNvPr>
          <p:cNvSpPr txBox="1">
            <a:spLocks/>
          </p:cNvSpPr>
          <p:nvPr/>
        </p:nvSpPr>
        <p:spPr>
          <a:xfrm>
            <a:off x="969963" y="0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800" dirty="0">
                <a:solidFill>
                  <a:schemeClr val="bg1"/>
                </a:solidFill>
                <a:latin typeface="Bodoni MT Black" panose="02070A03080606020203" pitchFamily="18" charset="0"/>
              </a:rPr>
              <a:t>CONCLUSION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E8C7C23-82E7-CA24-98A7-B79EDF03035C}"/>
              </a:ext>
            </a:extLst>
          </p:cNvPr>
          <p:cNvSpPr txBox="1"/>
          <p:nvPr/>
        </p:nvSpPr>
        <p:spPr>
          <a:xfrm>
            <a:off x="2071687" y="1747361"/>
            <a:ext cx="9015413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 fontAlgn="base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Half adders are fundamental to digital arithmetic</a:t>
            </a: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They combine XOR and AND gates for binary addition</a:t>
            </a: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Next steps: Explore full adders </a:t>
            </a:r>
          </a:p>
        </p:txBody>
      </p:sp>
    </p:spTree>
    <p:extLst>
      <p:ext uri="{BB962C8B-B14F-4D97-AF65-F5344CB8AC3E}">
        <p14:creationId xmlns:p14="http://schemas.microsoft.com/office/powerpoint/2010/main" val="261803527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Circuit</Template>
  <TotalTime>170</TotalTime>
  <Words>421</Words>
  <Application>Microsoft Office PowerPoint</Application>
  <PresentationFormat>Widescreen</PresentationFormat>
  <Paragraphs>60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Arial</vt:lpstr>
      <vt:lpstr>Bahnschrift</vt:lpstr>
      <vt:lpstr>Bauhaus 93</vt:lpstr>
      <vt:lpstr>Berlin Sans FB Demi</vt:lpstr>
      <vt:lpstr>Bodoni MT Black</vt:lpstr>
      <vt:lpstr>Bradley Hand ITC</vt:lpstr>
      <vt:lpstr>Tw Cen MT</vt:lpstr>
      <vt:lpstr>Circuit</vt:lpstr>
      <vt:lpstr>COMBINATIONAL CIRCUITS</vt:lpstr>
      <vt:lpstr>HALF ADDER</vt:lpstr>
      <vt:lpstr>Inputs and Outputs</vt:lpstr>
      <vt:lpstr>Truth Table for Half Adder</vt:lpstr>
      <vt:lpstr>Logic Gates in Half Adder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Roshni Patoa</dc:creator>
  <cp:lastModifiedBy>Roshni Patoa</cp:lastModifiedBy>
  <cp:revision>1</cp:revision>
  <dcterms:created xsi:type="dcterms:W3CDTF">2025-01-16T06:31:18Z</dcterms:created>
  <dcterms:modified xsi:type="dcterms:W3CDTF">2025-01-29T09:13:12Z</dcterms:modified>
</cp:coreProperties>
</file>