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A81DB-691D-4EC6-82E5-EFFF7F8243FA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D7BA-5F92-42BB-A9F0-BFAF6C454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588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A81DB-691D-4EC6-82E5-EFFF7F8243FA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D7BA-5F92-42BB-A9F0-BFAF6C454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109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A81DB-691D-4EC6-82E5-EFFF7F8243FA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D7BA-5F92-42BB-A9F0-BFAF6C454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018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A81DB-691D-4EC6-82E5-EFFF7F8243FA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D7BA-5F92-42BB-A9F0-BFAF6C454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713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A81DB-691D-4EC6-82E5-EFFF7F8243FA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D7BA-5F92-42BB-A9F0-BFAF6C454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5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A81DB-691D-4EC6-82E5-EFFF7F8243FA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D7BA-5F92-42BB-A9F0-BFAF6C454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192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A81DB-691D-4EC6-82E5-EFFF7F8243FA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D7BA-5F92-42BB-A9F0-BFAF6C454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798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A81DB-691D-4EC6-82E5-EFFF7F8243FA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D7BA-5F92-42BB-A9F0-BFAF6C454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648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A81DB-691D-4EC6-82E5-EFFF7F8243FA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D7BA-5F92-42BB-A9F0-BFAF6C454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525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A81DB-691D-4EC6-82E5-EFFF7F8243FA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D7BA-5F92-42BB-A9F0-BFAF6C454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10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A81DB-691D-4EC6-82E5-EFFF7F8243FA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D7BA-5F92-42BB-A9F0-BFAF6C45475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8074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A81DB-691D-4EC6-82E5-EFFF7F8243FA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D7BA-5F92-42BB-A9F0-BFAF6C454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589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A81DB-691D-4EC6-82E5-EFFF7F8243FA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D7BA-5F92-42BB-A9F0-BFAF6C45475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17975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A81DB-691D-4EC6-82E5-EFFF7F8243FA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D7BA-5F92-42BB-A9F0-BFAF6C454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951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A81DB-691D-4EC6-82E5-EFFF7F8243FA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D7BA-5F92-42BB-A9F0-BFAF6C454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9616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A81DB-691D-4EC6-82E5-EFFF7F8243FA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BD7BA-5F92-42BB-A9F0-BFAF6C454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41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9A81DB-691D-4EC6-82E5-EFFF7F8243FA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99BD7BA-5F92-42BB-A9F0-BFAF6C454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99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4E02B-64EA-4389-8CB9-D85A0AA0C7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PHP Conditional Statements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AAD800-B3F0-577D-E91E-84F5230B77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937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F7854-1E68-B53D-459D-1B2B2A0C0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80" y="0"/>
            <a:ext cx="8596668" cy="13208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Conditional Statements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EF251-FD96-40C9-F71E-B7F2A290A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31" y="844062"/>
            <a:ext cx="9507909" cy="6013938"/>
          </a:xfrm>
        </p:spPr>
        <p:txBody>
          <a:bodyPr>
            <a:normAutofit fontScale="850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35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statements are used to perform different actions based on different conditions.</a:t>
            </a:r>
          </a:p>
          <a:p>
            <a:pPr marL="0" indent="0" algn="just">
              <a:buNone/>
            </a:pPr>
            <a:endParaRPr lang="en-US" sz="35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PHP we have the following conditional statements:</a:t>
            </a:r>
          </a:p>
          <a:p>
            <a:pPr marL="0" indent="0" algn="just">
              <a:buNone/>
            </a:pPr>
            <a:endParaRPr kumimoji="0" lang="en-US" altLang="en-US" sz="3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statement - executes some code if one condition is true</a:t>
            </a:r>
          </a:p>
          <a:p>
            <a:pPr marL="685800" lvl="1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3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if...else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statement - executes some code if a condition is true and another code if that condition is false</a:t>
            </a:r>
          </a:p>
          <a:p>
            <a:pPr marL="685800" lvl="1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3000" b="1" i="0" u="none" strike="noStrike" cap="none" normalizeH="0" baseline="0" dirty="0">
              <a:ln>
                <a:noFill/>
              </a:ln>
              <a:solidFill>
                <a:srgbClr val="DC143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if...elseif...else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statement - executes different codes for more than two conditions</a:t>
            </a:r>
          </a:p>
          <a:p>
            <a:pPr marL="685800" lvl="1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3000" b="1" i="0" u="none" strike="noStrike" cap="none" normalizeH="0" baseline="0" dirty="0">
              <a:ln>
                <a:noFill/>
              </a:ln>
              <a:solidFill>
                <a:srgbClr val="DC143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statement - selects one of many blocks of code to be executed</a:t>
            </a:r>
          </a:p>
          <a:p>
            <a:pPr marL="0" indent="0" algn="just">
              <a:buNone/>
            </a:pPr>
            <a:endParaRPr lang="en-US" sz="36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36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9BE5B24-CB4E-A244-69F6-BBB87A270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781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1F77F-3B15-3186-9A66-DF2AB701D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00" y="271976"/>
            <a:ext cx="8596668" cy="726830"/>
          </a:xfrm>
        </p:spPr>
        <p:txBody>
          <a:bodyPr>
            <a:normAutofit fontScale="90000"/>
          </a:bodyPr>
          <a:lstStyle/>
          <a:p>
            <a:r>
              <a:rPr lang="en-IN" sz="4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- The if Statement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37BF37-E409-C5B0-FEBB-CDD368C5D1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3100" y="914737"/>
            <a:ext cx="99161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statement executes some code if one condition is true.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6B9F08-98CF-A4E1-5B68-FFDB698031C4}"/>
              </a:ext>
            </a:extLst>
          </p:cNvPr>
          <p:cNvSpPr txBox="1"/>
          <p:nvPr/>
        </p:nvSpPr>
        <p:spPr>
          <a:xfrm>
            <a:off x="677333" y="2326028"/>
            <a:ext cx="6105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Syntax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8C7C0-6ABB-E0E6-1C71-AA1C13235EE6}"/>
              </a:ext>
            </a:extLst>
          </p:cNvPr>
          <p:cNvSpPr txBox="1"/>
          <p:nvPr/>
        </p:nvSpPr>
        <p:spPr>
          <a:xfrm>
            <a:off x="692291" y="2995752"/>
            <a:ext cx="8957729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if (</a:t>
            </a:r>
            <a:r>
              <a:rPr lang="en-US" sz="28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sz="28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code to be executed if condition is true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800" b="1" dirty="0"/>
            </a:br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87429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1F77F-3B15-3186-9A66-DF2AB701D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00" y="271976"/>
            <a:ext cx="8596668" cy="726830"/>
          </a:xfrm>
        </p:spPr>
        <p:txBody>
          <a:bodyPr>
            <a:normAutofit fontScale="90000"/>
          </a:bodyPr>
          <a:lstStyle/>
          <a:p>
            <a:r>
              <a:rPr lang="en-IN" sz="4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- The if Statement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9D5F20-AF3A-354E-A2CE-05B567FEF43F}"/>
              </a:ext>
            </a:extLst>
          </p:cNvPr>
          <p:cNvSpPr txBox="1"/>
          <p:nvPr/>
        </p:nvSpPr>
        <p:spPr>
          <a:xfrm>
            <a:off x="717453" y="1181686"/>
            <a:ext cx="4389119" cy="4893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&lt;!DOCTYPE html&gt;</a:t>
            </a:r>
          </a:p>
          <a:p>
            <a:r>
              <a:rPr lang="en-US" sz="2400" dirty="0"/>
              <a:t>&lt;html&gt;</a:t>
            </a:r>
          </a:p>
          <a:p>
            <a:r>
              <a:rPr lang="en-US" sz="2400" dirty="0"/>
              <a:t>&lt;body&gt;</a:t>
            </a:r>
          </a:p>
          <a:p>
            <a:endParaRPr lang="en-US" sz="2400" dirty="0"/>
          </a:p>
          <a:p>
            <a:r>
              <a:rPr lang="en-US" sz="2400" dirty="0"/>
              <a:t>&lt;?</a:t>
            </a:r>
            <a:r>
              <a:rPr lang="en-US" sz="2400" dirty="0" err="1"/>
              <a:t>php</a:t>
            </a:r>
            <a:endParaRPr lang="en-US" sz="2400" dirty="0"/>
          </a:p>
          <a:p>
            <a:r>
              <a:rPr lang="en-US" sz="2400" dirty="0"/>
              <a:t>$a=20;</a:t>
            </a:r>
          </a:p>
          <a:p>
            <a:r>
              <a:rPr lang="en-US" sz="2400" dirty="0"/>
              <a:t>$b=10;</a:t>
            </a:r>
          </a:p>
          <a:p>
            <a:r>
              <a:rPr lang="en-US" sz="2400" dirty="0"/>
              <a:t>if($a &gt; $b)</a:t>
            </a:r>
          </a:p>
          <a:p>
            <a:r>
              <a:rPr lang="en-US" sz="2400" dirty="0"/>
              <a:t>echo 'a is greater than b';</a:t>
            </a:r>
          </a:p>
          <a:p>
            <a:r>
              <a:rPr lang="en-US" sz="2400" dirty="0"/>
              <a:t>?&gt;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/>
              <a:t>&lt;/body&gt;</a:t>
            </a:r>
          </a:p>
          <a:p>
            <a:r>
              <a:rPr lang="en-US" sz="2400" dirty="0"/>
              <a:t>&lt;/html&gt;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DCC521-A358-463E-D831-C99501348CF4}"/>
              </a:ext>
            </a:extLst>
          </p:cNvPr>
          <p:cNvSpPr txBox="1"/>
          <p:nvPr/>
        </p:nvSpPr>
        <p:spPr>
          <a:xfrm>
            <a:off x="5659901" y="1573795"/>
            <a:ext cx="3455963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Output:</a:t>
            </a: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a is greater than b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2776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9FB46-2A51-A35F-3D4A-E29A06864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- The if...else Statement</a:t>
            </a:r>
            <a:b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B75B0D-AABA-FD5C-6803-E71C949206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0891" y="1545402"/>
            <a:ext cx="7425046" cy="120032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if...else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statement executes some code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if a condition is true and another code if that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condition is false.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F69867-F2FB-EAEE-10F8-BDFDAE35DA55}"/>
              </a:ext>
            </a:extLst>
          </p:cNvPr>
          <p:cNvSpPr txBox="1"/>
          <p:nvPr/>
        </p:nvSpPr>
        <p:spPr>
          <a:xfrm>
            <a:off x="936238" y="3681533"/>
            <a:ext cx="7554351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endParaRPr lang="en-US" sz="2400" b="1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if (</a:t>
            </a:r>
            <a:r>
              <a:rPr lang="en-US" sz="24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  <a:br>
              <a:rPr lang="en-US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4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code to be executed if condition is true;</a:t>
            </a:r>
            <a:br>
              <a:rPr lang="en-US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else {</a:t>
            </a:r>
            <a:br>
              <a:rPr lang="en-US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4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code to be executed if condition is false;</a:t>
            </a:r>
            <a:br>
              <a:rPr lang="en-US" sz="24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C5DA20-2700-CC4B-1A8E-7887DF6B3EEB}"/>
              </a:ext>
            </a:extLst>
          </p:cNvPr>
          <p:cNvSpPr txBox="1"/>
          <p:nvPr/>
        </p:nvSpPr>
        <p:spPr>
          <a:xfrm>
            <a:off x="1000891" y="2866202"/>
            <a:ext cx="6105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3584592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9FB46-2A51-A35F-3D4A-E29A06864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071" y="257907"/>
            <a:ext cx="8596668" cy="1320800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- The if...else Statement</a:t>
            </a:r>
            <a:b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41F67-0530-A860-29B2-79FC190A1AC1}"/>
              </a:ext>
            </a:extLst>
          </p:cNvPr>
          <p:cNvSpPr txBox="1"/>
          <p:nvPr/>
        </p:nvSpPr>
        <p:spPr>
          <a:xfrm>
            <a:off x="773722" y="1053191"/>
            <a:ext cx="4586069" cy="52937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000" b="1" dirty="0"/>
              <a:t>&lt;!DOCTYPE html&gt;</a:t>
            </a:r>
          </a:p>
          <a:p>
            <a:r>
              <a:rPr lang="en-IN" sz="2000" b="1" dirty="0"/>
              <a:t>&lt;html&gt;</a:t>
            </a:r>
          </a:p>
          <a:p>
            <a:r>
              <a:rPr lang="en-IN" sz="2000" b="1" dirty="0"/>
              <a:t>&lt;body&gt;</a:t>
            </a:r>
          </a:p>
          <a:p>
            <a:endParaRPr lang="en-IN" sz="2000" b="1" dirty="0"/>
          </a:p>
          <a:p>
            <a:r>
              <a:rPr lang="en-IN" sz="2000" b="1" dirty="0"/>
              <a:t>&lt;?</a:t>
            </a:r>
            <a:r>
              <a:rPr lang="en-IN" sz="2000" b="1" dirty="0" err="1"/>
              <a:t>php</a:t>
            </a:r>
            <a:endParaRPr lang="en-IN" sz="2000" b="1" dirty="0"/>
          </a:p>
          <a:p>
            <a:r>
              <a:rPr lang="en-IN" sz="2000" b="1" dirty="0"/>
              <a:t>$a=20;</a:t>
            </a:r>
          </a:p>
          <a:p>
            <a:r>
              <a:rPr lang="en-IN" sz="2000" b="1" dirty="0"/>
              <a:t>$b=40;</a:t>
            </a:r>
          </a:p>
          <a:p>
            <a:endParaRPr lang="en-IN" sz="2000" b="1" dirty="0"/>
          </a:p>
          <a:p>
            <a:r>
              <a:rPr lang="en-IN" sz="2000" b="1" dirty="0"/>
              <a:t>if ($a &gt; $b) {</a:t>
            </a:r>
          </a:p>
          <a:p>
            <a:r>
              <a:rPr lang="en-IN" sz="2000" b="1" dirty="0"/>
              <a:t>  echo "a is greater than b";</a:t>
            </a:r>
          </a:p>
          <a:p>
            <a:r>
              <a:rPr lang="en-IN" sz="2000" b="1" dirty="0"/>
              <a:t>} else {</a:t>
            </a:r>
          </a:p>
          <a:p>
            <a:r>
              <a:rPr lang="en-IN" sz="2000" b="1" dirty="0"/>
              <a:t>  echo "b is greater than a";</a:t>
            </a:r>
          </a:p>
          <a:p>
            <a:r>
              <a:rPr lang="en-IN" sz="2000" b="1" dirty="0"/>
              <a:t>}</a:t>
            </a:r>
          </a:p>
          <a:p>
            <a:r>
              <a:rPr lang="en-IN" sz="2000" b="1" dirty="0"/>
              <a:t>?&gt;</a:t>
            </a:r>
          </a:p>
          <a:p>
            <a:r>
              <a:rPr lang="en-IN" sz="2000" b="1" dirty="0"/>
              <a:t> </a:t>
            </a:r>
          </a:p>
          <a:p>
            <a:r>
              <a:rPr lang="en-IN" sz="2000" b="1" dirty="0"/>
              <a:t>&lt;/body&gt;</a:t>
            </a:r>
          </a:p>
          <a:p>
            <a:r>
              <a:rPr lang="en-IN" sz="2000" b="1" dirty="0"/>
              <a:t>&lt;/html&gt;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300EC4-F8A3-2199-A570-D8B973C26BEA}"/>
              </a:ext>
            </a:extLst>
          </p:cNvPr>
          <p:cNvSpPr txBox="1"/>
          <p:nvPr/>
        </p:nvSpPr>
        <p:spPr>
          <a:xfrm>
            <a:off x="5902050" y="2488196"/>
            <a:ext cx="2763648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en-US" sz="2800" b="0" i="0" dirty="0">
              <a:solidFill>
                <a:srgbClr val="FF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sz="28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b is greater than a</a:t>
            </a:r>
            <a:endParaRPr lang="en-I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253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00BAF-8D8A-FC73-2EAC-C238CD087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- The if...elseif...else Statement</a:t>
            </a:r>
            <a:b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FCA1DA-1AFF-182A-0BBF-6A666A2FD9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630226"/>
            <a:ext cx="8596668" cy="91814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8872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if...elseif...else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statement executes different codes for more than two conditions.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AA28DB-8529-429C-ADC6-F9EB3CB91EEC}"/>
              </a:ext>
            </a:extLst>
          </p:cNvPr>
          <p:cNvSpPr txBox="1"/>
          <p:nvPr/>
        </p:nvSpPr>
        <p:spPr>
          <a:xfrm>
            <a:off x="677334" y="2548370"/>
            <a:ext cx="610537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Syntax</a:t>
            </a:r>
          </a:p>
          <a:p>
            <a:br>
              <a:rPr lang="en-IN" sz="32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8A6439-8760-9FFD-3505-E4AE3B9C248A}"/>
              </a:ext>
            </a:extLst>
          </p:cNvPr>
          <p:cNvSpPr txBox="1"/>
          <p:nvPr/>
        </p:nvSpPr>
        <p:spPr>
          <a:xfrm>
            <a:off x="677335" y="3166340"/>
            <a:ext cx="8596668" cy="31700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if (</a:t>
            </a:r>
            <a:r>
              <a:rPr lang="en-US" sz="20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sz="2000" b="1" dirty="0"/>
            </a:br>
            <a:r>
              <a:rPr lang="en-US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code to be executed if this condition is true;</a:t>
            </a:r>
            <a:br>
              <a:rPr lang="en-US" sz="20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r>
              <a:rPr lang="en-US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elseif (</a:t>
            </a:r>
            <a:r>
              <a:rPr lang="en-US" sz="20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sz="2000" b="1" dirty="0"/>
            </a:br>
            <a:r>
              <a:rPr lang="en-US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code to be executed if first condition is false and this condition is true;</a:t>
            </a:r>
            <a:br>
              <a:rPr lang="en-US" sz="20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r>
              <a:rPr lang="en-US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else {</a:t>
            </a:r>
            <a:br>
              <a:rPr lang="en-US" sz="2000" b="1" dirty="0"/>
            </a:br>
            <a:r>
              <a:rPr lang="en-US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0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code to be executed if all conditions are false;</a:t>
            </a:r>
            <a:br>
              <a:rPr lang="en-US" sz="20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684817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A28E5-CE55-D6AD-2AEB-C9986DBDE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39212"/>
            <a:ext cx="8596668" cy="754966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- The if...elseif...else Statement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367134-FD39-B9E5-840A-4BD8A9D9B3CF}"/>
              </a:ext>
            </a:extLst>
          </p:cNvPr>
          <p:cNvSpPr txBox="1"/>
          <p:nvPr/>
        </p:nvSpPr>
        <p:spPr>
          <a:xfrm>
            <a:off x="858130" y="1146580"/>
            <a:ext cx="4107766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dirty="0"/>
              <a:t>&lt;!DOCTYPE html&gt;</a:t>
            </a:r>
          </a:p>
          <a:p>
            <a:r>
              <a:rPr lang="en-IN" b="1" dirty="0"/>
              <a:t>&lt;html&gt;</a:t>
            </a:r>
          </a:p>
          <a:p>
            <a:r>
              <a:rPr lang="en-IN" b="1" dirty="0"/>
              <a:t>&lt;body&gt;</a:t>
            </a:r>
          </a:p>
          <a:p>
            <a:endParaRPr lang="en-IN" b="1" dirty="0"/>
          </a:p>
          <a:p>
            <a:r>
              <a:rPr lang="en-IN" b="1" dirty="0"/>
              <a:t>&lt;?</a:t>
            </a:r>
            <a:r>
              <a:rPr lang="en-IN" b="1" dirty="0" err="1"/>
              <a:t>php</a:t>
            </a:r>
            <a:endParaRPr lang="en-IN" b="1" dirty="0"/>
          </a:p>
          <a:p>
            <a:r>
              <a:rPr lang="en-IN" b="1" dirty="0"/>
              <a:t>$a = 10;</a:t>
            </a:r>
          </a:p>
          <a:p>
            <a:endParaRPr lang="en-IN" b="1" dirty="0"/>
          </a:p>
          <a:p>
            <a:r>
              <a:rPr lang="en-IN" b="1" dirty="0"/>
              <a:t>if ($a &gt; 15) {</a:t>
            </a:r>
          </a:p>
          <a:p>
            <a:r>
              <a:rPr lang="en-IN" b="1" dirty="0"/>
              <a:t>  echo "$a is greater than 15";</a:t>
            </a:r>
          </a:p>
          <a:p>
            <a:r>
              <a:rPr lang="en-IN" b="1" dirty="0"/>
              <a:t>} </a:t>
            </a:r>
            <a:r>
              <a:rPr lang="en-IN" b="1"/>
              <a:t>elseif ($a &lt; 15) </a:t>
            </a:r>
            <a:r>
              <a:rPr lang="en-IN" b="1" dirty="0"/>
              <a:t>{</a:t>
            </a:r>
          </a:p>
          <a:p>
            <a:r>
              <a:rPr lang="en-IN" b="1" dirty="0"/>
              <a:t>  echo "$a is less than 15";</a:t>
            </a:r>
          </a:p>
          <a:p>
            <a:r>
              <a:rPr lang="en-IN" b="1" dirty="0"/>
              <a:t>} else {</a:t>
            </a:r>
          </a:p>
          <a:p>
            <a:r>
              <a:rPr lang="en-IN" b="1" dirty="0"/>
              <a:t>  echo "$a is equal to 15";</a:t>
            </a:r>
          </a:p>
          <a:p>
            <a:r>
              <a:rPr lang="en-IN" b="1" dirty="0"/>
              <a:t>}</a:t>
            </a:r>
          </a:p>
          <a:p>
            <a:r>
              <a:rPr lang="en-IN" b="1" dirty="0"/>
              <a:t>?&gt;</a:t>
            </a:r>
          </a:p>
          <a:p>
            <a:r>
              <a:rPr lang="en-IN" b="1" dirty="0"/>
              <a:t> </a:t>
            </a:r>
          </a:p>
          <a:p>
            <a:r>
              <a:rPr lang="en-IN" b="1" dirty="0"/>
              <a:t>&lt;/body&gt;</a:t>
            </a:r>
          </a:p>
          <a:p>
            <a:r>
              <a:rPr lang="en-IN" b="1" dirty="0"/>
              <a:t>&lt;/html&gt;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59F4F4-7DA9-54B9-A0B0-C6F282CF7F38}"/>
              </a:ext>
            </a:extLst>
          </p:cNvPr>
          <p:cNvSpPr txBox="1"/>
          <p:nvPr/>
        </p:nvSpPr>
        <p:spPr>
          <a:xfrm>
            <a:off x="6086621" y="2797684"/>
            <a:ext cx="2916701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en-US" sz="2800" b="1" i="0" dirty="0">
              <a:solidFill>
                <a:srgbClr val="FF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sz="2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10 is less than 15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947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87A91-F1A0-4CF1-28FC-D34B180A6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89" y="152624"/>
            <a:ext cx="8596668" cy="768776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switch Statement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BAA386-6B7D-20D7-832F-7D34725C0A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2589" y="892187"/>
            <a:ext cx="8069838" cy="83099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Use 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statement to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select one of many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blocks of code to be executed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66DC5E-6131-AF1C-1E9B-4958F2F8EBEE}"/>
              </a:ext>
            </a:extLst>
          </p:cNvPr>
          <p:cNvSpPr txBox="1"/>
          <p:nvPr/>
        </p:nvSpPr>
        <p:spPr>
          <a:xfrm>
            <a:off x="522589" y="1855250"/>
            <a:ext cx="6105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Syntax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6FB3C2-C7F1-430E-0819-70AF2082A906}"/>
              </a:ext>
            </a:extLst>
          </p:cNvPr>
          <p:cNvSpPr txBox="1"/>
          <p:nvPr/>
        </p:nvSpPr>
        <p:spPr>
          <a:xfrm>
            <a:off x="1768234" y="2458059"/>
            <a:ext cx="6105378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switch (</a:t>
            </a:r>
            <a:r>
              <a:rPr lang="en-US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b="1" dirty="0"/>
            </a:b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case </a:t>
            </a:r>
            <a:r>
              <a:rPr lang="en-US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label1:</a:t>
            </a:r>
            <a:br>
              <a:rPr lang="en-US" b="1" dirty="0"/>
            </a:b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code to be executed if n=label1;</a:t>
            </a:r>
            <a:br>
              <a:rPr lang="en-US" b="1" dirty="0"/>
            </a:b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 break;</a:t>
            </a:r>
            <a:br>
              <a:rPr lang="en-US" b="1" dirty="0"/>
            </a:b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case </a:t>
            </a:r>
            <a:r>
              <a:rPr lang="en-US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label2:</a:t>
            </a:r>
            <a:br>
              <a:rPr lang="en-US" b="1" dirty="0"/>
            </a:b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code to be executed if n=label2;</a:t>
            </a:r>
            <a:br>
              <a:rPr lang="en-US" b="1" dirty="0"/>
            </a:b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break;</a:t>
            </a:r>
            <a:br>
              <a:rPr lang="en-US" b="1" dirty="0"/>
            </a:b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case </a:t>
            </a:r>
            <a:r>
              <a:rPr lang="en-US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label3:</a:t>
            </a:r>
            <a:br>
              <a:rPr lang="en-US" b="1" dirty="0"/>
            </a:b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code to be executed if n=label3;</a:t>
            </a:r>
            <a:br>
              <a:rPr lang="en-US" b="1" dirty="0"/>
            </a:b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break;</a:t>
            </a:r>
            <a:br>
              <a:rPr lang="en-US" b="1" dirty="0"/>
            </a:b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</a:t>
            </a:r>
            <a:br>
              <a:rPr lang="en-US" b="1" dirty="0"/>
            </a:b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default:</a:t>
            </a:r>
            <a:br>
              <a:rPr lang="en-US" b="1" dirty="0"/>
            </a:b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code to be executed if n is different from all labels;</a:t>
            </a:r>
            <a:br>
              <a:rPr lang="en-US" b="1" dirty="0"/>
            </a:b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13978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87A91-F1A0-4CF1-28FC-D34B180A6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57" y="150503"/>
            <a:ext cx="8596668" cy="768776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switch Statement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557F92-8120-8D5A-330B-5EB8C8689CAF}"/>
              </a:ext>
            </a:extLst>
          </p:cNvPr>
          <p:cNvSpPr txBox="1"/>
          <p:nvPr/>
        </p:nvSpPr>
        <p:spPr>
          <a:xfrm>
            <a:off x="4445391" y="58846"/>
            <a:ext cx="7224020" cy="67403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r>
              <a:rPr lang="en-IN" dirty="0"/>
              <a:t>$</a:t>
            </a:r>
            <a:r>
              <a:rPr lang="en-IN" dirty="0" err="1"/>
              <a:t>favcolor</a:t>
            </a:r>
            <a:r>
              <a:rPr lang="en-IN" dirty="0"/>
              <a:t> = "red";</a:t>
            </a:r>
          </a:p>
          <a:p>
            <a:endParaRPr lang="en-IN" dirty="0"/>
          </a:p>
          <a:p>
            <a:r>
              <a:rPr lang="en-IN" dirty="0"/>
              <a:t>switch ($</a:t>
            </a:r>
            <a:r>
              <a:rPr lang="en-IN" dirty="0" err="1"/>
              <a:t>favcolor</a:t>
            </a:r>
            <a:r>
              <a:rPr lang="en-IN" dirty="0"/>
              <a:t>) {</a:t>
            </a:r>
          </a:p>
          <a:p>
            <a:r>
              <a:rPr lang="en-IN" dirty="0"/>
              <a:t>  case "red":</a:t>
            </a:r>
          </a:p>
          <a:p>
            <a:r>
              <a:rPr lang="en-IN" dirty="0"/>
              <a:t>    echo "Your </a:t>
            </a:r>
            <a:r>
              <a:rPr lang="en-IN" dirty="0" err="1"/>
              <a:t>favorite</a:t>
            </a:r>
            <a:r>
              <a:rPr lang="en-IN" dirty="0"/>
              <a:t> </a:t>
            </a:r>
            <a:r>
              <a:rPr lang="en-IN" dirty="0" err="1"/>
              <a:t>color</a:t>
            </a:r>
            <a:r>
              <a:rPr lang="en-IN" dirty="0"/>
              <a:t> is red!";</a:t>
            </a:r>
          </a:p>
          <a:p>
            <a:r>
              <a:rPr lang="en-IN" dirty="0"/>
              <a:t>    break;</a:t>
            </a:r>
          </a:p>
          <a:p>
            <a:r>
              <a:rPr lang="en-IN" dirty="0"/>
              <a:t>  case "blue":</a:t>
            </a:r>
          </a:p>
          <a:p>
            <a:r>
              <a:rPr lang="en-IN" dirty="0"/>
              <a:t>    echo "Your </a:t>
            </a:r>
            <a:r>
              <a:rPr lang="en-IN" dirty="0" err="1"/>
              <a:t>favorite</a:t>
            </a:r>
            <a:r>
              <a:rPr lang="en-IN" dirty="0"/>
              <a:t> </a:t>
            </a:r>
            <a:r>
              <a:rPr lang="en-IN" dirty="0" err="1"/>
              <a:t>color</a:t>
            </a:r>
            <a:r>
              <a:rPr lang="en-IN" dirty="0"/>
              <a:t> is blue!";</a:t>
            </a:r>
          </a:p>
          <a:p>
            <a:r>
              <a:rPr lang="en-IN" dirty="0"/>
              <a:t>    break;</a:t>
            </a:r>
          </a:p>
          <a:p>
            <a:r>
              <a:rPr lang="en-IN" dirty="0"/>
              <a:t>  case "green":</a:t>
            </a:r>
          </a:p>
          <a:p>
            <a:r>
              <a:rPr lang="en-IN" dirty="0"/>
              <a:t>    echo "Your </a:t>
            </a:r>
            <a:r>
              <a:rPr lang="en-IN" dirty="0" err="1"/>
              <a:t>favorite</a:t>
            </a:r>
            <a:r>
              <a:rPr lang="en-IN" dirty="0"/>
              <a:t> </a:t>
            </a:r>
            <a:r>
              <a:rPr lang="en-IN" dirty="0" err="1"/>
              <a:t>color</a:t>
            </a:r>
            <a:r>
              <a:rPr lang="en-IN" dirty="0"/>
              <a:t> is green!";</a:t>
            </a:r>
          </a:p>
          <a:p>
            <a:r>
              <a:rPr lang="en-IN" dirty="0"/>
              <a:t>    break;</a:t>
            </a:r>
          </a:p>
          <a:p>
            <a:r>
              <a:rPr lang="en-IN" dirty="0"/>
              <a:t>  default:</a:t>
            </a:r>
          </a:p>
          <a:p>
            <a:r>
              <a:rPr lang="en-IN" dirty="0"/>
              <a:t>    echo "Your </a:t>
            </a:r>
            <a:r>
              <a:rPr lang="en-IN" dirty="0" err="1"/>
              <a:t>favorite</a:t>
            </a:r>
            <a:r>
              <a:rPr lang="en-IN" dirty="0"/>
              <a:t> </a:t>
            </a:r>
            <a:r>
              <a:rPr lang="en-IN" dirty="0" err="1"/>
              <a:t>color</a:t>
            </a:r>
            <a:r>
              <a:rPr lang="en-IN" dirty="0"/>
              <a:t> is neither red, blue, nor green!";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?&gt;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22C027-2C1D-ECD5-4534-750BB20937D1}"/>
              </a:ext>
            </a:extLst>
          </p:cNvPr>
          <p:cNvSpPr txBox="1"/>
          <p:nvPr/>
        </p:nvSpPr>
        <p:spPr>
          <a:xfrm>
            <a:off x="428411" y="2228671"/>
            <a:ext cx="373562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en-US" sz="2400" b="1" i="0" dirty="0">
              <a:solidFill>
                <a:srgbClr val="FF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Your favorite color is red!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659352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343</TotalTime>
  <Words>717</Words>
  <Application>Microsoft Office PowerPoint</Application>
  <PresentationFormat>Widescreen</PresentationFormat>
  <Paragraphs>126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Consolas</vt:lpstr>
      <vt:lpstr>Segoe UI</vt:lpstr>
      <vt:lpstr>Times New Roman</vt:lpstr>
      <vt:lpstr>Trebuchet MS</vt:lpstr>
      <vt:lpstr>Verdana</vt:lpstr>
      <vt:lpstr>Wingdings</vt:lpstr>
      <vt:lpstr>Wingdings 3</vt:lpstr>
      <vt:lpstr>Facet</vt:lpstr>
      <vt:lpstr>PHP Conditional Statements</vt:lpstr>
      <vt:lpstr>PHP Conditional Statements</vt:lpstr>
      <vt:lpstr>PHP - The if Statement </vt:lpstr>
      <vt:lpstr>PHP - The if Statement </vt:lpstr>
      <vt:lpstr>PHP - The if...else Statement </vt:lpstr>
      <vt:lpstr>PHP - The if...else Statement </vt:lpstr>
      <vt:lpstr>PHP - The if...elseif...else Statement </vt:lpstr>
      <vt:lpstr>PHP - The if...elseif...else Statement</vt:lpstr>
      <vt:lpstr>PHP switch Statement </vt:lpstr>
      <vt:lpstr>PHP switch Statement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GURU SIMRAN SINGH</dc:creator>
  <cp:lastModifiedBy>Akanksha Arora</cp:lastModifiedBy>
  <cp:revision>38</cp:revision>
  <dcterms:created xsi:type="dcterms:W3CDTF">2023-07-28T05:39:12Z</dcterms:created>
  <dcterms:modified xsi:type="dcterms:W3CDTF">2023-10-05T05:09:34Z</dcterms:modified>
</cp:coreProperties>
</file>