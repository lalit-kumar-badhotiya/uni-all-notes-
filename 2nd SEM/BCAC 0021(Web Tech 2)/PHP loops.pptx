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31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52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06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94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82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990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65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06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732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354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271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3374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47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149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87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A85C-5175-4A81-9E5A-0735C420B88C}" type="datetimeFigureOut">
              <a:rPr lang="en-IN" smtClean="0"/>
              <a:t>26-10-2023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99657E-5BCE-4E02-87D6-E8FCC39FE8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1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066D-F9C8-0436-6F09-25057739F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PHP Loops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62DE9-8917-5C59-5BCF-3F50052E4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10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EF08-B449-A0D0-7BD2-DBE457B2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86" y="211805"/>
            <a:ext cx="8596668" cy="1320800"/>
          </a:xfrm>
        </p:spPr>
        <p:txBody>
          <a:bodyPr/>
          <a:lstStyle/>
          <a:p>
            <a:r>
              <a:rPr lang="en-IN" dirty="0"/>
              <a:t>PHP Loops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6BD9EF-43AD-0F21-69A9-00916575CD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0386" y="872205"/>
            <a:ext cx="8916832" cy="58169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are used to execute the same block of code again and again, as long as a certain condition is true.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PHP, we have the following loop types: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loops through a block of code as long as the specified condition is true.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do...while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loops through a block of code once, and then repeats the loop as long as the specified condition is true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loops through a block of code a specified number of times</a:t>
            </a:r>
          </a:p>
          <a:p>
            <a:pPr lvl="1"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loops through a block of code for each element in an array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7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52BF0-9E7A-B866-7ED6-361C9D2A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37" y="91610"/>
            <a:ext cx="8596668" cy="656492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2D4A7-A24E-D7F1-A19E-03123A29D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74" y="736549"/>
            <a:ext cx="9425348" cy="4621284"/>
          </a:xfrm>
        </p:spPr>
        <p:txBody>
          <a:bodyPr>
            <a:norm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 loop - Loops through a block of code a specified number of times.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loop is used when you know in advance how many times the script should run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667C23-F091-E3B9-8AD9-E3C9E0892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092" y="1366830"/>
            <a:ext cx="0" cy="669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42830" tIns="179331" rIns="-14283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B7635-B808-1B8E-3B64-9E3D1950558B}"/>
              </a:ext>
            </a:extLst>
          </p:cNvPr>
          <p:cNvSpPr txBox="1"/>
          <p:nvPr/>
        </p:nvSpPr>
        <p:spPr>
          <a:xfrm>
            <a:off x="825316" y="2663339"/>
            <a:ext cx="6105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3BB0B-2D93-9B81-B6F2-CE4238A13A14}"/>
              </a:ext>
            </a:extLst>
          </p:cNvPr>
          <p:cNvSpPr txBox="1"/>
          <p:nvPr/>
        </p:nvSpPr>
        <p:spPr>
          <a:xfrm>
            <a:off x="1541261" y="3242331"/>
            <a:ext cx="6758677" cy="15081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sz="24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counter; test counter; increment counter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to be executed for each iteration;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l"/>
            <a:endParaRPr lang="en-US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2250AD-BBD3-580F-3790-89D898C73863}"/>
              </a:ext>
            </a:extLst>
          </p:cNvPr>
          <p:cNvSpPr txBox="1"/>
          <p:nvPr/>
        </p:nvSpPr>
        <p:spPr>
          <a:xfrm>
            <a:off x="1406769" y="4926735"/>
            <a:ext cx="820915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counter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Initialize the loop counter value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counter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Evaluated for each loop iteration. If it evaluates to TRUE, the loop continues. If it evaluates to FALSE, the loop 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increment counter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Increases the loop counter value</a:t>
            </a:r>
          </a:p>
        </p:txBody>
      </p:sp>
    </p:spTree>
    <p:extLst>
      <p:ext uri="{BB962C8B-B14F-4D97-AF65-F5344CB8AC3E}">
        <p14:creationId xmlns:p14="http://schemas.microsoft.com/office/powerpoint/2010/main" val="157717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C519-3D8C-AB48-FC21-303BED7B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WAP to print numbers from 0 to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8626D-A7B2-B5CC-4112-7D4B5E487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567" y="1702192"/>
            <a:ext cx="4573308" cy="466272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&lt;?php  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for ($x = 0; $x &lt;= 10; $x++) {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 echo "The number is: $x &lt;br&gt;";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?&gt;  </a:t>
            </a: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A5F831-2B34-4FED-7870-AD6D2E63BCDE}"/>
              </a:ext>
            </a:extLst>
          </p:cNvPr>
          <p:cNvSpPr txBox="1"/>
          <p:nvPr/>
        </p:nvSpPr>
        <p:spPr>
          <a:xfrm>
            <a:off x="6096000" y="1930400"/>
            <a:ext cx="2738511" cy="41242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0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1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2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3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4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5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6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7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8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9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10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553985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C7FC-A356-D708-4F21-4CCB49FB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23" y="519494"/>
            <a:ext cx="8596668" cy="607757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while Loop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996EBD-AE18-836B-0F48-7DBC70A84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7452" y="1531517"/>
            <a:ext cx="77264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loop executes a block of code as long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the specified condition is true.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4C327-97D9-D888-7483-B9F08CF021BB}"/>
              </a:ext>
            </a:extLst>
          </p:cNvPr>
          <p:cNvSpPr txBox="1"/>
          <p:nvPr/>
        </p:nvSpPr>
        <p:spPr>
          <a:xfrm>
            <a:off x="717452" y="3374537"/>
            <a:ext cx="6105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0B5AE-3E4F-9BB2-97C4-DE2E43B6FD71}"/>
              </a:ext>
            </a:extLst>
          </p:cNvPr>
          <p:cNvSpPr txBox="1"/>
          <p:nvPr/>
        </p:nvSpPr>
        <p:spPr>
          <a:xfrm>
            <a:off x="2144662" y="4310820"/>
            <a:ext cx="4285315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while (</a:t>
            </a: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 is true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000" b="1" dirty="0"/>
            </a:br>
            <a:r>
              <a:rPr lang="en-US" sz="20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code to be executed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3283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FD55-4058-E244-FDE7-DA4A67F0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WAP to </a:t>
            </a:r>
            <a:r>
              <a:rPr lang="en-US" dirty="0"/>
              <a:t>displays the numbers from 1 to 5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8F463-0E06-5CBC-5897-437F49F7EB2B}"/>
              </a:ext>
            </a:extLst>
          </p:cNvPr>
          <p:cNvSpPr txBox="1"/>
          <p:nvPr/>
        </p:nvSpPr>
        <p:spPr>
          <a:xfrm>
            <a:off x="858129" y="1477671"/>
            <a:ext cx="4332850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/>
              <a:t>&lt;!DOCTYPE html&gt;</a:t>
            </a:r>
          </a:p>
          <a:p>
            <a:r>
              <a:rPr lang="en-IN" sz="2000" b="1" dirty="0"/>
              <a:t>&lt;html&gt;</a:t>
            </a:r>
          </a:p>
          <a:p>
            <a:r>
              <a:rPr lang="en-IN" sz="2000" b="1" dirty="0"/>
              <a:t>&lt;body&gt;</a:t>
            </a:r>
          </a:p>
          <a:p>
            <a:endParaRPr lang="en-IN" sz="2000" b="1" dirty="0"/>
          </a:p>
          <a:p>
            <a:r>
              <a:rPr lang="en-IN" sz="2000" b="1" dirty="0"/>
              <a:t>&lt;?</a:t>
            </a:r>
            <a:r>
              <a:rPr lang="en-IN" sz="2000" b="1" dirty="0" err="1"/>
              <a:t>php</a:t>
            </a:r>
            <a:r>
              <a:rPr lang="en-IN" sz="2000" b="1" dirty="0"/>
              <a:t>  </a:t>
            </a:r>
          </a:p>
          <a:p>
            <a:r>
              <a:rPr lang="en-IN" sz="2000" b="1" dirty="0"/>
              <a:t>$x = 1;</a:t>
            </a:r>
          </a:p>
          <a:p>
            <a:r>
              <a:rPr lang="en-IN" sz="2000" b="1" dirty="0"/>
              <a:t> </a:t>
            </a:r>
          </a:p>
          <a:p>
            <a:r>
              <a:rPr lang="en-IN" sz="2000" b="1" dirty="0"/>
              <a:t>while($x &lt;= 5) {</a:t>
            </a:r>
          </a:p>
          <a:p>
            <a:r>
              <a:rPr lang="en-IN" sz="2000" b="1" dirty="0"/>
              <a:t>  echo "The number is: $x &lt;</a:t>
            </a:r>
            <a:r>
              <a:rPr lang="en-IN" sz="2000" b="1" dirty="0" err="1"/>
              <a:t>br</a:t>
            </a:r>
            <a:r>
              <a:rPr lang="en-IN" sz="2000" b="1" dirty="0"/>
              <a:t>&gt;";</a:t>
            </a:r>
          </a:p>
          <a:p>
            <a:r>
              <a:rPr lang="en-IN" sz="2000" b="1" dirty="0"/>
              <a:t>  $x++;</a:t>
            </a:r>
          </a:p>
          <a:p>
            <a:r>
              <a:rPr lang="en-IN" sz="2000" b="1" dirty="0"/>
              <a:t>} </a:t>
            </a:r>
          </a:p>
          <a:p>
            <a:r>
              <a:rPr lang="en-IN" sz="2000" b="1" dirty="0"/>
              <a:t>?&gt;  </a:t>
            </a:r>
          </a:p>
          <a:p>
            <a:endParaRPr lang="en-IN" sz="2000" b="1" dirty="0"/>
          </a:p>
          <a:p>
            <a:r>
              <a:rPr lang="en-IN" sz="2000" b="1" dirty="0"/>
              <a:t>&lt;/body&gt;</a:t>
            </a:r>
          </a:p>
          <a:p>
            <a:r>
              <a:rPr lang="en-IN" sz="2000" b="1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9F509-CB94-9113-2376-490CB6A1FC36}"/>
              </a:ext>
            </a:extLst>
          </p:cNvPr>
          <p:cNvSpPr txBox="1"/>
          <p:nvPr/>
        </p:nvSpPr>
        <p:spPr>
          <a:xfrm>
            <a:off x="5719820" y="2305615"/>
            <a:ext cx="256240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1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2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3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4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5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4540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723C-5F92-D83F-B9EC-3D34D7B7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97" y="196646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do while Loop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AE5A83-7D20-6C0B-01CB-C94C526E40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4597" y="1191738"/>
            <a:ext cx="10782163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do...while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loop - Loops through a block of code once, and then repeats the loop as long as the specified condition is true.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do...while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loop will always execute the block of code once, it will then check the condition, and repeat the loop while the specified condition is true.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D6396-BFA3-74BE-833D-B734817D3541}"/>
              </a:ext>
            </a:extLst>
          </p:cNvPr>
          <p:cNvSpPr txBox="1"/>
          <p:nvPr/>
        </p:nvSpPr>
        <p:spPr>
          <a:xfrm>
            <a:off x="865240" y="4018625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E6E11-5B7A-D6DE-9B69-71D48F661625}"/>
              </a:ext>
            </a:extLst>
          </p:cNvPr>
          <p:cNvSpPr txBox="1"/>
          <p:nvPr/>
        </p:nvSpPr>
        <p:spPr>
          <a:xfrm>
            <a:off x="1928352" y="4742932"/>
            <a:ext cx="6360242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 {</a:t>
            </a:r>
            <a:br>
              <a:rPr lang="en-US" sz="2800" b="1" dirty="0"/>
            </a:b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code to be executed;</a:t>
            </a:r>
            <a:b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while (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 is true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5764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EFD55-4058-E244-FDE7-DA4A67F0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WAP to </a:t>
            </a:r>
            <a:r>
              <a:rPr lang="en-US" dirty="0"/>
              <a:t>displays the numbers from 1 to 5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8F463-0E06-5CBC-5897-437F49F7EB2B}"/>
              </a:ext>
            </a:extLst>
          </p:cNvPr>
          <p:cNvSpPr txBox="1"/>
          <p:nvPr/>
        </p:nvSpPr>
        <p:spPr>
          <a:xfrm>
            <a:off x="858129" y="1477671"/>
            <a:ext cx="4332850" cy="47089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&lt;!DOCTYPE html&gt;</a:t>
            </a:r>
          </a:p>
          <a:p>
            <a:r>
              <a:rPr lang="en-US" sz="2000" b="1" dirty="0"/>
              <a:t>&lt;html&gt;</a:t>
            </a:r>
          </a:p>
          <a:p>
            <a:r>
              <a:rPr lang="en-US" sz="2000" b="1" dirty="0"/>
              <a:t>&lt;body&gt;</a:t>
            </a:r>
          </a:p>
          <a:p>
            <a:endParaRPr lang="en-US" sz="2000" b="1" dirty="0"/>
          </a:p>
          <a:p>
            <a:r>
              <a:rPr lang="en-US" sz="2000" b="1" dirty="0"/>
              <a:t>&lt;?</a:t>
            </a:r>
            <a:r>
              <a:rPr lang="en-US" sz="2000" b="1" dirty="0" err="1"/>
              <a:t>php</a:t>
            </a:r>
            <a:r>
              <a:rPr lang="en-US" sz="2000" b="1" dirty="0"/>
              <a:t> </a:t>
            </a:r>
          </a:p>
          <a:p>
            <a:r>
              <a:rPr lang="en-US" sz="2000" b="1" dirty="0"/>
              <a:t>$x = 1;</a:t>
            </a:r>
          </a:p>
          <a:p>
            <a:endParaRPr lang="en-US" sz="2000" b="1" dirty="0"/>
          </a:p>
          <a:p>
            <a:r>
              <a:rPr lang="en-US" sz="2000" b="1" dirty="0"/>
              <a:t>do {</a:t>
            </a:r>
          </a:p>
          <a:p>
            <a:r>
              <a:rPr lang="en-US" sz="2000" b="1" dirty="0"/>
              <a:t>  echo "The number is: $x &lt;</a:t>
            </a:r>
            <a:r>
              <a:rPr lang="en-US" sz="2000" b="1" dirty="0" err="1"/>
              <a:t>br</a:t>
            </a:r>
            <a:r>
              <a:rPr lang="en-US" sz="2000" b="1" dirty="0"/>
              <a:t>&gt;";</a:t>
            </a:r>
          </a:p>
          <a:p>
            <a:r>
              <a:rPr lang="en-US" sz="2000" b="1" dirty="0"/>
              <a:t>  $x++;</a:t>
            </a:r>
          </a:p>
          <a:p>
            <a:r>
              <a:rPr lang="en-US" sz="2000" b="1" dirty="0"/>
              <a:t>} while ($x &lt;= 5);</a:t>
            </a:r>
          </a:p>
          <a:p>
            <a:r>
              <a:rPr lang="en-US" sz="2000" b="1" dirty="0"/>
              <a:t>?&gt;</a:t>
            </a:r>
          </a:p>
          <a:p>
            <a:endParaRPr lang="en-US" sz="2000" b="1" dirty="0"/>
          </a:p>
          <a:p>
            <a:r>
              <a:rPr lang="en-US" sz="2000" b="1" dirty="0"/>
              <a:t>&lt;/body&gt;</a:t>
            </a:r>
          </a:p>
          <a:p>
            <a:r>
              <a:rPr lang="en-US" sz="2000" b="1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9F509-CB94-9113-2376-490CB6A1FC36}"/>
              </a:ext>
            </a:extLst>
          </p:cNvPr>
          <p:cNvSpPr txBox="1"/>
          <p:nvPr/>
        </p:nvSpPr>
        <p:spPr>
          <a:xfrm>
            <a:off x="5719820" y="2305615"/>
            <a:ext cx="2562405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1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2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3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4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5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4155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7FEB-9041-F9C6-F0CB-AB1F0DA3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40" y="159582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foreach Loop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1F52BC-0FFA-72B6-E046-A332AA11D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40" y="1234161"/>
            <a:ext cx="10924198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Loops through a block of code for each element in an array.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loop works only on arrays and is used to loop through each key/value pair in an array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EC5B7-485E-B5B6-B33D-19AFD7A960B1}"/>
              </a:ext>
            </a:extLst>
          </p:cNvPr>
          <p:cNvSpPr txBox="1"/>
          <p:nvPr/>
        </p:nvSpPr>
        <p:spPr>
          <a:xfrm>
            <a:off x="464575" y="3177016"/>
            <a:ext cx="6120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A20A7-146E-800F-EA65-A860572F8E76}"/>
              </a:ext>
            </a:extLst>
          </p:cNvPr>
          <p:cNvSpPr txBox="1"/>
          <p:nvPr/>
        </p:nvSpPr>
        <p:spPr>
          <a:xfrm>
            <a:off x="1659193" y="3700236"/>
            <a:ext cx="7234084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foreach ($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2800" b="1" dirty="0"/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28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code to be executed;</a:t>
            </a:r>
            <a:br>
              <a:rPr lang="en-US" sz="2800" b="1" dirty="0"/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E2B25-4577-1CAD-C257-454FA0CCD8C5}"/>
              </a:ext>
            </a:extLst>
          </p:cNvPr>
          <p:cNvSpPr txBox="1"/>
          <p:nvPr/>
        </p:nvSpPr>
        <p:spPr>
          <a:xfrm>
            <a:off x="464575" y="5296354"/>
            <a:ext cx="98887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every loop iteration, the value of the current array element</a:t>
            </a:r>
          </a:p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assigned to $value and the array pointer is moved by one,</a:t>
            </a:r>
          </a:p>
          <a:p>
            <a:pPr algn="just"/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until it reaches the last array element.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7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5923-C35B-324A-69D3-712295D8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07" y="348256"/>
            <a:ext cx="10281398" cy="1320800"/>
          </a:xfrm>
        </p:spPr>
        <p:txBody>
          <a:bodyPr>
            <a:norm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example will output the values of the given array ($colors):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E1BFA-8150-1E87-6C25-9164C8B984AA}"/>
              </a:ext>
            </a:extLst>
          </p:cNvPr>
          <p:cNvSpPr txBox="1"/>
          <p:nvPr/>
        </p:nvSpPr>
        <p:spPr>
          <a:xfrm>
            <a:off x="410047" y="1653373"/>
            <a:ext cx="6032955" cy="4401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array("red", "green", "blue", "yellow");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foreach ($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$value) {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echo "$value &lt;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&gt;";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?&gt;  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0795E-CFC6-E529-EF4F-B88C8894FB55}"/>
              </a:ext>
            </a:extLst>
          </p:cNvPr>
          <p:cNvSpPr txBox="1"/>
          <p:nvPr/>
        </p:nvSpPr>
        <p:spPr>
          <a:xfrm>
            <a:off x="6949440" y="2318771"/>
            <a:ext cx="1744394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red</a:t>
            </a:r>
            <a:br>
              <a:rPr lang="en-IN" sz="2800" b="1" dirty="0"/>
            </a:br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green</a:t>
            </a:r>
            <a:br>
              <a:rPr lang="en-IN" sz="2800" b="1" dirty="0"/>
            </a:br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blue</a:t>
            </a:r>
            <a:br>
              <a:rPr lang="en-IN" sz="2800" b="1" dirty="0"/>
            </a:br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yellow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55423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34607C-A4D1-3EB4-F214-0B40D21E1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30" y="1846821"/>
            <a:ext cx="7016884" cy="2975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2C5455-5B0C-6B89-5C9C-4D336CF2BE42}"/>
              </a:ext>
            </a:extLst>
          </p:cNvPr>
          <p:cNvSpPr txBox="1"/>
          <p:nvPr/>
        </p:nvSpPr>
        <p:spPr>
          <a:xfrm>
            <a:off x="774245" y="544970"/>
            <a:ext cx="85275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following example will output both the keys and the values of the given array ($age):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69461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2F7B-7C0B-C2AB-D2E7-F7F4C102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48" y="145367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Break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11D0D2-F967-AC74-8993-AE2D2842ED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4448" y="794801"/>
            <a:ext cx="9009554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</a:t>
            </a: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used to "jump out" of a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statement.</a:t>
            </a:r>
          </a:p>
          <a:p>
            <a:pPr defTabSz="914400"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can also be used to jump out of a loop.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CFE95F-B179-4E09-333C-70FF56ACD056}"/>
              </a:ext>
            </a:extLst>
          </p:cNvPr>
          <p:cNvSpPr txBox="1"/>
          <p:nvPr/>
        </p:nvSpPr>
        <p:spPr>
          <a:xfrm>
            <a:off x="745587" y="2610683"/>
            <a:ext cx="3981158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r>
              <a:rPr lang="en-IN" dirty="0"/>
              <a:t>  </a:t>
            </a:r>
          </a:p>
          <a:p>
            <a:r>
              <a:rPr lang="en-IN" dirty="0"/>
              <a:t>for ($x = 0; $x &lt; 10; $x++) {</a:t>
            </a:r>
          </a:p>
          <a:p>
            <a:r>
              <a:rPr lang="en-IN" dirty="0"/>
              <a:t>  if ($x == 4) {</a:t>
            </a:r>
          </a:p>
          <a:p>
            <a:r>
              <a:rPr lang="en-IN" dirty="0"/>
              <a:t>    break;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  echo "The number is: $x 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DF46F-B84B-8595-9B62-BFC3A90996D5}"/>
              </a:ext>
            </a:extLst>
          </p:cNvPr>
          <p:cNvSpPr txBox="1"/>
          <p:nvPr/>
        </p:nvSpPr>
        <p:spPr>
          <a:xfrm>
            <a:off x="5207884" y="4124207"/>
            <a:ext cx="2841674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0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1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2</a:t>
            </a:r>
            <a:br>
              <a:rPr lang="en-US" sz="2000" b="1" dirty="0"/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number is: 3</a:t>
            </a:r>
            <a:endParaRPr lang="en-IN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1F409F-9B4D-38EB-FC20-2AB2A5D6974A}"/>
              </a:ext>
            </a:extLst>
          </p:cNvPr>
          <p:cNvSpPr txBox="1"/>
          <p:nvPr/>
        </p:nvSpPr>
        <p:spPr>
          <a:xfrm>
            <a:off x="5064369" y="2783063"/>
            <a:ext cx="6597748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jumps out of the loop when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equal to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980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1973-E15A-7F42-4AAB-B18AF751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74" y="0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Continue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4C94AA-5759-8E3A-387B-9C51128231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4381" y="919559"/>
            <a:ext cx="11643237" cy="22467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breaks one iteration (in the loop),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if a specified condition occurs and continues with the next iteration in the loop.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example skips the value of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F3C83-12D6-C2EF-7AE2-21F4BC79DF4F}"/>
              </a:ext>
            </a:extLst>
          </p:cNvPr>
          <p:cNvSpPr txBox="1"/>
          <p:nvPr/>
        </p:nvSpPr>
        <p:spPr>
          <a:xfrm>
            <a:off x="5573089" y="2042943"/>
            <a:ext cx="3852265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&lt;!DOCTYPE html&gt;</a:t>
            </a:r>
          </a:p>
          <a:p>
            <a:r>
              <a:rPr lang="en-IN" b="1" dirty="0"/>
              <a:t>&lt;html&gt;</a:t>
            </a:r>
          </a:p>
          <a:p>
            <a:r>
              <a:rPr lang="en-IN" b="1" dirty="0"/>
              <a:t>&lt;body&gt;</a:t>
            </a:r>
          </a:p>
          <a:p>
            <a:endParaRPr lang="en-IN" b="1" dirty="0"/>
          </a:p>
          <a:p>
            <a:r>
              <a:rPr lang="en-IN" b="1" dirty="0"/>
              <a:t>&lt;?</a:t>
            </a:r>
            <a:r>
              <a:rPr lang="en-IN" b="1" dirty="0" err="1"/>
              <a:t>php</a:t>
            </a:r>
            <a:r>
              <a:rPr lang="en-IN" b="1" dirty="0"/>
              <a:t>  </a:t>
            </a:r>
          </a:p>
          <a:p>
            <a:r>
              <a:rPr lang="en-IN" b="1" dirty="0"/>
              <a:t>for ($x = 0; $x &lt; 10; $x++) {</a:t>
            </a:r>
          </a:p>
          <a:p>
            <a:r>
              <a:rPr lang="en-IN" b="1" dirty="0"/>
              <a:t>  if ($x == 4) {</a:t>
            </a:r>
          </a:p>
          <a:p>
            <a:r>
              <a:rPr lang="en-IN" b="1" dirty="0"/>
              <a:t>    continue;</a:t>
            </a:r>
          </a:p>
          <a:p>
            <a:r>
              <a:rPr lang="en-IN" b="1" dirty="0"/>
              <a:t>  }</a:t>
            </a:r>
          </a:p>
          <a:p>
            <a:r>
              <a:rPr lang="en-IN" b="1" dirty="0"/>
              <a:t>  echo "The number is: $x &lt;</a:t>
            </a:r>
            <a:r>
              <a:rPr lang="en-IN" b="1" dirty="0" err="1"/>
              <a:t>br</a:t>
            </a:r>
            <a:r>
              <a:rPr lang="en-IN" b="1" dirty="0"/>
              <a:t>&gt;";</a:t>
            </a:r>
          </a:p>
          <a:p>
            <a:r>
              <a:rPr lang="en-IN" b="1" dirty="0"/>
              <a:t>}</a:t>
            </a:r>
          </a:p>
          <a:p>
            <a:r>
              <a:rPr lang="en-IN" b="1" dirty="0"/>
              <a:t>?&gt;</a:t>
            </a:r>
          </a:p>
          <a:p>
            <a:endParaRPr lang="en-IN" b="1" dirty="0"/>
          </a:p>
          <a:p>
            <a:r>
              <a:rPr lang="en-IN" b="1" dirty="0"/>
              <a:t>&lt;/body&gt;</a:t>
            </a:r>
          </a:p>
          <a:p>
            <a:r>
              <a:rPr lang="en-IN" b="1" dirty="0"/>
              <a:t>&lt;/html&gt;</a:t>
            </a:r>
          </a:p>
          <a:p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8A3CB-B895-CC92-F728-C131FE481848}"/>
              </a:ext>
            </a:extLst>
          </p:cNvPr>
          <p:cNvSpPr txBox="1"/>
          <p:nvPr/>
        </p:nvSpPr>
        <p:spPr>
          <a:xfrm>
            <a:off x="1524000" y="3166328"/>
            <a:ext cx="2799471" cy="34778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0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1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2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3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5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6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7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8</a:t>
            </a:r>
            <a:b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number is: 9</a:t>
            </a:r>
          </a:p>
        </p:txBody>
      </p:sp>
    </p:spTree>
    <p:extLst>
      <p:ext uri="{BB962C8B-B14F-4D97-AF65-F5344CB8AC3E}">
        <p14:creationId xmlns:p14="http://schemas.microsoft.com/office/powerpoint/2010/main" val="138504739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1105</Words>
  <Application>Microsoft Office PowerPoint</Application>
  <PresentationFormat>Widescreen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Consolas</vt:lpstr>
      <vt:lpstr>Segoe UI</vt:lpstr>
      <vt:lpstr>Times New Roman</vt:lpstr>
      <vt:lpstr>Trebuchet MS</vt:lpstr>
      <vt:lpstr>Verdana</vt:lpstr>
      <vt:lpstr>Wingdings</vt:lpstr>
      <vt:lpstr>Wingdings 3</vt:lpstr>
      <vt:lpstr>Facet</vt:lpstr>
      <vt:lpstr>PHP Loops</vt:lpstr>
      <vt:lpstr>PHP Loops</vt:lpstr>
      <vt:lpstr>PHP for Loop</vt:lpstr>
      <vt:lpstr>WAP to print numbers from 0 to 10</vt:lpstr>
      <vt:lpstr>PHP while Loop </vt:lpstr>
      <vt:lpstr>WAP to displays the numbers from 1 to 5</vt:lpstr>
      <vt:lpstr>PHP do while Loop </vt:lpstr>
      <vt:lpstr>WAP to displays the numbers from 1 to 5</vt:lpstr>
      <vt:lpstr>PHP foreach Loop </vt:lpstr>
      <vt:lpstr>The following example will output the values of the given array ($colors):</vt:lpstr>
      <vt:lpstr>PowerPoint Presentation</vt:lpstr>
      <vt:lpstr>PHP Break</vt:lpstr>
      <vt:lpstr>PHP Continue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Arrays</dc:title>
  <dc:creator>GURU SIMRAN SINGH</dc:creator>
  <cp:lastModifiedBy>Akanksha Arora</cp:lastModifiedBy>
  <cp:revision>56</cp:revision>
  <dcterms:created xsi:type="dcterms:W3CDTF">2023-07-28T10:59:30Z</dcterms:created>
  <dcterms:modified xsi:type="dcterms:W3CDTF">2023-10-26T03:20:40Z</dcterms:modified>
</cp:coreProperties>
</file>