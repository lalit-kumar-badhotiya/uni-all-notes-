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  <p:sldId id="269" r:id="rId14"/>
    <p:sldId id="26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1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52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0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9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8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9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65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06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3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54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271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337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4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49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7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A85C-5175-4A81-9E5A-0735C420B88C}" type="datetimeFigureOut">
              <a:rPr lang="en-IN" smtClean="0"/>
              <a:t>13-02-2024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1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066D-F9C8-0436-6F09-25057739F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PHP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62DE9-8917-5C59-5BCF-3F50052E4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1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EF08-B449-A0D0-7BD2-DBE457B2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1DF-0F33-F24C-4C65-75EF24E7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array stores multiple values in one single variable.</a:t>
            </a: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array is a special variable, which can hold more than one value at a time.</a:t>
            </a:r>
            <a:endParaRPr 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array can hold many values under a single name, and you can access the values by referring to an index number.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327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671B-CB4F-0099-8B41-C7FADA11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677" y="1475015"/>
            <a:ext cx="8596668" cy="5018314"/>
          </a:xfrm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PHP, 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array()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function is used to create an array: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PHP, there are three types of arrays: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Indexed arrays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Arrays with a numeric index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Associative arrays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Arrays with named keys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Multidimensional arrays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Arrays containing one or more arrays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D0BB78-FD8A-8025-F1DF-95D10BC5E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7977" y="232522"/>
            <a:ext cx="5118837" cy="692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Create an Array in PHP</a:t>
            </a:r>
          </a:p>
        </p:txBody>
      </p:sp>
    </p:spTree>
    <p:extLst>
      <p:ext uri="{BB962C8B-B14F-4D97-AF65-F5344CB8AC3E}">
        <p14:creationId xmlns:p14="http://schemas.microsoft.com/office/powerpoint/2010/main" val="242988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F9F6-07C5-8FD3-DBF2-902E764E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63" y="105003"/>
            <a:ext cx="8596668" cy="1320800"/>
          </a:xfrm>
        </p:spPr>
        <p:txBody>
          <a:bodyPr/>
          <a:lstStyle/>
          <a:p>
            <a:r>
              <a:rPr lang="en-IN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Indexed Arrays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/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DC92-9FDF-F291-6254-443B750E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849" y="1425803"/>
            <a:ext cx="8596668" cy="4746397"/>
          </a:xfrm>
        </p:spPr>
        <p:txBody>
          <a:bodyPr>
            <a:normAutofit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two ways to create indexed arrays: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index can be assigned automatically (index always starts at 0), like this: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 = array("Volvo", "BMW", "Toyota");</a:t>
            </a:r>
          </a:p>
          <a:p>
            <a:pPr marL="0" indent="0"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	or the index can be assigned manually: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$cars[0] = "Volvo";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$cars[1] = "BMW";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$cars[2] = "Toyota";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68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99537-DD31-A41C-F00F-8E5086FFAA0E}"/>
              </a:ext>
            </a:extLst>
          </p:cNvPr>
          <p:cNvSpPr txBox="1"/>
          <p:nvPr/>
        </p:nvSpPr>
        <p:spPr>
          <a:xfrm>
            <a:off x="381681" y="830933"/>
            <a:ext cx="11591924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array("GLA", "University", "Mathura");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"I am doing BCA from " . $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. " " . $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. "," . $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. ".";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C3C01-B7ED-D765-CA26-1632FA6CBF54}"/>
              </a:ext>
            </a:extLst>
          </p:cNvPr>
          <p:cNvSpPr txBox="1"/>
          <p:nvPr/>
        </p:nvSpPr>
        <p:spPr>
          <a:xfrm>
            <a:off x="872217" y="5505842"/>
            <a:ext cx="8739867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 am doing BCA from GLA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University,Mathura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4930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2AF11-9884-2EE2-2043-6165A89A9716}"/>
              </a:ext>
            </a:extLst>
          </p:cNvPr>
          <p:cNvSpPr txBox="1"/>
          <p:nvPr/>
        </p:nvSpPr>
        <p:spPr>
          <a:xfrm>
            <a:off x="496662" y="453718"/>
            <a:ext cx="6098720" cy="6370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/>
              <a:t>&lt;!DOCTYPE html&gt;</a:t>
            </a:r>
          </a:p>
          <a:p>
            <a:r>
              <a:rPr lang="en-IN" sz="2400" b="1"/>
              <a:t>&lt;html&gt;</a:t>
            </a:r>
          </a:p>
          <a:p>
            <a:r>
              <a:rPr lang="en-IN" sz="2400" b="1"/>
              <a:t>&lt;body&gt;</a:t>
            </a:r>
          </a:p>
          <a:p>
            <a:endParaRPr lang="en-IN" sz="2400" b="1"/>
          </a:p>
          <a:p>
            <a:r>
              <a:rPr lang="en-IN" sz="2400" b="1"/>
              <a:t>&lt;?php</a:t>
            </a:r>
          </a:p>
          <a:p>
            <a:r>
              <a:rPr lang="en-IN" sz="2400" b="1"/>
              <a:t>$myArr = array("GLA", "University", "Mathura");</a:t>
            </a:r>
          </a:p>
          <a:p>
            <a:r>
              <a:rPr lang="en-IN" sz="2400" b="1"/>
              <a:t>$arrlength = count($myArr);</a:t>
            </a:r>
          </a:p>
          <a:p>
            <a:endParaRPr lang="en-IN" sz="2400" b="1"/>
          </a:p>
          <a:p>
            <a:r>
              <a:rPr lang="en-IN" sz="2400" b="1"/>
              <a:t>for($x = 0; $x &lt; $arrlength; $x++) {</a:t>
            </a:r>
          </a:p>
          <a:p>
            <a:r>
              <a:rPr lang="en-IN" sz="2400" b="1"/>
              <a:t>  echo $myArr[$x];</a:t>
            </a:r>
          </a:p>
          <a:p>
            <a:r>
              <a:rPr lang="en-IN" sz="2400" b="1"/>
              <a:t>  echo "&lt;br&gt;";</a:t>
            </a:r>
          </a:p>
          <a:p>
            <a:r>
              <a:rPr lang="en-IN" sz="2400" b="1"/>
              <a:t>}</a:t>
            </a:r>
          </a:p>
          <a:p>
            <a:r>
              <a:rPr lang="en-IN" sz="2400" b="1"/>
              <a:t>?&gt;</a:t>
            </a:r>
          </a:p>
          <a:p>
            <a:endParaRPr lang="en-IN" sz="2400" b="1"/>
          </a:p>
          <a:p>
            <a:r>
              <a:rPr lang="en-IN" sz="2400" b="1"/>
              <a:t>&lt;/body&gt;</a:t>
            </a:r>
          </a:p>
          <a:p>
            <a:r>
              <a:rPr lang="en-IN" sz="2400" b="1"/>
              <a:t>&lt;/html&gt;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9B703-9D00-FB63-4E49-10A956B1BADA}"/>
              </a:ext>
            </a:extLst>
          </p:cNvPr>
          <p:cNvSpPr txBox="1"/>
          <p:nvPr/>
        </p:nvSpPr>
        <p:spPr>
          <a:xfrm>
            <a:off x="6900181" y="2241066"/>
            <a:ext cx="3120119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</a:p>
          <a:p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GLA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University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Mathura</a:t>
            </a:r>
            <a:endParaRPr lang="en-IN" sz="2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26B0CA-E54C-9F78-6E11-342D0CAFB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4458" y="491236"/>
            <a:ext cx="3657600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loop through and print all the values of an indexed array, you could use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loop, like this: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533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2B48-C444-34C4-3905-7F416D7D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19" y="272143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Associative Arrays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2143-EA14-ACC8-82A9-5737FD55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57300"/>
            <a:ext cx="9234109" cy="5230585"/>
          </a:xfrm>
        </p:spPr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Associative arrays are arrays that use named keys that we assign to them.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two ways to create an associative array: 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$age = array(“Rohit"=&gt;“23", “Kapil"=&gt;“19", “Neeraj"=&gt;“20");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or: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$age[‘Rohit'] = “23";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$age[‘Kapil'] = “19";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$age[‘Neeraj'] = “20";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named keys can then be used in a script.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82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E411A-2D75-36DD-EB58-1EE31E51E611}"/>
              </a:ext>
            </a:extLst>
          </p:cNvPr>
          <p:cNvSpPr txBox="1"/>
          <p:nvPr/>
        </p:nvSpPr>
        <p:spPr>
          <a:xfrm>
            <a:off x="338818" y="256419"/>
            <a:ext cx="11374210" cy="483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/>
              <a:t>&lt;!DOCTYPE html&gt;</a:t>
            </a:r>
          </a:p>
          <a:p>
            <a:r>
              <a:rPr lang="en-IN" sz="2800" b="1"/>
              <a:t>&lt;html&gt;</a:t>
            </a:r>
          </a:p>
          <a:p>
            <a:r>
              <a:rPr lang="en-IN" sz="2800" b="1"/>
              <a:t>&lt;body&gt;</a:t>
            </a:r>
          </a:p>
          <a:p>
            <a:endParaRPr lang="en-IN" sz="2800" b="1"/>
          </a:p>
          <a:p>
            <a:r>
              <a:rPr lang="en-IN" sz="2800" b="1"/>
              <a:t>&lt;?php</a:t>
            </a:r>
          </a:p>
          <a:p>
            <a:r>
              <a:rPr lang="en-IN" sz="2800" b="1"/>
              <a:t>$age = array("Rohit"=&gt;"23", "Kapil"=&gt;"19", "Neeraj"=&gt;"20");</a:t>
            </a:r>
          </a:p>
          <a:p>
            <a:r>
              <a:rPr lang="en-IN" sz="2800" b="1"/>
              <a:t>echo "Kapil is " . $age['Kapil'] . " years old.";</a:t>
            </a:r>
          </a:p>
          <a:p>
            <a:r>
              <a:rPr lang="en-IN" sz="2800" b="1"/>
              <a:t>?&gt;</a:t>
            </a:r>
          </a:p>
          <a:p>
            <a:endParaRPr lang="en-IN" sz="2800" b="1"/>
          </a:p>
          <a:p>
            <a:r>
              <a:rPr lang="en-IN" sz="2800" b="1"/>
              <a:t>&lt;/body&gt;</a:t>
            </a:r>
          </a:p>
          <a:p>
            <a:r>
              <a:rPr lang="en-IN" sz="2800" b="1"/>
              <a:t>&lt;/html&gt;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BB0B9-53FF-CA9C-13B0-1956CDA4C1E9}"/>
              </a:ext>
            </a:extLst>
          </p:cNvPr>
          <p:cNvSpPr txBox="1"/>
          <p:nvPr/>
        </p:nvSpPr>
        <p:spPr>
          <a:xfrm>
            <a:off x="2589440" y="5336543"/>
            <a:ext cx="609872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Kapil is 19 years old.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9585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125E9-A821-7B15-84C2-775CCC32C88F}"/>
              </a:ext>
            </a:extLst>
          </p:cNvPr>
          <p:cNvSpPr txBox="1"/>
          <p:nvPr/>
        </p:nvSpPr>
        <p:spPr>
          <a:xfrm>
            <a:off x="507546" y="428178"/>
            <a:ext cx="6098720" cy="600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&lt;!DOCTYPE html&gt;</a:t>
            </a:r>
          </a:p>
          <a:p>
            <a:r>
              <a:rPr lang="en-IN" sz="2400" b="1" dirty="0"/>
              <a:t>&lt;html&gt;</a:t>
            </a:r>
          </a:p>
          <a:p>
            <a:r>
              <a:rPr lang="en-IN" sz="2400" b="1" dirty="0"/>
              <a:t>&lt;body&gt;</a:t>
            </a:r>
          </a:p>
          <a:p>
            <a:endParaRPr lang="en-IN" sz="2400" b="1" dirty="0"/>
          </a:p>
          <a:p>
            <a:r>
              <a:rPr lang="en-IN" sz="2400" b="1" dirty="0"/>
              <a:t>&lt;?</a:t>
            </a:r>
            <a:r>
              <a:rPr lang="en-IN" sz="2400" b="1" dirty="0" err="1"/>
              <a:t>php</a:t>
            </a:r>
            <a:endParaRPr lang="en-IN" sz="2400" b="1" dirty="0"/>
          </a:p>
          <a:p>
            <a:r>
              <a:rPr lang="en-IN" sz="2400" b="1" dirty="0"/>
              <a:t>$age = array("Rohit"=&gt;"23", "Kapil"=&gt;"19", "Neeraj"=&gt;"20");</a:t>
            </a:r>
          </a:p>
          <a:p>
            <a:endParaRPr lang="en-IN" sz="2400" b="1" dirty="0"/>
          </a:p>
          <a:p>
            <a:r>
              <a:rPr lang="en-IN" sz="2400" b="1" dirty="0"/>
              <a:t>foreach($age as $x =&gt; $</a:t>
            </a:r>
            <a:r>
              <a:rPr lang="en-IN" sz="2400" b="1" dirty="0" err="1"/>
              <a:t>x_value</a:t>
            </a:r>
            <a:r>
              <a:rPr lang="en-IN" sz="2400" b="1" dirty="0"/>
              <a:t>) {</a:t>
            </a:r>
          </a:p>
          <a:p>
            <a:r>
              <a:rPr lang="en-IN" sz="2400" b="1" dirty="0"/>
              <a:t>  echo "Key=" . $x . ", Value=" . $</a:t>
            </a:r>
            <a:r>
              <a:rPr lang="en-IN" sz="2400" b="1" dirty="0" err="1"/>
              <a:t>x_value</a:t>
            </a:r>
            <a:r>
              <a:rPr lang="en-IN" sz="2400" b="1" dirty="0"/>
              <a:t>;</a:t>
            </a:r>
          </a:p>
          <a:p>
            <a:r>
              <a:rPr lang="en-IN" sz="2400" b="1" dirty="0"/>
              <a:t>  echo "&lt;</a:t>
            </a:r>
            <a:r>
              <a:rPr lang="en-IN" sz="2400" b="1" dirty="0" err="1"/>
              <a:t>br</a:t>
            </a:r>
            <a:r>
              <a:rPr lang="en-IN" sz="2400" b="1" dirty="0"/>
              <a:t>&gt;";</a:t>
            </a:r>
          </a:p>
          <a:p>
            <a:r>
              <a:rPr lang="en-IN" sz="2400" b="1" dirty="0"/>
              <a:t>}</a:t>
            </a:r>
          </a:p>
          <a:p>
            <a:r>
              <a:rPr lang="en-IN" sz="2400" b="1" dirty="0"/>
              <a:t>?&gt;</a:t>
            </a:r>
          </a:p>
          <a:p>
            <a:endParaRPr lang="en-IN" sz="2400" b="1" dirty="0"/>
          </a:p>
          <a:p>
            <a:r>
              <a:rPr lang="en-IN" sz="2400" b="1" dirty="0"/>
              <a:t>&lt;/body&gt;</a:t>
            </a:r>
          </a:p>
          <a:p>
            <a:r>
              <a:rPr lang="en-IN" sz="2400" b="1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44842-4C66-DB5C-4200-62EE7C985B69}"/>
              </a:ext>
            </a:extLst>
          </p:cNvPr>
          <p:cNvSpPr txBox="1"/>
          <p:nvPr/>
        </p:nvSpPr>
        <p:spPr>
          <a:xfrm>
            <a:off x="6213977" y="1044126"/>
            <a:ext cx="3894363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Key=Rohit, Value=23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Key=Kapil, Value=19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Key=Neeraj, Value=20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91060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6249-D8F7-1D22-DD0F-5984D5E4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Multidimensional Arrays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1F1E-D276-1BB8-5FED-90746F0EF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91" y="1328057"/>
            <a:ext cx="8596668" cy="5257799"/>
          </a:xfrm>
        </p:spPr>
        <p:txBody>
          <a:bodyPr/>
          <a:lstStyle/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multidimensional array is an array containing one or more arrays.</a:t>
            </a:r>
          </a:p>
          <a:p>
            <a:pPr algn="just"/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supports multidimensional arrays that are two, three, four, five, or more levels deep. </a:t>
            </a:r>
          </a:p>
          <a:p>
            <a:pPr algn="just"/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arrays more than three levels deep are hard to manage for most people.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5644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1445C1-2BDD-41D7-D71E-15F4E63D9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51108"/>
              </p:ext>
            </p:extLst>
          </p:nvPr>
        </p:nvGraphicFramePr>
        <p:xfrm>
          <a:off x="1881850" y="736531"/>
          <a:ext cx="4350222" cy="1752600"/>
        </p:xfrm>
        <a:graphic>
          <a:graphicData uri="http://schemas.openxmlformats.org/drawingml/2006/table">
            <a:tbl>
              <a:tblPr/>
              <a:tblGrid>
                <a:gridCol w="1450074">
                  <a:extLst>
                    <a:ext uri="{9D8B030D-6E8A-4147-A177-3AD203B41FA5}">
                      <a16:colId xmlns:a16="http://schemas.microsoft.com/office/drawing/2014/main" val="2062578026"/>
                    </a:ext>
                  </a:extLst>
                </a:gridCol>
                <a:gridCol w="1450074">
                  <a:extLst>
                    <a:ext uri="{9D8B030D-6E8A-4147-A177-3AD203B41FA5}">
                      <a16:colId xmlns:a16="http://schemas.microsoft.com/office/drawing/2014/main" val="736581642"/>
                    </a:ext>
                  </a:extLst>
                </a:gridCol>
                <a:gridCol w="1450074">
                  <a:extLst>
                    <a:ext uri="{9D8B030D-6E8A-4147-A177-3AD203B41FA5}">
                      <a16:colId xmlns:a16="http://schemas.microsoft.com/office/drawing/2014/main" val="3581367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Name</a:t>
                      </a:r>
                    </a:p>
                  </a:txBody>
                  <a:tcPr marL="762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Class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Roll No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8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effectLst/>
                        </a:rPr>
                        <a:t>Romya</a:t>
                      </a:r>
                      <a:endParaRPr lang="en-IN" dirty="0">
                        <a:effectLst/>
                      </a:endParaRPr>
                    </a:p>
                  </a:txBody>
                  <a:tcPr marL="762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BCA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61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Madhur</a:t>
                      </a:r>
                    </a:p>
                  </a:txBody>
                  <a:tcPr marL="762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BCA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65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Vishal</a:t>
                      </a:r>
                    </a:p>
                  </a:txBody>
                  <a:tcPr marL="762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BCA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96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effectLst/>
                        </a:rPr>
                        <a:t>Kirat</a:t>
                      </a:r>
                      <a:endParaRPr lang="en-IN" dirty="0">
                        <a:effectLst/>
                      </a:endParaRPr>
                    </a:p>
                  </a:txBody>
                  <a:tcPr marL="762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BCA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4</a:t>
                      </a: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8992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D9B5F5-FFE2-005E-A37A-D3A424571AFF}"/>
              </a:ext>
            </a:extLst>
          </p:cNvPr>
          <p:cNvSpPr txBox="1"/>
          <p:nvPr/>
        </p:nvSpPr>
        <p:spPr>
          <a:xfrm>
            <a:off x="691243" y="2864134"/>
            <a:ext cx="98080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We can store the data from the table above in a two-dimensional array, like this: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array (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array(“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Romya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",BCA,1),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array(“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Madhur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BCA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array(“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Vishal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BCA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array(“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Kirat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",BCA,4)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Now the two-dimensional $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std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array contains four arrays, and it has two indices: row and column.</a:t>
            </a:r>
          </a:p>
        </p:txBody>
      </p:sp>
    </p:spTree>
    <p:extLst>
      <p:ext uri="{BB962C8B-B14F-4D97-AF65-F5344CB8AC3E}">
        <p14:creationId xmlns:p14="http://schemas.microsoft.com/office/powerpoint/2010/main" val="216029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F994E2-AF51-655E-3389-CC31A09CC325}"/>
              </a:ext>
            </a:extLst>
          </p:cNvPr>
          <p:cNvSpPr txBox="1"/>
          <p:nvPr/>
        </p:nvSpPr>
        <p:spPr>
          <a:xfrm>
            <a:off x="605519" y="379255"/>
            <a:ext cx="8783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get access to the elements of the $cars array we must point to the two indices (row and column):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52D06-E624-2EBB-C438-B069F5E57D50}"/>
              </a:ext>
            </a:extLst>
          </p:cNvPr>
          <p:cNvSpPr txBox="1"/>
          <p:nvPr/>
        </p:nvSpPr>
        <p:spPr>
          <a:xfrm>
            <a:off x="605519" y="1377842"/>
            <a:ext cx="6098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smtClean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$std = array (</a:t>
            </a:r>
          </a:p>
          <a:p>
            <a:r>
              <a:rPr lang="en-IN" dirty="0"/>
              <a:t>  array("Romya","BCA",18),</a:t>
            </a:r>
          </a:p>
          <a:p>
            <a:r>
              <a:rPr lang="en-IN" dirty="0"/>
              <a:t>  array("Madhur","BCA",13),</a:t>
            </a:r>
          </a:p>
          <a:p>
            <a:r>
              <a:rPr lang="en-IN" dirty="0"/>
              <a:t>  array("Vishal","BCA",2),</a:t>
            </a:r>
          </a:p>
          <a:p>
            <a:r>
              <a:rPr lang="en-IN" dirty="0"/>
              <a:t>  array("Kirat","BCA",15)</a:t>
            </a:r>
          </a:p>
          <a:p>
            <a:r>
              <a:rPr lang="en-IN" dirty="0" smtClean="0"/>
              <a:t>);</a:t>
            </a:r>
            <a:endParaRPr lang="en-IN" dirty="0"/>
          </a:p>
          <a:p>
            <a:r>
              <a:rPr lang="en-IN" dirty="0"/>
              <a:t>echo $std[0][0].": is in : ".$std[0][1].". Her Roll No. is: ".$std[0][2].".&lt;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echo $std[1][0].": is in: ".$std[1][1].". His Roll No. is: ".$std[1][2].".&lt;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echo $std[2][0].": is in: ".$std[2][1].". His Roll No. is: ".$std[2][2].".&lt;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echo $std[3][0].": is in: ".$std[3][1].". Her Roll No. is: ".$std[3][2].".&lt;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 smtClean="0"/>
              <a:t>?&gt;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3BA9E-34E6-37C6-6747-0849B70529F8}"/>
              </a:ext>
            </a:extLst>
          </p:cNvPr>
          <p:cNvSpPr txBox="1"/>
          <p:nvPr/>
        </p:nvSpPr>
        <p:spPr>
          <a:xfrm>
            <a:off x="6472919" y="2439671"/>
            <a:ext cx="4141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Romya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is in : BCA. Her Roll No. is: 18.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Madhur: is in: BCA. His Roll No. is: 13.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Vishal: is in: BCA. His Roll No. is: 2.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Kirat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is in: BCA. Her Roll No. is: 15.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49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85D8A-2F70-D9D0-6464-A5982CBB7083}"/>
              </a:ext>
            </a:extLst>
          </p:cNvPr>
          <p:cNvSpPr txBox="1"/>
          <p:nvPr/>
        </p:nvSpPr>
        <p:spPr>
          <a:xfrm>
            <a:off x="900050" y="117693"/>
            <a:ext cx="60987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$std = array (</a:t>
            </a:r>
          </a:p>
          <a:p>
            <a:r>
              <a:rPr lang="en-IN" dirty="0"/>
              <a:t>  array("Romya","BCA",18),</a:t>
            </a:r>
          </a:p>
          <a:p>
            <a:r>
              <a:rPr lang="en-IN" dirty="0"/>
              <a:t>  array("Madhur","BCA",13),</a:t>
            </a:r>
          </a:p>
          <a:p>
            <a:r>
              <a:rPr lang="en-IN" dirty="0"/>
              <a:t>  array("Vishal","BCA",2),</a:t>
            </a:r>
          </a:p>
          <a:p>
            <a:r>
              <a:rPr lang="en-IN" dirty="0"/>
              <a:t>  array("Kirat","BCA",15)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for ($row = 0; $row &lt; 4; $row++) {</a:t>
            </a:r>
          </a:p>
          <a:p>
            <a:r>
              <a:rPr lang="en-IN" dirty="0"/>
              <a:t>  echo "&lt;p&gt;&lt;b&gt;Row number $row&lt;/b&gt;&lt;/p&gt;";</a:t>
            </a:r>
          </a:p>
          <a:p>
            <a:r>
              <a:rPr lang="en-IN" dirty="0"/>
              <a:t>  echo "&lt;</a:t>
            </a:r>
            <a:r>
              <a:rPr lang="en-IN" dirty="0" err="1"/>
              <a:t>ul</a:t>
            </a:r>
            <a:r>
              <a:rPr lang="en-IN" dirty="0"/>
              <a:t>&gt;";</a:t>
            </a:r>
          </a:p>
          <a:p>
            <a:r>
              <a:rPr lang="en-IN" dirty="0"/>
              <a:t>  for ($col = 0; $col &lt; 3; $col++) {</a:t>
            </a:r>
          </a:p>
          <a:p>
            <a:r>
              <a:rPr lang="en-IN" dirty="0"/>
              <a:t>    echo "&lt;li&gt;".$std[$row][$col]."&lt;/li&gt;";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echo "&lt;/</a:t>
            </a:r>
            <a:r>
              <a:rPr lang="en-IN" dirty="0" err="1"/>
              <a:t>ul</a:t>
            </a:r>
            <a:r>
              <a:rPr lang="en-IN" dirty="0"/>
              <a:t>&gt;";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74160-2EAD-02DF-4901-416A21B41A08}"/>
              </a:ext>
            </a:extLst>
          </p:cNvPr>
          <p:cNvSpPr txBox="1"/>
          <p:nvPr/>
        </p:nvSpPr>
        <p:spPr>
          <a:xfrm>
            <a:off x="8143874" y="681615"/>
            <a:ext cx="20084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Row number 0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Romya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Row number 1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Madhur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13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Row number 2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Vishal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Row number 3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Kirat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6618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87E2-CF7B-0E45-27D1-E61582FF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91" y="250371"/>
            <a:ext cx="8596668" cy="132080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Sort Functions For Arrays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A3D0A9-19A1-C7E5-864B-BADD50B97A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263" y="1563856"/>
            <a:ext cx="10850637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arrays in ascending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rsort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arrays in descending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associative arrays in ascending order, according to the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ksort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associative arrays in ascending order, according to the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arsort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associative arrays in descending order, according to the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krsort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sort associative arrays in descending order, according to the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29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6CC3-8313-04FC-B5E2-14EB799F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038A-A867-B1E6-0697-B28DE669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33" y="1621972"/>
            <a:ext cx="9528023" cy="453913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b="1" i="0" dirty="0">
                <a:solidFill>
                  <a:srgbClr val="610B38"/>
                </a:solidFill>
                <a:effectLst/>
                <a:latin typeface="erdana"/>
              </a:rPr>
              <a:t>1) PHP array() function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PHP array() function creates and returns an array. It allows you to create indexed, associative and multidimensional arrays.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$season=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inter-regular"/>
              </a:rPr>
              <a:t>summer"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inter-regular"/>
              </a:rPr>
              <a:t>"winter"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inter-regular"/>
              </a:rPr>
              <a:t>"spring"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inter-regular"/>
              </a:rPr>
              <a:t>"autumn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echo 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"Season are: $season[0], $season[1], $season[2] and $season[3]"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?&gt;    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Output: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535559"/>
                </a:solidFill>
                <a:effectLst/>
                <a:latin typeface="inter-regular"/>
              </a:rPr>
              <a:t>Season are: summer, winter, spring and autumn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561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6CC3-8313-04FC-B5E2-14EB799F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191" y="1034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038A-A867-B1E6-0697-B28DE669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46" y="858157"/>
            <a:ext cx="10611153" cy="605245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2400" b="1" i="0" dirty="0">
                <a:solidFill>
                  <a:srgbClr val="610B38"/>
                </a:solidFill>
                <a:effectLst/>
                <a:latin typeface="erdana"/>
              </a:rPr>
              <a:t>2) PHP </a:t>
            </a:r>
            <a:r>
              <a:rPr lang="en-US" sz="2400" b="1" i="0" dirty="0" err="1">
                <a:solidFill>
                  <a:srgbClr val="610B38"/>
                </a:solidFill>
                <a:effectLst/>
                <a:latin typeface="erdana"/>
              </a:rPr>
              <a:t>array_change_key_case</a:t>
            </a:r>
            <a:r>
              <a:rPr lang="en-US" sz="2400" b="1" i="0" dirty="0">
                <a:solidFill>
                  <a:srgbClr val="610B38"/>
                </a:solidFill>
                <a:effectLst/>
                <a:latin typeface="erdana"/>
              </a:rPr>
              <a:t>() function: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	PHP </a:t>
            </a:r>
            <a:r>
              <a:rPr lang="en-US" sz="2400" b="1" i="0" dirty="0" err="1">
                <a:solidFill>
                  <a:srgbClr val="333333"/>
                </a:solidFill>
                <a:effectLst/>
                <a:latin typeface="inter-regular"/>
              </a:rPr>
              <a:t>array_change_key_case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() function changes the case of all key of an array.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	Note: It changes case of key only.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Syntax</a:t>
            </a:r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	array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array_change_key_case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(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$array [, int $case = CASE_LOWER ] )  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&lt;?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	$salary=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"Sno"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"550000"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"Vimal"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"250000"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"Ratan"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"200000"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print_r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array_change_key_case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($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salary,CASE_UPPER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));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?&gt;    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Output:</a:t>
            </a:r>
          </a:p>
          <a:p>
            <a:pPr marL="0" indent="0" algn="just">
              <a:buNone/>
            </a:pPr>
            <a:r>
              <a:rPr lang="es-ES" sz="2400" b="1" i="0" dirty="0">
                <a:solidFill>
                  <a:srgbClr val="535559"/>
                </a:solidFill>
                <a:effectLst/>
                <a:latin typeface="inter-regular"/>
              </a:rPr>
              <a:t>	Array ( [SNO] =&gt; 550000 [VIMAL] =&gt; 250000 [RATAN] =&gt; 200000 )</a:t>
            </a:r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62380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6CC3-8313-04FC-B5E2-14EB799F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6" y="1415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038A-A867-B1E6-0697-B28DE669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46" y="896257"/>
            <a:ext cx="10404325" cy="6052457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&lt;?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$salary=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inter-regular"/>
              </a:rPr>
              <a:t>Sonoo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"550000"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"Vimal"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"250000"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"Ratan"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inter-regular"/>
              </a:rPr>
              <a:t>"200000"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);    	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print_r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array_change_key_case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($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salary,CASE_LOWER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));   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	?&gt;    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Output: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535559"/>
                </a:solidFill>
                <a:effectLst/>
                <a:latin typeface="inter-regular"/>
              </a:rPr>
              <a:t>	Array ( [</a:t>
            </a:r>
            <a:r>
              <a:rPr lang="en-US" sz="2400" b="1" i="0" dirty="0" err="1">
                <a:solidFill>
                  <a:srgbClr val="535559"/>
                </a:solidFill>
                <a:effectLst/>
                <a:latin typeface="inter-regular"/>
              </a:rPr>
              <a:t>sonoo</a:t>
            </a:r>
            <a:r>
              <a:rPr lang="en-US" sz="2400" b="1" i="0" dirty="0">
                <a:solidFill>
                  <a:srgbClr val="535559"/>
                </a:solidFill>
                <a:effectLst/>
                <a:latin typeface="inter-regular"/>
              </a:rPr>
              <a:t>] =&gt; 550000 [</a:t>
            </a:r>
            <a:r>
              <a:rPr lang="en-US" sz="2400" b="1" i="0" dirty="0" err="1">
                <a:solidFill>
                  <a:srgbClr val="535559"/>
                </a:solidFill>
                <a:effectLst/>
                <a:latin typeface="inter-regular"/>
              </a:rPr>
              <a:t>vimal</a:t>
            </a:r>
            <a:r>
              <a:rPr lang="en-US" sz="2400" b="1" i="0" dirty="0">
                <a:solidFill>
                  <a:srgbClr val="535559"/>
                </a:solidFill>
                <a:effectLst/>
                <a:latin typeface="inter-regular"/>
              </a:rPr>
              <a:t>] =&gt; 250000 [ratan] =&gt; 200000 )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38385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F58F-79EC-EDA4-B92B-608888C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1" y="653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964496-092F-C27B-B015-8532F68F5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528" y="1410367"/>
            <a:ext cx="11630487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3) PHP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array_chunk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() function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PHP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array_chunk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() function splits array into chunks.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By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array_chunk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() method, you can divide array into many parts.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Syntax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	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array_chunk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(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$array , int $size [, bool $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preserve_keys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= false ] ) 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	$salary=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Sonoo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"550000"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"Vimal"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"250000"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"Ratan"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=&gt;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"200000"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print_r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array_chunk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($salary,</a:t>
            </a:r>
            <a:r>
              <a:rPr lang="en-US" altLang="en-US" sz="2400" dirty="0">
                <a:solidFill>
                  <a:srgbClr val="000000"/>
                </a:solidFill>
                <a:latin typeface="inter-regula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));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?&gt;   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Output: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Array ( [0] =&gt; Array ( [0] =&gt; 550000 [1] =&gt; 250000 ) [1] =&gt; Array ( [0] =&gt; 200000 ) 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768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F58F-79EC-EDA4-B92B-608888C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1" y="653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964496-092F-C27B-B015-8532F68F5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8971" y="1024706"/>
            <a:ext cx="10825842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3200" b="0" i="0" dirty="0">
                <a:solidFill>
                  <a:srgbClr val="610B38"/>
                </a:solidFill>
                <a:effectLst/>
                <a:latin typeface="erdana"/>
              </a:rPr>
              <a:t>4) PHP count() function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PHP count() function counts all elements in an array.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	    </a:t>
            </a:r>
            <a:r>
              <a:rPr lang="en-US" altLang="en-US" sz="3200" dirty="0">
                <a:solidFill>
                  <a:srgbClr val="000000"/>
                </a:solidFill>
                <a:latin typeface="inter-regular"/>
              </a:rPr>
              <a:t>$season=array("</a:t>
            </a:r>
            <a:r>
              <a:rPr lang="en-US" altLang="en-US" sz="3200" dirty="0" err="1">
                <a:solidFill>
                  <a:srgbClr val="000000"/>
                </a:solidFill>
                <a:latin typeface="inter-regular"/>
              </a:rPr>
              <a:t>summer","winter","spring","autumn</a:t>
            </a:r>
            <a:r>
              <a:rPr lang="en-US" altLang="en-US" sz="3200" dirty="0">
                <a:solidFill>
                  <a:srgbClr val="000000"/>
                </a:solidFill>
                <a:latin typeface="inter-regular"/>
              </a:rPr>
              <a:t>");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rgbClr val="000000"/>
                </a:solidFill>
                <a:latin typeface="inter-regular"/>
              </a:rPr>
              <a:t>	 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echo count($season);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	?&gt;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333333"/>
                </a:solidFill>
                <a:latin typeface="inter-regular"/>
              </a:rPr>
              <a:t>4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FF39D5-17FA-FA48-E8CA-AEE4B87E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171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F58F-79EC-EDA4-B92B-608888C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1" y="653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964496-092F-C27B-B015-8532F68F5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932" y="1229429"/>
            <a:ext cx="10825842" cy="5355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800" b="0" i="0" dirty="0">
                <a:solidFill>
                  <a:srgbClr val="610B38"/>
                </a:solidFill>
                <a:effectLst/>
                <a:latin typeface="erdana"/>
              </a:rPr>
              <a:t>5) PHP sort() function</a:t>
            </a: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PHP sort() function sorts all the elements in an array.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$season=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summer"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"winter"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"spring"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"autumn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sort($season);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foreach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 $season 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$s )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echo 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"$s"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marL="400050" lvl="1" indent="0" algn="just" defTabSz="914400"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?&gt;    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Output: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autumn spring summer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winter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FF39D5-17FA-FA48-E8CA-AEE4B87E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5F89-608B-3AC0-9063-0F4A08CB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30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F58F-79EC-EDA4-B92B-608888C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1" y="653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FF39D5-17FA-FA48-E8CA-AEE4B87E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5F89-608B-3AC0-9063-0F4A08CB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175D593-DE1E-ED5D-4B89-425D2B67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74" y="1099491"/>
            <a:ext cx="10513712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6) PHP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array_reverse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10B38"/>
                </a:solidFill>
                <a:effectLst/>
                <a:latin typeface="erdana"/>
              </a:rPr>
              <a:t>() function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PHP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array_reverse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() function returns an array containing elements in reversed order.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bold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$season=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summer"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"winter"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"spring"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"autumn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reverseseason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array_reverse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($season);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foreach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 $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reverseseason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$s )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echo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"$s"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?&gt;   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Output: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autumn spring winter summer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92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F58F-79EC-EDA4-B92B-608888C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1" y="65314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Array Functions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FF39D5-17FA-FA48-E8CA-AEE4B87E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5F89-608B-3AC0-9063-0F4A08CB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175D593-DE1E-ED5D-4B89-425D2B67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08" y="956378"/>
            <a:ext cx="10782275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7) PHP </a:t>
            </a:r>
            <a:r>
              <a:rPr lang="en-US" sz="2400" b="0" i="0" dirty="0" err="1">
                <a:solidFill>
                  <a:srgbClr val="610B38"/>
                </a:solidFill>
                <a:effectLst/>
                <a:latin typeface="erdana"/>
              </a:rPr>
              <a:t>array_search</a:t>
            </a:r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() function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PHP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array_search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() function searches the specified value in an array. It returns key if search is successful.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lvl="1" algn="just" defTabSz="914400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$season=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summer"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"winter"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"spring"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"autumn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 defTabSz="914400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$key=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array_search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spring"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,$season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lvl="1" algn="just" defTabSz="914400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echo $key;    </a:t>
            </a:r>
          </a:p>
          <a:p>
            <a:pPr lvl="1" algn="just" defTabSz="914400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?&gt;   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ter-regular"/>
              </a:rPr>
              <a:t>Output: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2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sz="24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endParaRPr lang="en-US" sz="2400" dirty="0">
              <a:solidFill>
                <a:srgbClr val="610B38"/>
              </a:solidFill>
              <a:latin typeface="erdana"/>
            </a:endParaRPr>
          </a:p>
          <a:p>
            <a:pPr algn="just"/>
            <a:endParaRPr lang="en-US" sz="24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A921AA-BF9D-C1DD-AF94-1DBC96BAA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133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5FF39D5-17FA-FA48-E8CA-AEE4B87E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5F89-608B-3AC0-9063-0F4A08CB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175D593-DE1E-ED5D-4B89-425D2B67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258" y="90100"/>
            <a:ext cx="11315741" cy="66479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8) PHP </a:t>
            </a:r>
            <a:r>
              <a:rPr lang="en-US" sz="2400" b="0" i="0" dirty="0" err="1">
                <a:solidFill>
                  <a:srgbClr val="610B38"/>
                </a:solidFill>
                <a:effectLst/>
                <a:latin typeface="erdana"/>
              </a:rPr>
              <a:t>array_intersect</a:t>
            </a:r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() function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PHP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inter-regular"/>
              </a:rPr>
              <a:t>array_intersect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() function returns the intersection of two array.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In other words, it returns the matching elements of two array.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Syntax</a:t>
            </a:r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	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array_intersect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(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$array1 ,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$array2 [,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$... ] )  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Example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$name1=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sonoo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"john"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vivek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"smith"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$name2=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umesh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sonoo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kartik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"smith"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$name3=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array_intersect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($name1,$name2);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foreach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 $name3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$n )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  echo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"$n&lt;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br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 /&gt;"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?&gt;    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solidFill>
                  <a:srgbClr val="000000"/>
                </a:solidFill>
                <a:latin typeface="inter-regular"/>
              </a:rPr>
              <a:t>Output: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 err="1">
                <a:solidFill>
                  <a:srgbClr val="000000"/>
                </a:solidFill>
                <a:latin typeface="inter-regular"/>
              </a:rPr>
              <a:t>Sonoo</a:t>
            </a:r>
            <a:endParaRPr lang="en-US" sz="2400" dirty="0">
              <a:solidFill>
                <a:srgbClr val="000000"/>
              </a:solidFill>
              <a:latin typeface="inter-regular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solidFill>
                  <a:srgbClr val="000000"/>
                </a:solidFill>
                <a:latin typeface="inter-regular"/>
              </a:rPr>
              <a:t>smith</a:t>
            </a:r>
            <a:endParaRPr lang="en-US" sz="24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A921AA-BF9D-C1DD-AF94-1DBC96BAA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5292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1077</Words>
  <Application>Microsoft Office PowerPoint</Application>
  <PresentationFormat>Widescreen</PresentationFormat>
  <Paragraphs>304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Arial Unicode MS</vt:lpstr>
      <vt:lpstr>Consolas</vt:lpstr>
      <vt:lpstr>erdana</vt:lpstr>
      <vt:lpstr>inter-bold</vt:lpstr>
      <vt:lpstr>inter-regular</vt:lpstr>
      <vt:lpstr>Segoe UI</vt:lpstr>
      <vt:lpstr>Times New Roman</vt:lpstr>
      <vt:lpstr>Trebuchet MS</vt:lpstr>
      <vt:lpstr>Verdana</vt:lpstr>
      <vt:lpstr>Wingdings</vt:lpstr>
      <vt:lpstr>Wingdings 3</vt:lpstr>
      <vt:lpstr>Facet</vt:lpstr>
      <vt:lpstr>PHP Arrays</vt:lpstr>
      <vt:lpstr>PHP Arrays</vt:lpstr>
      <vt:lpstr>Create an Array in PHP</vt:lpstr>
      <vt:lpstr>PHP Indexed Arrays </vt:lpstr>
      <vt:lpstr>PowerPoint Presentation</vt:lpstr>
      <vt:lpstr>PowerPoint Presentation</vt:lpstr>
      <vt:lpstr>PHP Associative Arrays </vt:lpstr>
      <vt:lpstr>PowerPoint Presentation</vt:lpstr>
      <vt:lpstr>PowerPoint Presentation</vt:lpstr>
      <vt:lpstr>PHP Multidimensional Arrays </vt:lpstr>
      <vt:lpstr>PowerPoint Presentation</vt:lpstr>
      <vt:lpstr>PowerPoint Presentation</vt:lpstr>
      <vt:lpstr>PowerPoint Presentation</vt:lpstr>
      <vt:lpstr>PHP - Sort Functions For Arrays </vt:lpstr>
      <vt:lpstr>PHP Array Functions </vt:lpstr>
      <vt:lpstr>PHP Array Functions </vt:lpstr>
      <vt:lpstr>PHP Array Functions </vt:lpstr>
      <vt:lpstr>PHP Array Functions</vt:lpstr>
      <vt:lpstr>PHP Array Functions</vt:lpstr>
      <vt:lpstr>PHP Array Functions</vt:lpstr>
      <vt:lpstr>PHP Array Functions</vt:lpstr>
      <vt:lpstr>PHP Array Functions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Arrays</dc:title>
  <dc:creator>GURU SIMRAN SINGH</dc:creator>
  <cp:lastModifiedBy>user</cp:lastModifiedBy>
  <cp:revision>85</cp:revision>
  <dcterms:created xsi:type="dcterms:W3CDTF">2023-07-28T10:59:30Z</dcterms:created>
  <dcterms:modified xsi:type="dcterms:W3CDTF">2024-02-13T11:36:21Z</dcterms:modified>
</cp:coreProperties>
</file>